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3" r:id="rId8"/>
    <p:sldId id="265" r:id="rId9"/>
    <p:sldId id="262" r:id="rId10"/>
    <p:sldId id="267" r:id="rId11"/>
    <p:sldId id="268" r:id="rId12"/>
    <p:sldId id="269" r:id="rId13"/>
    <p:sldId id="270" r:id="rId14"/>
    <p:sldId id="271" r:id="rId15"/>
    <p:sldId id="272" r:id="rId16"/>
    <p:sldId id="274" r:id="rId17"/>
    <p:sldId id="276" r:id="rId18"/>
    <p:sldId id="275" r:id="rId19"/>
    <p:sldId id="27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9C920F-B837-426B-B15A-4F4274BFBB22}" v="580" dt="2023-05-23T11:08:25.7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NGKAEW, PUTTIWAT" userId="a8adac1e-848f-4d84-b961-6a7ffb648b49" providerId="ADAL" clId="{2F9C920F-B837-426B-B15A-4F4274BFBB22}"/>
    <pc:docChg chg="undo custSel addSld delSld modSld sldOrd">
      <pc:chgData name="KONGKAEW, PUTTIWAT" userId="a8adac1e-848f-4d84-b961-6a7ffb648b49" providerId="ADAL" clId="{2F9C920F-B837-426B-B15A-4F4274BFBB22}" dt="2023-05-23T11:11:11.964" v="7741" actId="20577"/>
      <pc:docMkLst>
        <pc:docMk/>
      </pc:docMkLst>
      <pc:sldChg chg="modSp new mod">
        <pc:chgData name="KONGKAEW, PUTTIWAT" userId="a8adac1e-848f-4d84-b961-6a7ffb648b49" providerId="ADAL" clId="{2F9C920F-B837-426B-B15A-4F4274BFBB22}" dt="2023-05-19T07:32:31.561" v="502" actId="20577"/>
        <pc:sldMkLst>
          <pc:docMk/>
          <pc:sldMk cId="1377385226" sldId="256"/>
        </pc:sldMkLst>
        <pc:spChg chg="mod">
          <ac:chgData name="KONGKAEW, PUTTIWAT" userId="a8adac1e-848f-4d84-b961-6a7ffb648b49" providerId="ADAL" clId="{2F9C920F-B837-426B-B15A-4F4274BFBB22}" dt="2023-05-19T07:26:33.696" v="58" actId="20577"/>
          <ac:spMkLst>
            <pc:docMk/>
            <pc:sldMk cId="1377385226" sldId="256"/>
            <ac:spMk id="2" creationId="{B1FCFEA5-F209-9E3C-F823-8A4935D7A412}"/>
          </ac:spMkLst>
        </pc:spChg>
        <pc:spChg chg="mod">
          <ac:chgData name="KONGKAEW, PUTTIWAT" userId="a8adac1e-848f-4d84-b961-6a7ffb648b49" providerId="ADAL" clId="{2F9C920F-B837-426B-B15A-4F4274BFBB22}" dt="2023-05-19T07:32:31.561" v="502" actId="20577"/>
          <ac:spMkLst>
            <pc:docMk/>
            <pc:sldMk cId="1377385226" sldId="256"/>
            <ac:spMk id="3" creationId="{786E36B1-8BE0-62FE-C505-EAE387BD19AE}"/>
          </ac:spMkLst>
        </pc:spChg>
      </pc:sldChg>
      <pc:sldChg chg="addSp delSp modSp new mod modClrScheme chgLayout">
        <pc:chgData name="KONGKAEW, PUTTIWAT" userId="a8adac1e-848f-4d84-b961-6a7ffb648b49" providerId="ADAL" clId="{2F9C920F-B837-426B-B15A-4F4274BFBB22}" dt="2023-05-19T08:06:55.913" v="1772" actId="27636"/>
        <pc:sldMkLst>
          <pc:docMk/>
          <pc:sldMk cId="941823532" sldId="257"/>
        </pc:sldMkLst>
        <pc:spChg chg="del mod ord">
          <ac:chgData name="KONGKAEW, PUTTIWAT" userId="a8adac1e-848f-4d84-b961-6a7ffb648b49" providerId="ADAL" clId="{2F9C920F-B837-426B-B15A-4F4274BFBB22}" dt="2023-05-19T07:27:15.182" v="71" actId="700"/>
          <ac:spMkLst>
            <pc:docMk/>
            <pc:sldMk cId="941823532" sldId="257"/>
            <ac:spMk id="2" creationId="{58C20DC3-C4E4-D591-E9A3-5B294F4CA083}"/>
          </ac:spMkLst>
        </pc:spChg>
        <pc:spChg chg="del mod ord">
          <ac:chgData name="KONGKAEW, PUTTIWAT" userId="a8adac1e-848f-4d84-b961-6a7ffb648b49" providerId="ADAL" clId="{2F9C920F-B837-426B-B15A-4F4274BFBB22}" dt="2023-05-19T07:27:15.182" v="71" actId="700"/>
          <ac:spMkLst>
            <pc:docMk/>
            <pc:sldMk cId="941823532" sldId="257"/>
            <ac:spMk id="3" creationId="{F37B4998-5B31-0E38-F52E-B876B7492E5D}"/>
          </ac:spMkLst>
        </pc:spChg>
        <pc:spChg chg="add mod ord">
          <ac:chgData name="KONGKAEW, PUTTIWAT" userId="a8adac1e-848f-4d84-b961-6a7ffb648b49" providerId="ADAL" clId="{2F9C920F-B837-426B-B15A-4F4274BFBB22}" dt="2023-05-19T07:27:20.177" v="79" actId="20577"/>
          <ac:spMkLst>
            <pc:docMk/>
            <pc:sldMk cId="941823532" sldId="257"/>
            <ac:spMk id="4" creationId="{5E81A1FB-969D-CA76-FEC8-ACCEB85F3DB8}"/>
          </ac:spMkLst>
        </pc:spChg>
        <pc:spChg chg="add mod ord">
          <ac:chgData name="KONGKAEW, PUTTIWAT" userId="a8adac1e-848f-4d84-b961-6a7ffb648b49" providerId="ADAL" clId="{2F9C920F-B837-426B-B15A-4F4274BFBB22}" dt="2023-05-19T08:06:55.913" v="1772" actId="27636"/>
          <ac:spMkLst>
            <pc:docMk/>
            <pc:sldMk cId="941823532" sldId="257"/>
            <ac:spMk id="5" creationId="{8BF00CE5-67BD-862A-FF10-18676DB6FD04}"/>
          </ac:spMkLst>
        </pc:spChg>
      </pc:sldChg>
      <pc:sldChg chg="modSp new mod ord">
        <pc:chgData name="KONGKAEW, PUTTIWAT" userId="a8adac1e-848f-4d84-b961-6a7ffb648b49" providerId="ADAL" clId="{2F9C920F-B837-426B-B15A-4F4274BFBB22}" dt="2023-05-22T10:55:39.939" v="6732"/>
        <pc:sldMkLst>
          <pc:docMk/>
          <pc:sldMk cId="2308169934" sldId="258"/>
        </pc:sldMkLst>
        <pc:spChg chg="mod">
          <ac:chgData name="KONGKAEW, PUTTIWAT" userId="a8adac1e-848f-4d84-b961-6a7ffb648b49" providerId="ADAL" clId="{2F9C920F-B837-426B-B15A-4F4274BFBB22}" dt="2023-05-19T08:06:03.303" v="1736" actId="20577"/>
          <ac:spMkLst>
            <pc:docMk/>
            <pc:sldMk cId="2308169934" sldId="258"/>
            <ac:spMk id="2" creationId="{A38D857D-41FD-0F6A-D9D1-6E13B0259390}"/>
          </ac:spMkLst>
        </pc:spChg>
        <pc:spChg chg="mod">
          <ac:chgData name="KONGKAEW, PUTTIWAT" userId="a8adac1e-848f-4d84-b961-6a7ffb648b49" providerId="ADAL" clId="{2F9C920F-B837-426B-B15A-4F4274BFBB22}" dt="2023-05-22T10:54:55.506" v="6720" actId="20577"/>
          <ac:spMkLst>
            <pc:docMk/>
            <pc:sldMk cId="2308169934" sldId="258"/>
            <ac:spMk id="3" creationId="{3307D7C0-2543-AF19-3CA4-6474A75C46DF}"/>
          </ac:spMkLst>
        </pc:spChg>
      </pc:sldChg>
      <pc:sldChg chg="modSp new mod ord">
        <pc:chgData name="KONGKAEW, PUTTIWAT" userId="a8adac1e-848f-4d84-b961-6a7ffb648b49" providerId="ADAL" clId="{2F9C920F-B837-426B-B15A-4F4274BFBB22}" dt="2023-05-22T10:55:22.347" v="6730"/>
        <pc:sldMkLst>
          <pc:docMk/>
          <pc:sldMk cId="1589057834" sldId="259"/>
        </pc:sldMkLst>
        <pc:spChg chg="mod">
          <ac:chgData name="KONGKAEW, PUTTIWAT" userId="a8adac1e-848f-4d84-b961-6a7ffb648b49" providerId="ADAL" clId="{2F9C920F-B837-426B-B15A-4F4274BFBB22}" dt="2023-05-19T08:05:57.039" v="1724" actId="20577"/>
          <ac:spMkLst>
            <pc:docMk/>
            <pc:sldMk cId="1589057834" sldId="259"/>
            <ac:spMk id="2" creationId="{5FE116D4-C509-3C55-8C56-52CC2FB3CA33}"/>
          </ac:spMkLst>
        </pc:spChg>
        <pc:spChg chg="mod">
          <ac:chgData name="KONGKAEW, PUTTIWAT" userId="a8adac1e-848f-4d84-b961-6a7ffb648b49" providerId="ADAL" clId="{2F9C920F-B837-426B-B15A-4F4274BFBB22}" dt="2023-05-22T10:55:06.813" v="6728" actId="20577"/>
          <ac:spMkLst>
            <pc:docMk/>
            <pc:sldMk cId="1589057834" sldId="259"/>
            <ac:spMk id="3" creationId="{FE022EB8-789B-D109-EE65-E06E89CC074E}"/>
          </ac:spMkLst>
        </pc:spChg>
      </pc:sldChg>
      <pc:sldChg chg="addSp modSp new mod">
        <pc:chgData name="KONGKAEW, PUTTIWAT" userId="a8adac1e-848f-4d84-b961-6a7ffb648b49" providerId="ADAL" clId="{2F9C920F-B837-426B-B15A-4F4274BFBB22}" dt="2023-05-22T14:19:52.681" v="7191" actId="403"/>
        <pc:sldMkLst>
          <pc:docMk/>
          <pc:sldMk cId="3512462657" sldId="260"/>
        </pc:sldMkLst>
        <pc:spChg chg="mod">
          <ac:chgData name="KONGKAEW, PUTTIWAT" userId="a8adac1e-848f-4d84-b961-6a7ffb648b49" providerId="ADAL" clId="{2F9C920F-B837-426B-B15A-4F4274BFBB22}" dt="2023-05-19T08:07:06.423" v="1806" actId="20577"/>
          <ac:spMkLst>
            <pc:docMk/>
            <pc:sldMk cId="3512462657" sldId="260"/>
            <ac:spMk id="2" creationId="{7DC9CE02-AB96-8FD1-550A-5EAD190CC38E}"/>
          </ac:spMkLst>
        </pc:spChg>
        <pc:spChg chg="mod">
          <ac:chgData name="KONGKAEW, PUTTIWAT" userId="a8adac1e-848f-4d84-b961-6a7ffb648b49" providerId="ADAL" clId="{2F9C920F-B837-426B-B15A-4F4274BFBB22}" dt="2023-05-19T08:37:10.809" v="2531" actId="20577"/>
          <ac:spMkLst>
            <pc:docMk/>
            <pc:sldMk cId="3512462657" sldId="260"/>
            <ac:spMk id="3" creationId="{FB271252-5477-A1BF-5944-6E9250CA12D4}"/>
          </ac:spMkLst>
        </pc:spChg>
        <pc:spChg chg="add mod">
          <ac:chgData name="KONGKAEW, PUTTIWAT" userId="a8adac1e-848f-4d84-b961-6a7ffb648b49" providerId="ADAL" clId="{2F9C920F-B837-426B-B15A-4F4274BFBB22}" dt="2023-05-22T14:19:52.681" v="7191" actId="403"/>
          <ac:spMkLst>
            <pc:docMk/>
            <pc:sldMk cId="3512462657" sldId="260"/>
            <ac:spMk id="4" creationId="{2BD8E3D8-D238-127E-0BC5-9F28016659C6}"/>
          </ac:spMkLst>
        </pc:spChg>
        <pc:picChg chg="add mod modCrop">
          <ac:chgData name="KONGKAEW, PUTTIWAT" userId="a8adac1e-848f-4d84-b961-6a7ffb648b49" providerId="ADAL" clId="{2F9C920F-B837-426B-B15A-4F4274BFBB22}" dt="2023-05-19T08:30:46.708" v="2019" actId="1076"/>
          <ac:picMkLst>
            <pc:docMk/>
            <pc:sldMk cId="3512462657" sldId="260"/>
            <ac:picMk id="5" creationId="{C068D99A-DD4D-6BE8-9DA1-8CA84F5AAD02}"/>
          </ac:picMkLst>
        </pc:picChg>
      </pc:sldChg>
      <pc:sldChg chg="add del">
        <pc:chgData name="KONGKAEW, PUTTIWAT" userId="a8adac1e-848f-4d84-b961-6a7ffb648b49" providerId="ADAL" clId="{2F9C920F-B837-426B-B15A-4F4274BFBB22}" dt="2023-05-19T08:44:21.391" v="2916" actId="47"/>
        <pc:sldMkLst>
          <pc:docMk/>
          <pc:sldMk cId="4024727555" sldId="261"/>
        </pc:sldMkLst>
      </pc:sldChg>
      <pc:sldChg chg="addSp delSp modSp add mod">
        <pc:chgData name="KONGKAEW, PUTTIWAT" userId="a8adac1e-848f-4d84-b961-6a7ffb648b49" providerId="ADAL" clId="{2F9C920F-B837-426B-B15A-4F4274BFBB22}" dt="2023-05-19T09:29:35.129" v="4526" actId="20577"/>
        <pc:sldMkLst>
          <pc:docMk/>
          <pc:sldMk cId="2826037868" sldId="262"/>
        </pc:sldMkLst>
        <pc:spChg chg="del mod">
          <ac:chgData name="KONGKAEW, PUTTIWAT" userId="a8adac1e-848f-4d84-b961-6a7ffb648b49" providerId="ADAL" clId="{2F9C920F-B837-426B-B15A-4F4274BFBB22}" dt="2023-05-19T08:45:38.376" v="2933" actId="478"/>
          <ac:spMkLst>
            <pc:docMk/>
            <pc:sldMk cId="2826037868" sldId="262"/>
            <ac:spMk id="3" creationId="{FB271252-5477-A1BF-5944-6E9250CA12D4}"/>
          </ac:spMkLst>
        </pc:spChg>
        <pc:spChg chg="add mod">
          <ac:chgData name="KONGKAEW, PUTTIWAT" userId="a8adac1e-848f-4d84-b961-6a7ffb648b49" providerId="ADAL" clId="{2F9C920F-B837-426B-B15A-4F4274BFBB22}" dt="2023-05-19T09:29:35.129" v="4526" actId="20577"/>
          <ac:spMkLst>
            <pc:docMk/>
            <pc:sldMk cId="2826037868" sldId="262"/>
            <ac:spMk id="7" creationId="{8470CB3F-8DBB-9E37-1AEE-859874923EEF}"/>
          </ac:spMkLst>
        </pc:spChg>
        <pc:picChg chg="add mod modCrop">
          <ac:chgData name="KONGKAEW, PUTTIWAT" userId="a8adac1e-848f-4d84-b961-6a7ffb648b49" providerId="ADAL" clId="{2F9C920F-B837-426B-B15A-4F4274BFBB22}" dt="2023-05-19T09:28:35.127" v="4430" actId="1076"/>
          <ac:picMkLst>
            <pc:docMk/>
            <pc:sldMk cId="2826037868" sldId="262"/>
            <ac:picMk id="4" creationId="{355C15AB-82DB-2A20-DFA3-A9B09D7E2891}"/>
          </ac:picMkLst>
        </pc:picChg>
        <pc:picChg chg="mod modCrop">
          <ac:chgData name="KONGKAEW, PUTTIWAT" userId="a8adac1e-848f-4d84-b961-6a7ffb648b49" providerId="ADAL" clId="{2F9C920F-B837-426B-B15A-4F4274BFBB22}" dt="2023-05-19T09:28:35.127" v="4430" actId="1076"/>
          <ac:picMkLst>
            <pc:docMk/>
            <pc:sldMk cId="2826037868" sldId="262"/>
            <ac:picMk id="5" creationId="{C068D99A-DD4D-6BE8-9DA1-8CA84F5AAD02}"/>
          </ac:picMkLst>
        </pc:picChg>
      </pc:sldChg>
      <pc:sldChg chg="addSp delSp modSp new mod modClrScheme chgLayout">
        <pc:chgData name="KONGKAEW, PUTTIWAT" userId="a8adac1e-848f-4d84-b961-6a7ffb648b49" providerId="ADAL" clId="{2F9C920F-B837-426B-B15A-4F4274BFBB22}" dt="2023-05-19T08:46:26.111" v="3014" actId="115"/>
        <pc:sldMkLst>
          <pc:docMk/>
          <pc:sldMk cId="4010335364" sldId="263"/>
        </pc:sldMkLst>
        <pc:spChg chg="mod ord">
          <ac:chgData name="KONGKAEW, PUTTIWAT" userId="a8adac1e-848f-4d84-b961-6a7ffb648b49" providerId="ADAL" clId="{2F9C920F-B837-426B-B15A-4F4274BFBB22}" dt="2023-05-19T08:32:53.702" v="2166" actId="700"/>
          <ac:spMkLst>
            <pc:docMk/>
            <pc:sldMk cId="4010335364" sldId="263"/>
            <ac:spMk id="2" creationId="{982045D4-330A-CF77-D36E-471A9BB23AE2}"/>
          </ac:spMkLst>
        </pc:spChg>
        <pc:spChg chg="del">
          <ac:chgData name="KONGKAEW, PUTTIWAT" userId="a8adac1e-848f-4d84-b961-6a7ffb648b49" providerId="ADAL" clId="{2F9C920F-B837-426B-B15A-4F4274BFBB22}" dt="2023-05-19T08:32:24.291" v="2158"/>
          <ac:spMkLst>
            <pc:docMk/>
            <pc:sldMk cId="4010335364" sldId="263"/>
            <ac:spMk id="3" creationId="{AA6297C0-74FC-925A-5282-2FFC127BC341}"/>
          </ac:spMkLst>
        </pc:spChg>
        <pc:spChg chg="add del mod ord">
          <ac:chgData name="KONGKAEW, PUTTIWAT" userId="a8adac1e-848f-4d84-b961-6a7ffb648b49" providerId="ADAL" clId="{2F9C920F-B837-426B-B15A-4F4274BFBB22}" dt="2023-05-19T08:32:53.702" v="2166" actId="700"/>
          <ac:spMkLst>
            <pc:docMk/>
            <pc:sldMk cId="4010335364" sldId="263"/>
            <ac:spMk id="6" creationId="{47F3AEE8-15FC-3746-4D62-5233228067FF}"/>
          </ac:spMkLst>
        </pc:spChg>
        <pc:spChg chg="add del mod ord">
          <ac:chgData name="KONGKAEW, PUTTIWAT" userId="a8adac1e-848f-4d84-b961-6a7ffb648b49" providerId="ADAL" clId="{2F9C920F-B837-426B-B15A-4F4274BFBB22}" dt="2023-05-19T08:33:19.617" v="2168"/>
          <ac:spMkLst>
            <pc:docMk/>
            <pc:sldMk cId="4010335364" sldId="263"/>
            <ac:spMk id="7" creationId="{66E3D461-27ED-8A6A-5FB4-B8B687A5A9BC}"/>
          </ac:spMkLst>
        </pc:spChg>
        <pc:spChg chg="add mod">
          <ac:chgData name="KONGKAEW, PUTTIWAT" userId="a8adac1e-848f-4d84-b961-6a7ffb648b49" providerId="ADAL" clId="{2F9C920F-B837-426B-B15A-4F4274BFBB22}" dt="2023-05-19T08:46:26.111" v="3014" actId="115"/>
          <ac:spMkLst>
            <pc:docMk/>
            <pc:sldMk cId="4010335364" sldId="263"/>
            <ac:spMk id="9" creationId="{2DB7ED98-808B-C010-9DA4-7643E791371A}"/>
          </ac:spMkLst>
        </pc:spChg>
        <pc:spChg chg="add mod">
          <ac:chgData name="KONGKAEW, PUTTIWAT" userId="a8adac1e-848f-4d84-b961-6a7ffb648b49" providerId="ADAL" clId="{2F9C920F-B837-426B-B15A-4F4274BFBB22}" dt="2023-05-19T08:39:00.816" v="2708" actId="1076"/>
          <ac:spMkLst>
            <pc:docMk/>
            <pc:sldMk cId="4010335364" sldId="263"/>
            <ac:spMk id="19" creationId="{8209912B-7BBE-148B-E38C-AFB5DCB93020}"/>
          </ac:spMkLst>
        </pc:spChg>
        <pc:picChg chg="add del mod ord">
          <ac:chgData name="KONGKAEW, PUTTIWAT" userId="a8adac1e-848f-4d84-b961-6a7ffb648b49" providerId="ADAL" clId="{2F9C920F-B837-426B-B15A-4F4274BFBB22}" dt="2023-05-19T08:32:54.897" v="2167" actId="478"/>
          <ac:picMkLst>
            <pc:docMk/>
            <pc:sldMk cId="4010335364" sldId="263"/>
            <ac:picMk id="5" creationId="{363FCA49-5CD2-906F-BCE6-928392724730}"/>
          </ac:picMkLst>
        </pc:picChg>
        <pc:picChg chg="add mod">
          <ac:chgData name="KONGKAEW, PUTTIWAT" userId="a8adac1e-848f-4d84-b961-6a7ffb648b49" providerId="ADAL" clId="{2F9C920F-B837-426B-B15A-4F4274BFBB22}" dt="2023-05-19T08:33:21.609" v="2169" actId="27614"/>
          <ac:picMkLst>
            <pc:docMk/>
            <pc:sldMk cId="4010335364" sldId="263"/>
            <ac:picMk id="11" creationId="{A407B89A-8E0C-26A4-3BEE-4CBF052C4176}"/>
          </ac:picMkLst>
        </pc:picChg>
        <pc:cxnChg chg="add mod">
          <ac:chgData name="KONGKAEW, PUTTIWAT" userId="a8adac1e-848f-4d84-b961-6a7ffb648b49" providerId="ADAL" clId="{2F9C920F-B837-426B-B15A-4F4274BFBB22}" dt="2023-05-19T08:38:39.076" v="2683" actId="14100"/>
          <ac:cxnSpMkLst>
            <pc:docMk/>
            <pc:sldMk cId="4010335364" sldId="263"/>
            <ac:cxnSpMk id="13" creationId="{4DAB03EB-A88C-4D00-F57C-EF95D19A84E4}"/>
          </ac:cxnSpMkLst>
        </pc:cxnChg>
        <pc:cxnChg chg="add mod">
          <ac:chgData name="KONGKAEW, PUTTIWAT" userId="a8adac1e-848f-4d84-b961-6a7ffb648b49" providerId="ADAL" clId="{2F9C920F-B837-426B-B15A-4F4274BFBB22}" dt="2023-05-19T08:38:47.378" v="2686" actId="14100"/>
          <ac:cxnSpMkLst>
            <pc:docMk/>
            <pc:sldMk cId="4010335364" sldId="263"/>
            <ac:cxnSpMk id="16" creationId="{A4BF7EA2-81F2-DE04-DBDA-EB75F16833A8}"/>
          </ac:cxnSpMkLst>
        </pc:cxnChg>
      </pc:sldChg>
      <pc:sldChg chg="modSp new mod ord">
        <pc:chgData name="KONGKAEW, PUTTIWAT" userId="a8adac1e-848f-4d84-b961-6a7ffb648b49" providerId="ADAL" clId="{2F9C920F-B837-426B-B15A-4F4274BFBB22}" dt="2023-05-19T08:35:16.642" v="2428" actId="20577"/>
        <pc:sldMkLst>
          <pc:docMk/>
          <pc:sldMk cId="4196541916" sldId="264"/>
        </pc:sldMkLst>
        <pc:spChg chg="mod">
          <ac:chgData name="KONGKAEW, PUTTIWAT" userId="a8adac1e-848f-4d84-b961-6a7ffb648b49" providerId="ADAL" clId="{2F9C920F-B837-426B-B15A-4F4274BFBB22}" dt="2023-05-19T08:33:58.992" v="2298" actId="20577"/>
          <ac:spMkLst>
            <pc:docMk/>
            <pc:sldMk cId="4196541916" sldId="264"/>
            <ac:spMk id="2" creationId="{FA75582B-44AA-052F-4F7D-CB73F3FED7E6}"/>
          </ac:spMkLst>
        </pc:spChg>
        <pc:spChg chg="mod">
          <ac:chgData name="KONGKAEW, PUTTIWAT" userId="a8adac1e-848f-4d84-b961-6a7ffb648b49" providerId="ADAL" clId="{2F9C920F-B837-426B-B15A-4F4274BFBB22}" dt="2023-05-19T08:35:16.642" v="2428" actId="20577"/>
          <ac:spMkLst>
            <pc:docMk/>
            <pc:sldMk cId="4196541916" sldId="264"/>
            <ac:spMk id="3" creationId="{1E6A3C6E-D438-3155-AFCB-6BD39A7188CF}"/>
          </ac:spMkLst>
        </pc:spChg>
      </pc:sldChg>
      <pc:sldChg chg="addSp delSp modSp new mod">
        <pc:chgData name="KONGKAEW, PUTTIWAT" userId="a8adac1e-848f-4d84-b961-6a7ffb648b49" providerId="ADAL" clId="{2F9C920F-B837-426B-B15A-4F4274BFBB22}" dt="2023-05-22T10:56:39.251" v="6737" actId="403"/>
        <pc:sldMkLst>
          <pc:docMk/>
          <pc:sldMk cId="2311548782" sldId="265"/>
        </pc:sldMkLst>
        <pc:spChg chg="del">
          <ac:chgData name="KONGKAEW, PUTTIWAT" userId="a8adac1e-848f-4d84-b961-6a7ffb648b49" providerId="ADAL" clId="{2F9C920F-B837-426B-B15A-4F4274BFBB22}" dt="2023-05-19T08:39:28.199" v="2711"/>
          <ac:spMkLst>
            <pc:docMk/>
            <pc:sldMk cId="2311548782" sldId="265"/>
            <ac:spMk id="2" creationId="{BFC24DE4-46D1-D9D6-F250-F4912905987A}"/>
          </ac:spMkLst>
        </pc:spChg>
        <pc:spChg chg="del">
          <ac:chgData name="KONGKAEW, PUTTIWAT" userId="a8adac1e-848f-4d84-b961-6a7ffb648b49" providerId="ADAL" clId="{2F9C920F-B837-426B-B15A-4F4274BFBB22}" dt="2023-05-19T08:39:34.259" v="2714"/>
          <ac:spMkLst>
            <pc:docMk/>
            <pc:sldMk cId="2311548782" sldId="265"/>
            <ac:spMk id="3" creationId="{54B50896-1F50-E5F6-625C-80BB370C6EB7}"/>
          </ac:spMkLst>
        </pc:spChg>
        <pc:spChg chg="mod">
          <ac:chgData name="KONGKAEW, PUTTIWAT" userId="a8adac1e-848f-4d84-b961-6a7ffb648b49" providerId="ADAL" clId="{2F9C920F-B837-426B-B15A-4F4274BFBB22}" dt="2023-05-19T08:40:22.775" v="2754" actId="20577"/>
          <ac:spMkLst>
            <pc:docMk/>
            <pc:sldMk cId="2311548782" sldId="265"/>
            <ac:spMk id="4" creationId="{F6F4724E-6847-3FB2-C7FA-4083CC5BD5A5}"/>
          </ac:spMkLst>
        </pc:spChg>
        <pc:spChg chg="add mod">
          <ac:chgData name="KONGKAEW, PUTTIWAT" userId="a8adac1e-848f-4d84-b961-6a7ffb648b49" providerId="ADAL" clId="{2F9C920F-B837-426B-B15A-4F4274BFBB22}" dt="2023-05-22T10:56:39.251" v="6737" actId="403"/>
          <ac:spMkLst>
            <pc:docMk/>
            <pc:sldMk cId="2311548782" sldId="265"/>
            <ac:spMk id="9" creationId="{D1BC6A47-0499-A3D0-D9A4-C1B955594EA2}"/>
          </ac:spMkLst>
        </pc:spChg>
        <pc:spChg chg="add mod">
          <ac:chgData name="KONGKAEW, PUTTIWAT" userId="a8adac1e-848f-4d84-b961-6a7ffb648b49" providerId="ADAL" clId="{2F9C920F-B837-426B-B15A-4F4274BFBB22}" dt="2023-05-22T10:56:28.718" v="6733" actId="207"/>
          <ac:spMkLst>
            <pc:docMk/>
            <pc:sldMk cId="2311548782" sldId="265"/>
            <ac:spMk id="14" creationId="{693E4F23-B533-DEED-0D22-63EF93B548F8}"/>
          </ac:spMkLst>
        </pc:spChg>
        <pc:spChg chg="add mod">
          <ac:chgData name="KONGKAEW, PUTTIWAT" userId="a8adac1e-848f-4d84-b961-6a7ffb648b49" providerId="ADAL" clId="{2F9C920F-B837-426B-B15A-4F4274BFBB22}" dt="2023-05-22T10:56:30.914" v="6734" actId="207"/>
          <ac:spMkLst>
            <pc:docMk/>
            <pc:sldMk cId="2311548782" sldId="265"/>
            <ac:spMk id="16" creationId="{CFEC5F96-60B7-7CAC-5F7F-853F7FC43516}"/>
          </ac:spMkLst>
        </pc:spChg>
        <pc:spChg chg="add del mod">
          <ac:chgData name="KONGKAEW, PUTTIWAT" userId="a8adac1e-848f-4d84-b961-6a7ffb648b49" providerId="ADAL" clId="{2F9C920F-B837-426B-B15A-4F4274BFBB22}" dt="2023-05-19T08:43:30.158" v="2865" actId="478"/>
          <ac:spMkLst>
            <pc:docMk/>
            <pc:sldMk cId="2311548782" sldId="265"/>
            <ac:spMk id="17" creationId="{F2E6DB58-0F3A-6936-565F-2A5FAEDD19F4}"/>
          </ac:spMkLst>
        </pc:spChg>
        <pc:picChg chg="add mod modCrop">
          <ac:chgData name="KONGKAEW, PUTTIWAT" userId="a8adac1e-848f-4d84-b961-6a7ffb648b49" providerId="ADAL" clId="{2F9C920F-B837-426B-B15A-4F4274BFBB22}" dt="2023-05-19T08:42:59.262" v="2822" actId="1076"/>
          <ac:picMkLst>
            <pc:docMk/>
            <pc:sldMk cId="2311548782" sldId="265"/>
            <ac:picMk id="6" creationId="{9F9D51E8-F4CD-C453-5281-C565FB49078D}"/>
          </ac:picMkLst>
        </pc:picChg>
        <pc:picChg chg="add mod modCrop">
          <ac:chgData name="KONGKAEW, PUTTIWAT" userId="a8adac1e-848f-4d84-b961-6a7ffb648b49" providerId="ADAL" clId="{2F9C920F-B837-426B-B15A-4F4274BFBB22}" dt="2023-05-19T08:42:45.057" v="2817" actId="732"/>
          <ac:picMkLst>
            <pc:docMk/>
            <pc:sldMk cId="2311548782" sldId="265"/>
            <ac:picMk id="8" creationId="{354184CC-52E9-0168-5C61-12D122E147F0}"/>
          </ac:picMkLst>
        </pc:picChg>
        <pc:picChg chg="add mod modCrop">
          <ac:chgData name="KONGKAEW, PUTTIWAT" userId="a8adac1e-848f-4d84-b961-6a7ffb648b49" providerId="ADAL" clId="{2F9C920F-B837-426B-B15A-4F4274BFBB22}" dt="2023-05-19T08:42:59.262" v="2822" actId="1076"/>
          <ac:picMkLst>
            <pc:docMk/>
            <pc:sldMk cId="2311548782" sldId="265"/>
            <ac:picMk id="10" creationId="{41C4892F-4BCD-20C1-0285-522737CE71F9}"/>
          </ac:picMkLst>
        </pc:picChg>
        <pc:picChg chg="add mod modCrop">
          <ac:chgData name="KONGKAEW, PUTTIWAT" userId="a8adac1e-848f-4d84-b961-6a7ffb648b49" providerId="ADAL" clId="{2F9C920F-B837-426B-B15A-4F4274BFBB22}" dt="2023-05-19T08:42:48.950" v="2818" actId="1076"/>
          <ac:picMkLst>
            <pc:docMk/>
            <pc:sldMk cId="2311548782" sldId="265"/>
            <ac:picMk id="11" creationId="{21FD727B-D7D3-8EDF-998A-3B57D5F55572}"/>
          </ac:picMkLst>
        </pc:picChg>
        <pc:picChg chg="add mod">
          <ac:chgData name="KONGKAEW, PUTTIWAT" userId="a8adac1e-848f-4d84-b961-6a7ffb648b49" providerId="ADAL" clId="{2F9C920F-B837-426B-B15A-4F4274BFBB22}" dt="2023-05-19T08:42:55.825" v="2821" actId="1076"/>
          <ac:picMkLst>
            <pc:docMk/>
            <pc:sldMk cId="2311548782" sldId="265"/>
            <ac:picMk id="12" creationId="{5C974149-A5E0-39AB-8322-B3A9F1FC1D29}"/>
          </ac:picMkLst>
        </pc:picChg>
        <pc:picChg chg="add mod">
          <ac:chgData name="KONGKAEW, PUTTIWAT" userId="a8adac1e-848f-4d84-b961-6a7ffb648b49" providerId="ADAL" clId="{2F9C920F-B837-426B-B15A-4F4274BFBB22}" dt="2023-05-19T08:42:55.825" v="2821" actId="1076"/>
          <ac:picMkLst>
            <pc:docMk/>
            <pc:sldMk cId="2311548782" sldId="265"/>
            <ac:picMk id="13" creationId="{6E178030-1D75-A012-F387-175324EBAA28}"/>
          </ac:picMkLst>
        </pc:picChg>
        <pc:picChg chg="add del mod">
          <ac:chgData name="KONGKAEW, PUTTIWAT" userId="a8adac1e-848f-4d84-b961-6a7ffb648b49" providerId="ADAL" clId="{2F9C920F-B837-426B-B15A-4F4274BFBB22}" dt="2023-05-19T08:43:13.125" v="2847"/>
          <ac:picMkLst>
            <pc:docMk/>
            <pc:sldMk cId="2311548782" sldId="265"/>
            <ac:picMk id="15" creationId="{5DB7E3FD-3E8A-D74A-B4FE-8C32BB7577B6}"/>
          </ac:picMkLst>
        </pc:picChg>
      </pc:sldChg>
      <pc:sldChg chg="modSp new del mod modShow">
        <pc:chgData name="KONGKAEW, PUTTIWAT" userId="a8adac1e-848f-4d84-b961-6a7ffb648b49" providerId="ADAL" clId="{2F9C920F-B837-426B-B15A-4F4274BFBB22}" dt="2023-05-22T10:54:38.127" v="6715" actId="47"/>
        <pc:sldMkLst>
          <pc:docMk/>
          <pc:sldMk cId="73811450" sldId="266"/>
        </pc:sldMkLst>
        <pc:spChg chg="mod">
          <ac:chgData name="KONGKAEW, PUTTIWAT" userId="a8adac1e-848f-4d84-b961-6a7ffb648b49" providerId="ADAL" clId="{2F9C920F-B837-426B-B15A-4F4274BFBB22}" dt="2023-05-19T08:46:48.580" v="3031" actId="20577"/>
          <ac:spMkLst>
            <pc:docMk/>
            <pc:sldMk cId="73811450" sldId="266"/>
            <ac:spMk id="2" creationId="{96B9DE51-921E-D3E0-E616-F3C061D61EFE}"/>
          </ac:spMkLst>
        </pc:spChg>
        <pc:spChg chg="mod">
          <ac:chgData name="KONGKAEW, PUTTIWAT" userId="a8adac1e-848f-4d84-b961-6a7ffb648b49" providerId="ADAL" clId="{2F9C920F-B837-426B-B15A-4F4274BFBB22}" dt="2023-05-19T08:50:21.597" v="3339" actId="20577"/>
          <ac:spMkLst>
            <pc:docMk/>
            <pc:sldMk cId="73811450" sldId="266"/>
            <ac:spMk id="3" creationId="{24AC48F0-EDF3-6068-0986-DB04C1E45B3E}"/>
          </ac:spMkLst>
        </pc:spChg>
      </pc:sldChg>
      <pc:sldChg chg="modSp new del mod">
        <pc:chgData name="KONGKAEW, PUTTIWAT" userId="a8adac1e-848f-4d84-b961-6a7ffb648b49" providerId="ADAL" clId="{2F9C920F-B837-426B-B15A-4F4274BFBB22}" dt="2023-05-19T08:44:19.775" v="2915" actId="47"/>
        <pc:sldMkLst>
          <pc:docMk/>
          <pc:sldMk cId="3018053352" sldId="266"/>
        </pc:sldMkLst>
        <pc:spChg chg="mod">
          <ac:chgData name="KONGKAEW, PUTTIWAT" userId="a8adac1e-848f-4d84-b961-6a7ffb648b49" providerId="ADAL" clId="{2F9C920F-B837-426B-B15A-4F4274BFBB22}" dt="2023-05-19T08:44:17.391" v="2914" actId="20577"/>
          <ac:spMkLst>
            <pc:docMk/>
            <pc:sldMk cId="3018053352" sldId="266"/>
            <ac:spMk id="4" creationId="{C2FEB822-7C15-DD4F-46AF-DA790D9A22D6}"/>
          </ac:spMkLst>
        </pc:spChg>
      </pc:sldChg>
      <pc:sldChg chg="modSp new mod">
        <pc:chgData name="KONGKAEW, PUTTIWAT" userId="a8adac1e-848f-4d84-b961-6a7ffb648b49" providerId="ADAL" clId="{2F9C920F-B837-426B-B15A-4F4274BFBB22}" dt="2023-05-19T09:35:56.409" v="5388" actId="20577"/>
        <pc:sldMkLst>
          <pc:docMk/>
          <pc:sldMk cId="2129425839" sldId="267"/>
        </pc:sldMkLst>
        <pc:spChg chg="mod">
          <ac:chgData name="KONGKAEW, PUTTIWAT" userId="a8adac1e-848f-4d84-b961-6a7ffb648b49" providerId="ADAL" clId="{2F9C920F-B837-426B-B15A-4F4274BFBB22}" dt="2023-05-19T08:51:01.706" v="3359" actId="20577"/>
          <ac:spMkLst>
            <pc:docMk/>
            <pc:sldMk cId="2129425839" sldId="267"/>
            <ac:spMk id="2" creationId="{D8689D0A-C7C1-4C13-F0F8-7A59F6EC0D86}"/>
          </ac:spMkLst>
        </pc:spChg>
        <pc:spChg chg="mod">
          <ac:chgData name="KONGKAEW, PUTTIWAT" userId="a8adac1e-848f-4d84-b961-6a7ffb648b49" providerId="ADAL" clId="{2F9C920F-B837-426B-B15A-4F4274BFBB22}" dt="2023-05-19T09:35:56.409" v="5388" actId="20577"/>
          <ac:spMkLst>
            <pc:docMk/>
            <pc:sldMk cId="2129425839" sldId="267"/>
            <ac:spMk id="3" creationId="{BCC3803E-6C2F-4F89-873A-33FF5D5F60CC}"/>
          </ac:spMkLst>
        </pc:spChg>
      </pc:sldChg>
      <pc:sldChg chg="addSp delSp modSp new mod modClrScheme chgLayout">
        <pc:chgData name="KONGKAEW, PUTTIWAT" userId="a8adac1e-848f-4d84-b961-6a7ffb648b49" providerId="ADAL" clId="{2F9C920F-B837-426B-B15A-4F4274BFBB22}" dt="2023-05-19T11:02:09.536" v="5538" actId="20577"/>
        <pc:sldMkLst>
          <pc:docMk/>
          <pc:sldMk cId="2224687866" sldId="268"/>
        </pc:sldMkLst>
        <pc:spChg chg="mod ord">
          <ac:chgData name="KONGKAEW, PUTTIWAT" userId="a8adac1e-848f-4d84-b961-6a7ffb648b49" providerId="ADAL" clId="{2F9C920F-B837-426B-B15A-4F4274BFBB22}" dt="2023-05-19T08:55:13.860" v="3821" actId="700"/>
          <ac:spMkLst>
            <pc:docMk/>
            <pc:sldMk cId="2224687866" sldId="268"/>
            <ac:spMk id="2" creationId="{96ED4BE1-D869-4DFF-92D7-4722B9555C99}"/>
          </ac:spMkLst>
        </pc:spChg>
        <pc:spChg chg="del">
          <ac:chgData name="KONGKAEW, PUTTIWAT" userId="a8adac1e-848f-4d84-b961-6a7ffb648b49" providerId="ADAL" clId="{2F9C920F-B837-426B-B15A-4F4274BFBB22}" dt="2023-05-19T08:54:43.023" v="3813"/>
          <ac:spMkLst>
            <pc:docMk/>
            <pc:sldMk cId="2224687866" sldId="268"/>
            <ac:spMk id="3" creationId="{30A39BC9-C4F4-3874-4E6B-CB5530F95E14}"/>
          </ac:spMkLst>
        </pc:spChg>
        <pc:spChg chg="add del mod ord">
          <ac:chgData name="KONGKAEW, PUTTIWAT" userId="a8adac1e-848f-4d84-b961-6a7ffb648b49" providerId="ADAL" clId="{2F9C920F-B837-426B-B15A-4F4274BFBB22}" dt="2023-05-19T08:55:17.650" v="3823"/>
          <ac:spMkLst>
            <pc:docMk/>
            <pc:sldMk cId="2224687866" sldId="268"/>
            <ac:spMk id="6" creationId="{8006A1C2-3F58-1D27-413C-5AD67782FF1D}"/>
          </ac:spMkLst>
        </pc:spChg>
        <pc:spChg chg="add mod">
          <ac:chgData name="KONGKAEW, PUTTIWAT" userId="a8adac1e-848f-4d84-b961-6a7ffb648b49" providerId="ADAL" clId="{2F9C920F-B837-426B-B15A-4F4274BFBB22}" dt="2023-05-19T09:24:47.972" v="4102" actId="20577"/>
          <ac:spMkLst>
            <pc:docMk/>
            <pc:sldMk cId="2224687866" sldId="268"/>
            <ac:spMk id="8" creationId="{33FD2692-136B-A8E2-AD6F-8348F9FE9623}"/>
          </ac:spMkLst>
        </pc:spChg>
        <pc:spChg chg="add mod">
          <ac:chgData name="KONGKAEW, PUTTIWAT" userId="a8adac1e-848f-4d84-b961-6a7ffb648b49" providerId="ADAL" clId="{2F9C920F-B837-426B-B15A-4F4274BFBB22}" dt="2023-05-19T09:24:57.061" v="4104" actId="20577"/>
          <ac:spMkLst>
            <pc:docMk/>
            <pc:sldMk cId="2224687866" sldId="268"/>
            <ac:spMk id="12" creationId="{2A00F1EC-6D6C-E77F-916D-26EF496055C1}"/>
          </ac:spMkLst>
        </pc:spChg>
        <pc:spChg chg="add mod">
          <ac:chgData name="KONGKAEW, PUTTIWAT" userId="a8adac1e-848f-4d84-b961-6a7ffb648b49" providerId="ADAL" clId="{2F9C920F-B837-426B-B15A-4F4274BFBB22}" dt="2023-05-19T09:25:19.561" v="4126" actId="20577"/>
          <ac:spMkLst>
            <pc:docMk/>
            <pc:sldMk cId="2224687866" sldId="268"/>
            <ac:spMk id="15" creationId="{405202DE-4685-6DCA-C502-F74D557BC16F}"/>
          </ac:spMkLst>
        </pc:spChg>
        <pc:spChg chg="add mod">
          <ac:chgData name="KONGKAEW, PUTTIWAT" userId="a8adac1e-848f-4d84-b961-6a7ffb648b49" providerId="ADAL" clId="{2F9C920F-B837-426B-B15A-4F4274BFBB22}" dt="2023-05-19T11:02:09.536" v="5538" actId="20577"/>
          <ac:spMkLst>
            <pc:docMk/>
            <pc:sldMk cId="2224687866" sldId="268"/>
            <ac:spMk id="16" creationId="{517A6605-9637-3E0B-FFE0-B92AE7F86E60}"/>
          </ac:spMkLst>
        </pc:spChg>
        <pc:spChg chg="add del mod">
          <ac:chgData name="KONGKAEW, PUTTIWAT" userId="a8adac1e-848f-4d84-b961-6a7ffb648b49" providerId="ADAL" clId="{2F9C920F-B837-426B-B15A-4F4274BFBB22}" dt="2023-05-19T11:02:02.856" v="5535" actId="478"/>
          <ac:spMkLst>
            <pc:docMk/>
            <pc:sldMk cId="2224687866" sldId="268"/>
            <ac:spMk id="17" creationId="{58ABFCFF-6E41-AA3C-0B72-013522F8F6DC}"/>
          </ac:spMkLst>
        </pc:spChg>
        <pc:picChg chg="add del mod ord">
          <ac:chgData name="KONGKAEW, PUTTIWAT" userId="a8adac1e-848f-4d84-b961-6a7ffb648b49" providerId="ADAL" clId="{2F9C920F-B837-426B-B15A-4F4274BFBB22}" dt="2023-05-19T08:55:16.243" v="3822" actId="21"/>
          <ac:picMkLst>
            <pc:docMk/>
            <pc:sldMk cId="2224687866" sldId="268"/>
            <ac:picMk id="5" creationId="{DAA0C4F3-34E0-275F-BC03-90BACEE2FA34}"/>
          </ac:picMkLst>
        </pc:picChg>
        <pc:picChg chg="add mod">
          <ac:chgData name="KONGKAEW, PUTTIWAT" userId="a8adac1e-848f-4d84-b961-6a7ffb648b49" providerId="ADAL" clId="{2F9C920F-B837-426B-B15A-4F4274BFBB22}" dt="2023-05-19T08:55:17.650" v="3823"/>
          <ac:picMkLst>
            <pc:docMk/>
            <pc:sldMk cId="2224687866" sldId="268"/>
            <ac:picMk id="9" creationId="{A14468BA-5426-B2BF-B06C-C3EF064C53C3}"/>
          </ac:picMkLst>
        </pc:picChg>
        <pc:cxnChg chg="add mod">
          <ac:chgData name="KONGKAEW, PUTTIWAT" userId="a8adac1e-848f-4d84-b961-6a7ffb648b49" providerId="ADAL" clId="{2F9C920F-B837-426B-B15A-4F4274BFBB22}" dt="2023-05-19T09:21:25.912" v="3910" actId="692"/>
          <ac:cxnSpMkLst>
            <pc:docMk/>
            <pc:sldMk cId="2224687866" sldId="268"/>
            <ac:cxnSpMk id="11" creationId="{792AEA43-734C-4248-9677-DD285147B35C}"/>
          </ac:cxnSpMkLst>
        </pc:cxnChg>
        <pc:cxnChg chg="add mod">
          <ac:chgData name="KONGKAEW, PUTTIWAT" userId="a8adac1e-848f-4d84-b961-6a7ffb648b49" providerId="ADAL" clId="{2F9C920F-B837-426B-B15A-4F4274BFBB22}" dt="2023-05-19T09:25:10.135" v="4106" actId="692"/>
          <ac:cxnSpMkLst>
            <pc:docMk/>
            <pc:sldMk cId="2224687866" sldId="268"/>
            <ac:cxnSpMk id="14" creationId="{72911DB9-C16E-D1E4-3EDB-8ADF198FE109}"/>
          </ac:cxnSpMkLst>
        </pc:cxnChg>
      </pc:sldChg>
      <pc:sldChg chg="addSp delSp modSp new mod modClrScheme chgLayout">
        <pc:chgData name="KONGKAEW, PUTTIWAT" userId="a8adac1e-848f-4d84-b961-6a7ffb648b49" providerId="ADAL" clId="{2F9C920F-B837-426B-B15A-4F4274BFBB22}" dt="2023-05-19T09:32:17.622" v="4916" actId="20577"/>
        <pc:sldMkLst>
          <pc:docMk/>
          <pc:sldMk cId="2363607066" sldId="269"/>
        </pc:sldMkLst>
        <pc:spChg chg="del mod ord">
          <ac:chgData name="KONGKAEW, PUTTIWAT" userId="a8adac1e-848f-4d84-b961-6a7ffb648b49" providerId="ADAL" clId="{2F9C920F-B837-426B-B15A-4F4274BFBB22}" dt="2023-05-19T09:29:52.094" v="4541" actId="700"/>
          <ac:spMkLst>
            <pc:docMk/>
            <pc:sldMk cId="2363607066" sldId="269"/>
            <ac:spMk id="2" creationId="{F40DF352-EBDB-20CB-FF3E-C0D41B967CEB}"/>
          </ac:spMkLst>
        </pc:spChg>
        <pc:spChg chg="del">
          <ac:chgData name="KONGKAEW, PUTTIWAT" userId="a8adac1e-848f-4d84-b961-6a7ffb648b49" providerId="ADAL" clId="{2F9C920F-B837-426B-B15A-4F4274BFBB22}" dt="2023-05-19T09:29:52.094" v="4541" actId="700"/>
          <ac:spMkLst>
            <pc:docMk/>
            <pc:sldMk cId="2363607066" sldId="269"/>
            <ac:spMk id="3" creationId="{7C607F05-5438-7E9D-9ACB-CD15DE373597}"/>
          </ac:spMkLst>
        </pc:spChg>
        <pc:spChg chg="mod ord">
          <ac:chgData name="KONGKAEW, PUTTIWAT" userId="a8adac1e-848f-4d84-b961-6a7ffb648b49" providerId="ADAL" clId="{2F9C920F-B837-426B-B15A-4F4274BFBB22}" dt="2023-05-19T09:29:52.094" v="4541" actId="700"/>
          <ac:spMkLst>
            <pc:docMk/>
            <pc:sldMk cId="2363607066" sldId="269"/>
            <ac:spMk id="4" creationId="{6F6F7F8C-C394-98EF-75FD-7F75B6319E97}"/>
          </ac:spMkLst>
        </pc:spChg>
        <pc:spChg chg="add mod ord">
          <ac:chgData name="KONGKAEW, PUTTIWAT" userId="a8adac1e-848f-4d84-b961-6a7ffb648b49" providerId="ADAL" clId="{2F9C920F-B837-426B-B15A-4F4274BFBB22}" dt="2023-05-19T09:32:17.622" v="4916" actId="20577"/>
          <ac:spMkLst>
            <pc:docMk/>
            <pc:sldMk cId="2363607066" sldId="269"/>
            <ac:spMk id="5" creationId="{380C93AC-0F2E-02D6-63F8-8C35656FDC00}"/>
          </ac:spMkLst>
        </pc:spChg>
      </pc:sldChg>
      <pc:sldChg chg="modSp new mod">
        <pc:chgData name="KONGKAEW, PUTTIWAT" userId="a8adac1e-848f-4d84-b961-6a7ffb648b49" providerId="ADAL" clId="{2F9C920F-B837-426B-B15A-4F4274BFBB22}" dt="2023-05-19T14:28:28.367" v="6284" actId="20577"/>
        <pc:sldMkLst>
          <pc:docMk/>
          <pc:sldMk cId="1627907822" sldId="270"/>
        </pc:sldMkLst>
        <pc:spChg chg="mod">
          <ac:chgData name="KONGKAEW, PUTTIWAT" userId="a8adac1e-848f-4d84-b961-6a7ffb648b49" providerId="ADAL" clId="{2F9C920F-B837-426B-B15A-4F4274BFBB22}" dt="2023-05-19T09:32:52.593" v="5012" actId="27636"/>
          <ac:spMkLst>
            <pc:docMk/>
            <pc:sldMk cId="1627907822" sldId="270"/>
            <ac:spMk id="2" creationId="{73227533-C574-CB4D-29B4-DFEC2E0CBA40}"/>
          </ac:spMkLst>
        </pc:spChg>
        <pc:spChg chg="mod">
          <ac:chgData name="KONGKAEW, PUTTIWAT" userId="a8adac1e-848f-4d84-b961-6a7ffb648b49" providerId="ADAL" clId="{2F9C920F-B837-426B-B15A-4F4274BFBB22}" dt="2023-05-19T14:28:28.367" v="6284" actId="20577"/>
          <ac:spMkLst>
            <pc:docMk/>
            <pc:sldMk cId="1627907822" sldId="270"/>
            <ac:spMk id="3" creationId="{306896E1-D6E1-A7A8-EB3C-A03BC49B167D}"/>
          </ac:spMkLst>
        </pc:spChg>
      </pc:sldChg>
      <pc:sldChg chg="modSp new mod">
        <pc:chgData name="KONGKAEW, PUTTIWAT" userId="a8adac1e-848f-4d84-b961-6a7ffb648b49" providerId="ADAL" clId="{2F9C920F-B837-426B-B15A-4F4274BFBB22}" dt="2023-05-19T14:28:48.471" v="6329" actId="20577"/>
        <pc:sldMkLst>
          <pc:docMk/>
          <pc:sldMk cId="4182190792" sldId="271"/>
        </pc:sldMkLst>
        <pc:spChg chg="mod">
          <ac:chgData name="KONGKAEW, PUTTIWAT" userId="a8adac1e-848f-4d84-b961-6a7ffb648b49" providerId="ADAL" clId="{2F9C920F-B837-426B-B15A-4F4274BFBB22}" dt="2023-05-19T09:36:05.575" v="5403" actId="20577"/>
          <ac:spMkLst>
            <pc:docMk/>
            <pc:sldMk cId="4182190792" sldId="271"/>
            <ac:spMk id="2" creationId="{56FEF44B-1618-6941-E21B-AD134B5ACBC0}"/>
          </ac:spMkLst>
        </pc:spChg>
        <pc:spChg chg="mod">
          <ac:chgData name="KONGKAEW, PUTTIWAT" userId="a8adac1e-848f-4d84-b961-6a7ffb648b49" providerId="ADAL" clId="{2F9C920F-B837-426B-B15A-4F4274BFBB22}" dt="2023-05-19T14:28:48.471" v="6329" actId="20577"/>
          <ac:spMkLst>
            <pc:docMk/>
            <pc:sldMk cId="4182190792" sldId="271"/>
            <ac:spMk id="3" creationId="{25C9FFEA-B0AE-0F88-F7C1-126BFFDD19FD}"/>
          </ac:spMkLst>
        </pc:spChg>
      </pc:sldChg>
      <pc:sldChg chg="addSp delSp modSp new mod modShow">
        <pc:chgData name="KONGKAEW, PUTTIWAT" userId="a8adac1e-848f-4d84-b961-6a7ffb648b49" providerId="ADAL" clId="{2F9C920F-B837-426B-B15A-4F4274BFBB22}" dt="2023-05-22T13:44:37.740" v="7149" actId="729"/>
        <pc:sldMkLst>
          <pc:docMk/>
          <pc:sldMk cId="228672105" sldId="272"/>
        </pc:sldMkLst>
        <pc:spChg chg="mod">
          <ac:chgData name="KONGKAEW, PUTTIWAT" userId="a8adac1e-848f-4d84-b961-6a7ffb648b49" providerId="ADAL" clId="{2F9C920F-B837-426B-B15A-4F4274BFBB22}" dt="2023-05-19T14:27:31.502" v="6195" actId="20577"/>
          <ac:spMkLst>
            <pc:docMk/>
            <pc:sldMk cId="228672105" sldId="272"/>
            <ac:spMk id="2" creationId="{9C15383D-38AA-980C-80ED-E182666FF970}"/>
          </ac:spMkLst>
        </pc:spChg>
        <pc:spChg chg="del">
          <ac:chgData name="KONGKAEW, PUTTIWAT" userId="a8adac1e-848f-4d84-b961-6a7ffb648b49" providerId="ADAL" clId="{2F9C920F-B837-426B-B15A-4F4274BFBB22}" dt="2023-05-19T14:27:26.914" v="6179"/>
          <ac:spMkLst>
            <pc:docMk/>
            <pc:sldMk cId="228672105" sldId="272"/>
            <ac:spMk id="3" creationId="{2FB79B6D-9E2E-322D-68D3-C98B149F1B7C}"/>
          </ac:spMkLst>
        </pc:spChg>
        <pc:spChg chg="add mod">
          <ac:chgData name="KONGKAEW, PUTTIWAT" userId="a8adac1e-848f-4d84-b961-6a7ffb648b49" providerId="ADAL" clId="{2F9C920F-B837-426B-B15A-4F4274BFBB22}" dt="2023-05-19T15:41:17.050" v="6678" actId="1076"/>
          <ac:spMkLst>
            <pc:docMk/>
            <pc:sldMk cId="228672105" sldId="272"/>
            <ac:spMk id="6" creationId="{43DF9946-D0A8-BACE-5B8F-BE07FD057DE2}"/>
          </ac:spMkLst>
        </pc:spChg>
        <pc:spChg chg="add del mod">
          <ac:chgData name="KONGKAEW, PUTTIWAT" userId="a8adac1e-848f-4d84-b961-6a7ffb648b49" providerId="ADAL" clId="{2F9C920F-B837-426B-B15A-4F4274BFBB22}" dt="2023-05-19T15:40:42.331" v="6621"/>
          <ac:spMkLst>
            <pc:docMk/>
            <pc:sldMk cId="228672105" sldId="272"/>
            <ac:spMk id="8" creationId="{0D0F7884-C871-9D17-0634-E7B48CD255A2}"/>
          </ac:spMkLst>
        </pc:spChg>
        <pc:spChg chg="add mod">
          <ac:chgData name="KONGKAEW, PUTTIWAT" userId="a8adac1e-848f-4d84-b961-6a7ffb648b49" providerId="ADAL" clId="{2F9C920F-B837-426B-B15A-4F4274BFBB22}" dt="2023-05-19T15:40:56.474" v="6638" actId="20577"/>
          <ac:spMkLst>
            <pc:docMk/>
            <pc:sldMk cId="228672105" sldId="272"/>
            <ac:spMk id="11" creationId="{9A7F8552-520A-8BFC-438D-717DA3C8B897}"/>
          </ac:spMkLst>
        </pc:spChg>
        <pc:spChg chg="add mod">
          <ac:chgData name="KONGKAEW, PUTTIWAT" userId="a8adac1e-848f-4d84-b961-6a7ffb648b49" providerId="ADAL" clId="{2F9C920F-B837-426B-B15A-4F4274BFBB22}" dt="2023-05-19T15:41:04.787" v="6659" actId="20577"/>
          <ac:spMkLst>
            <pc:docMk/>
            <pc:sldMk cId="228672105" sldId="272"/>
            <ac:spMk id="12" creationId="{E4F8C05F-E020-8EB0-4992-6E972DC50F12}"/>
          </ac:spMkLst>
        </pc:spChg>
        <pc:spChg chg="add mod">
          <ac:chgData name="KONGKAEW, PUTTIWAT" userId="a8adac1e-848f-4d84-b961-6a7ffb648b49" providerId="ADAL" clId="{2F9C920F-B837-426B-B15A-4F4274BFBB22}" dt="2023-05-22T12:56:02.759" v="7117" actId="20577"/>
          <ac:spMkLst>
            <pc:docMk/>
            <pc:sldMk cId="228672105" sldId="272"/>
            <ac:spMk id="13" creationId="{B21E3CE0-BB85-2628-242D-9D12A0755B03}"/>
          </ac:spMkLst>
        </pc:spChg>
        <pc:spChg chg="add mod">
          <ac:chgData name="KONGKAEW, PUTTIWAT" userId="a8adac1e-848f-4d84-b961-6a7ffb648b49" providerId="ADAL" clId="{2F9C920F-B837-426B-B15A-4F4274BFBB22}" dt="2023-05-19T15:42:35.685" v="6694" actId="20577"/>
          <ac:spMkLst>
            <pc:docMk/>
            <pc:sldMk cId="228672105" sldId="272"/>
            <ac:spMk id="25" creationId="{04C9D661-5CB2-ABD8-0B5A-36A5F88080F8}"/>
          </ac:spMkLst>
        </pc:spChg>
        <pc:picChg chg="add del mod">
          <ac:chgData name="KONGKAEW, PUTTIWAT" userId="a8adac1e-848f-4d84-b961-6a7ffb648b49" providerId="ADAL" clId="{2F9C920F-B837-426B-B15A-4F4274BFBB22}" dt="2023-05-19T15:09:36.082" v="6620" actId="478"/>
          <ac:picMkLst>
            <pc:docMk/>
            <pc:sldMk cId="228672105" sldId="272"/>
            <ac:picMk id="5" creationId="{9E7B82DD-938B-D28D-7EFB-867509E9F981}"/>
          </ac:picMkLst>
        </pc:picChg>
        <pc:picChg chg="add mod">
          <ac:chgData name="KONGKAEW, PUTTIWAT" userId="a8adac1e-848f-4d84-b961-6a7ffb648b49" providerId="ADAL" clId="{2F9C920F-B837-426B-B15A-4F4274BFBB22}" dt="2023-05-19T15:40:48.922" v="6625" actId="14100"/>
          <ac:picMkLst>
            <pc:docMk/>
            <pc:sldMk cId="228672105" sldId="272"/>
            <ac:picMk id="10" creationId="{E6433B86-FA50-7063-AEEB-6C2061D0F623}"/>
          </ac:picMkLst>
        </pc:picChg>
        <pc:cxnChg chg="add mod">
          <ac:chgData name="KONGKAEW, PUTTIWAT" userId="a8adac1e-848f-4d84-b961-6a7ffb648b49" providerId="ADAL" clId="{2F9C920F-B837-426B-B15A-4F4274BFBB22}" dt="2023-05-19T15:41:29.420" v="6681" actId="14100"/>
          <ac:cxnSpMkLst>
            <pc:docMk/>
            <pc:sldMk cId="228672105" sldId="272"/>
            <ac:cxnSpMk id="14" creationId="{1E8CE97E-4742-909A-AA13-E32F341A7478}"/>
          </ac:cxnSpMkLst>
        </pc:cxnChg>
        <pc:cxnChg chg="add mod">
          <ac:chgData name="KONGKAEW, PUTTIWAT" userId="a8adac1e-848f-4d84-b961-6a7ffb648b49" providerId="ADAL" clId="{2F9C920F-B837-426B-B15A-4F4274BFBB22}" dt="2023-05-19T15:41:56.155" v="6685" actId="14100"/>
          <ac:cxnSpMkLst>
            <pc:docMk/>
            <pc:sldMk cId="228672105" sldId="272"/>
            <ac:cxnSpMk id="17" creationId="{475EEC1C-C4F6-CD60-098B-6404EBD70E54}"/>
          </ac:cxnSpMkLst>
        </pc:cxnChg>
        <pc:cxnChg chg="add mod">
          <ac:chgData name="KONGKAEW, PUTTIWAT" userId="a8adac1e-848f-4d84-b961-6a7ffb648b49" providerId="ADAL" clId="{2F9C920F-B837-426B-B15A-4F4274BFBB22}" dt="2023-05-22T12:56:02.759" v="7117" actId="20577"/>
          <ac:cxnSpMkLst>
            <pc:docMk/>
            <pc:sldMk cId="228672105" sldId="272"/>
            <ac:cxnSpMk id="21" creationId="{BCF2407C-192E-82AD-266A-81523D79ED7C}"/>
          </ac:cxnSpMkLst>
        </pc:cxnChg>
        <pc:cxnChg chg="add mod">
          <ac:chgData name="KONGKAEW, PUTTIWAT" userId="a8adac1e-848f-4d84-b961-6a7ffb648b49" providerId="ADAL" clId="{2F9C920F-B837-426B-B15A-4F4274BFBB22}" dt="2023-05-19T15:42:54.536" v="6697" actId="14100"/>
          <ac:cxnSpMkLst>
            <pc:docMk/>
            <pc:sldMk cId="228672105" sldId="272"/>
            <ac:cxnSpMk id="26" creationId="{12EF6CE6-CC78-94B4-A7CB-A4B2AD25238C}"/>
          </ac:cxnSpMkLst>
        </pc:cxnChg>
      </pc:sldChg>
      <pc:sldChg chg="modSp new mod">
        <pc:chgData name="KONGKAEW, PUTTIWAT" userId="a8adac1e-848f-4d84-b961-6a7ffb648b49" providerId="ADAL" clId="{2F9C920F-B837-426B-B15A-4F4274BFBB22}" dt="2023-05-22T14:50:01.941" v="7688" actId="20577"/>
        <pc:sldMkLst>
          <pc:docMk/>
          <pc:sldMk cId="3517991577" sldId="273"/>
        </pc:sldMkLst>
        <pc:spChg chg="mod">
          <ac:chgData name="KONGKAEW, PUTTIWAT" userId="a8adac1e-848f-4d84-b961-6a7ffb648b49" providerId="ADAL" clId="{2F9C920F-B837-426B-B15A-4F4274BFBB22}" dt="2023-05-22T14:43:52.755" v="7377" actId="20577"/>
          <ac:spMkLst>
            <pc:docMk/>
            <pc:sldMk cId="3517991577" sldId="273"/>
            <ac:spMk id="2" creationId="{1D2FE50F-59E2-F91B-860F-D486549D775B}"/>
          </ac:spMkLst>
        </pc:spChg>
        <pc:spChg chg="mod">
          <ac:chgData name="KONGKAEW, PUTTIWAT" userId="a8adac1e-848f-4d84-b961-6a7ffb648b49" providerId="ADAL" clId="{2F9C920F-B837-426B-B15A-4F4274BFBB22}" dt="2023-05-22T14:50:01.941" v="7688" actId="20577"/>
          <ac:spMkLst>
            <pc:docMk/>
            <pc:sldMk cId="3517991577" sldId="273"/>
            <ac:spMk id="3" creationId="{0C88BBD9-4318-C664-79B4-5DC4019C0B90}"/>
          </ac:spMkLst>
        </pc:spChg>
      </pc:sldChg>
      <pc:sldChg chg="addSp delSp modSp add mod">
        <pc:chgData name="KONGKAEW, PUTTIWAT" userId="a8adac1e-848f-4d84-b961-6a7ffb648b49" providerId="ADAL" clId="{2F9C920F-B837-426B-B15A-4F4274BFBB22}" dt="2023-05-22T14:42:09.302" v="7376" actId="207"/>
        <pc:sldMkLst>
          <pc:docMk/>
          <pc:sldMk cId="1700130594" sldId="274"/>
        </pc:sldMkLst>
        <pc:spChg chg="add del mod">
          <ac:chgData name="KONGKAEW, PUTTIWAT" userId="a8adac1e-848f-4d84-b961-6a7ffb648b49" providerId="ADAL" clId="{2F9C920F-B837-426B-B15A-4F4274BFBB22}" dt="2023-05-22T10:41:34.272" v="6700"/>
          <ac:spMkLst>
            <pc:docMk/>
            <pc:sldMk cId="1700130594" sldId="274"/>
            <ac:spMk id="4" creationId="{D2115B99-2F44-F438-8BF7-0A503B85BF6C}"/>
          </ac:spMkLst>
        </pc:spChg>
        <pc:spChg chg="mod">
          <ac:chgData name="KONGKAEW, PUTTIWAT" userId="a8adac1e-848f-4d84-b961-6a7ffb648b49" providerId="ADAL" clId="{2F9C920F-B837-426B-B15A-4F4274BFBB22}" dt="2023-05-22T10:41:52.334" v="6706" actId="1076"/>
          <ac:spMkLst>
            <pc:docMk/>
            <pc:sldMk cId="1700130594" sldId="274"/>
            <ac:spMk id="11" creationId="{9A7F8552-520A-8BFC-438D-717DA3C8B897}"/>
          </ac:spMkLst>
        </pc:spChg>
        <pc:spChg chg="mod">
          <ac:chgData name="KONGKAEW, PUTTIWAT" userId="a8adac1e-848f-4d84-b961-6a7ffb648b49" providerId="ADAL" clId="{2F9C920F-B837-426B-B15A-4F4274BFBB22}" dt="2023-05-22T10:42:02.945" v="6707" actId="1076"/>
          <ac:spMkLst>
            <pc:docMk/>
            <pc:sldMk cId="1700130594" sldId="274"/>
            <ac:spMk id="12" creationId="{E4F8C05F-E020-8EB0-4992-6E972DC50F12}"/>
          </ac:spMkLst>
        </pc:spChg>
        <pc:spChg chg="mod">
          <ac:chgData name="KONGKAEW, PUTTIWAT" userId="a8adac1e-848f-4d84-b961-6a7ffb648b49" providerId="ADAL" clId="{2F9C920F-B837-426B-B15A-4F4274BFBB22}" dt="2023-05-22T12:55:52.759" v="7103" actId="20577"/>
          <ac:spMkLst>
            <pc:docMk/>
            <pc:sldMk cId="1700130594" sldId="274"/>
            <ac:spMk id="13" creationId="{B21E3CE0-BB85-2628-242D-9D12A0755B03}"/>
          </ac:spMkLst>
        </pc:spChg>
        <pc:spChg chg="mod">
          <ac:chgData name="KONGKAEW, PUTTIWAT" userId="a8adac1e-848f-4d84-b961-6a7ffb648b49" providerId="ADAL" clId="{2F9C920F-B837-426B-B15A-4F4274BFBB22}" dt="2023-05-22T10:42:45.244" v="6712" actId="14100"/>
          <ac:spMkLst>
            <pc:docMk/>
            <pc:sldMk cId="1700130594" sldId="274"/>
            <ac:spMk id="25" creationId="{04C9D661-5CB2-ABD8-0B5A-36A5F88080F8}"/>
          </ac:spMkLst>
        </pc:spChg>
        <pc:spChg chg="add del mod">
          <ac:chgData name="KONGKAEW, PUTTIWAT" userId="a8adac1e-848f-4d84-b961-6a7ffb648b49" providerId="ADAL" clId="{2F9C920F-B837-426B-B15A-4F4274BFBB22}" dt="2023-05-22T12:51:47.737" v="6794" actId="478"/>
          <ac:spMkLst>
            <pc:docMk/>
            <pc:sldMk cId="1700130594" sldId="274"/>
            <ac:spMk id="31" creationId="{9E513A5A-6AA7-AA2A-F615-AEB2D538A2EF}"/>
          </ac:spMkLst>
        </pc:spChg>
        <pc:spChg chg="add del mod">
          <ac:chgData name="KONGKAEW, PUTTIWAT" userId="a8adac1e-848f-4d84-b961-6a7ffb648b49" providerId="ADAL" clId="{2F9C920F-B837-426B-B15A-4F4274BFBB22}" dt="2023-05-22T12:51:47.737" v="6794" actId="478"/>
          <ac:spMkLst>
            <pc:docMk/>
            <pc:sldMk cId="1700130594" sldId="274"/>
            <ac:spMk id="32" creationId="{BDB47CF9-1691-68C8-EA10-59363EC2BF43}"/>
          </ac:spMkLst>
        </pc:spChg>
        <pc:spChg chg="add mod">
          <ac:chgData name="KONGKAEW, PUTTIWAT" userId="a8adac1e-848f-4d84-b961-6a7ffb648b49" providerId="ADAL" clId="{2F9C920F-B837-426B-B15A-4F4274BFBB22}" dt="2023-05-22T12:55:07.280" v="7087" actId="20577"/>
          <ac:spMkLst>
            <pc:docMk/>
            <pc:sldMk cId="1700130594" sldId="274"/>
            <ac:spMk id="33" creationId="{C91A1DDE-3A9A-1146-39A6-784A41BD5174}"/>
          </ac:spMkLst>
        </pc:spChg>
        <pc:spChg chg="add mod">
          <ac:chgData name="KONGKAEW, PUTTIWAT" userId="a8adac1e-848f-4d84-b961-6a7ffb648b49" providerId="ADAL" clId="{2F9C920F-B837-426B-B15A-4F4274BFBB22}" dt="2023-05-22T14:33:53.325" v="7249" actId="20577"/>
          <ac:spMkLst>
            <pc:docMk/>
            <pc:sldMk cId="1700130594" sldId="274"/>
            <ac:spMk id="34" creationId="{848B1A58-EEEE-7E68-6B2E-F773815F4C6C}"/>
          </ac:spMkLst>
        </pc:spChg>
        <pc:spChg chg="add mod">
          <ac:chgData name="KONGKAEW, PUTTIWAT" userId="a8adac1e-848f-4d84-b961-6a7ffb648b49" providerId="ADAL" clId="{2F9C920F-B837-426B-B15A-4F4274BFBB22}" dt="2023-05-22T14:37:20.334" v="7304" actId="207"/>
          <ac:spMkLst>
            <pc:docMk/>
            <pc:sldMk cId="1700130594" sldId="274"/>
            <ac:spMk id="35" creationId="{73611E5E-803F-0B4D-B854-E89546432B3B}"/>
          </ac:spMkLst>
        </pc:spChg>
        <pc:spChg chg="add mod">
          <ac:chgData name="KONGKAEW, PUTTIWAT" userId="a8adac1e-848f-4d84-b961-6a7ffb648b49" providerId="ADAL" clId="{2F9C920F-B837-426B-B15A-4F4274BFBB22}" dt="2023-05-22T14:42:09.302" v="7376" actId="207"/>
          <ac:spMkLst>
            <pc:docMk/>
            <pc:sldMk cId="1700130594" sldId="274"/>
            <ac:spMk id="38" creationId="{46D7D797-F7C9-390A-195B-2ED85755498E}"/>
          </ac:spMkLst>
        </pc:spChg>
        <pc:spChg chg="add mod">
          <ac:chgData name="KONGKAEW, PUTTIWAT" userId="a8adac1e-848f-4d84-b961-6a7ffb648b49" providerId="ADAL" clId="{2F9C920F-B837-426B-B15A-4F4274BFBB22}" dt="2023-05-22T14:40:41.781" v="7371" actId="207"/>
          <ac:spMkLst>
            <pc:docMk/>
            <pc:sldMk cId="1700130594" sldId="274"/>
            <ac:spMk id="42" creationId="{7B6087D4-9C65-50F0-74CB-DF4CCACB9CD2}"/>
          </ac:spMkLst>
        </pc:spChg>
        <pc:picChg chg="add mod ord">
          <ac:chgData name="KONGKAEW, PUTTIWAT" userId="a8adac1e-848f-4d84-b961-6a7ffb648b49" providerId="ADAL" clId="{2F9C920F-B837-426B-B15A-4F4274BFBB22}" dt="2023-05-22T14:00:02.713" v="7151" actId="1076"/>
          <ac:picMkLst>
            <pc:docMk/>
            <pc:sldMk cId="1700130594" sldId="274"/>
            <ac:picMk id="7" creationId="{85815A96-320B-70FB-7496-74C6D208519E}"/>
          </ac:picMkLst>
        </pc:picChg>
        <pc:picChg chg="del">
          <ac:chgData name="KONGKAEW, PUTTIWAT" userId="a8adac1e-848f-4d84-b961-6a7ffb648b49" providerId="ADAL" clId="{2F9C920F-B837-426B-B15A-4F4274BFBB22}" dt="2023-05-22T10:40:23.762" v="6699" actId="478"/>
          <ac:picMkLst>
            <pc:docMk/>
            <pc:sldMk cId="1700130594" sldId="274"/>
            <ac:picMk id="10" creationId="{E6433B86-FA50-7063-AEEB-6C2061D0F623}"/>
          </ac:picMkLst>
        </pc:picChg>
        <pc:picChg chg="add del mod">
          <ac:chgData name="KONGKAEW, PUTTIWAT" userId="a8adac1e-848f-4d84-b961-6a7ffb648b49" providerId="ADAL" clId="{2F9C920F-B837-426B-B15A-4F4274BFBB22}" dt="2023-05-22T12:47:19.200" v="6741" actId="478"/>
          <ac:picMkLst>
            <pc:docMk/>
            <pc:sldMk cId="1700130594" sldId="274"/>
            <ac:picMk id="20" creationId="{10743222-D5C5-A2A9-CE4D-507B429BF83D}"/>
          </ac:picMkLst>
        </pc:picChg>
        <pc:picChg chg="add del mod">
          <ac:chgData name="KONGKAEW, PUTTIWAT" userId="a8adac1e-848f-4d84-b961-6a7ffb648b49" providerId="ADAL" clId="{2F9C920F-B837-426B-B15A-4F4274BFBB22}" dt="2023-05-22T12:51:47.737" v="6794" actId="478"/>
          <ac:picMkLst>
            <pc:docMk/>
            <pc:sldMk cId="1700130594" sldId="274"/>
            <ac:picMk id="23" creationId="{C3979CA3-5ED5-AEAD-701E-38F216858D92}"/>
          </ac:picMkLst>
        </pc:picChg>
        <pc:cxnChg chg="mod">
          <ac:chgData name="KONGKAEW, PUTTIWAT" userId="a8adac1e-848f-4d84-b961-6a7ffb648b49" providerId="ADAL" clId="{2F9C920F-B837-426B-B15A-4F4274BFBB22}" dt="2023-05-22T10:41:52.334" v="6706" actId="1076"/>
          <ac:cxnSpMkLst>
            <pc:docMk/>
            <pc:sldMk cId="1700130594" sldId="274"/>
            <ac:cxnSpMk id="14" creationId="{1E8CE97E-4742-909A-AA13-E32F341A7478}"/>
          </ac:cxnSpMkLst>
        </pc:cxnChg>
        <pc:cxnChg chg="mod">
          <ac:chgData name="KONGKAEW, PUTTIWAT" userId="a8adac1e-848f-4d84-b961-6a7ffb648b49" providerId="ADAL" clId="{2F9C920F-B837-426B-B15A-4F4274BFBB22}" dt="2023-05-22T10:42:02.945" v="6707" actId="1076"/>
          <ac:cxnSpMkLst>
            <pc:docMk/>
            <pc:sldMk cId="1700130594" sldId="274"/>
            <ac:cxnSpMk id="17" creationId="{475EEC1C-C4F6-CD60-098B-6404EBD70E54}"/>
          </ac:cxnSpMkLst>
        </pc:cxnChg>
        <pc:cxnChg chg="mod">
          <ac:chgData name="KONGKAEW, PUTTIWAT" userId="a8adac1e-848f-4d84-b961-6a7ffb648b49" providerId="ADAL" clId="{2F9C920F-B837-426B-B15A-4F4274BFBB22}" dt="2023-05-22T12:55:49.151" v="7089" actId="20577"/>
          <ac:cxnSpMkLst>
            <pc:docMk/>
            <pc:sldMk cId="1700130594" sldId="274"/>
            <ac:cxnSpMk id="21" creationId="{BCF2407C-192E-82AD-266A-81523D79ED7C}"/>
          </ac:cxnSpMkLst>
        </pc:cxnChg>
        <pc:cxnChg chg="mod">
          <ac:chgData name="KONGKAEW, PUTTIWAT" userId="a8adac1e-848f-4d84-b961-6a7ffb648b49" providerId="ADAL" clId="{2F9C920F-B837-426B-B15A-4F4274BFBB22}" dt="2023-05-22T10:42:45.244" v="6712" actId="14100"/>
          <ac:cxnSpMkLst>
            <pc:docMk/>
            <pc:sldMk cId="1700130594" sldId="274"/>
            <ac:cxnSpMk id="26" creationId="{12EF6CE6-CC78-94B4-A7CB-A4B2AD25238C}"/>
          </ac:cxnSpMkLst>
        </pc:cxnChg>
        <pc:cxnChg chg="add del">
          <ac:chgData name="KONGKAEW, PUTTIWAT" userId="a8adac1e-848f-4d84-b961-6a7ffb648b49" providerId="ADAL" clId="{2F9C920F-B837-426B-B15A-4F4274BFBB22}" dt="2023-05-22T12:49:16.212" v="6750" actId="21"/>
          <ac:cxnSpMkLst>
            <pc:docMk/>
            <pc:sldMk cId="1700130594" sldId="274"/>
            <ac:cxnSpMk id="27" creationId="{EB942854-06E5-37E8-D8A6-0310502B4596}"/>
          </ac:cxnSpMkLst>
        </pc:cxnChg>
        <pc:cxnChg chg="add del mod">
          <ac:chgData name="KONGKAEW, PUTTIWAT" userId="a8adac1e-848f-4d84-b961-6a7ffb648b49" providerId="ADAL" clId="{2F9C920F-B837-426B-B15A-4F4274BFBB22}" dt="2023-05-22T12:51:47.737" v="6794" actId="478"/>
          <ac:cxnSpMkLst>
            <pc:docMk/>
            <pc:sldMk cId="1700130594" sldId="274"/>
            <ac:cxnSpMk id="28" creationId="{981B3EB8-AA1C-5629-D4AD-FBEA5B4D106D}"/>
          </ac:cxnSpMkLst>
        </pc:cxnChg>
        <pc:cxnChg chg="add">
          <ac:chgData name="KONGKAEW, PUTTIWAT" userId="a8adac1e-848f-4d84-b961-6a7ffb648b49" providerId="ADAL" clId="{2F9C920F-B837-426B-B15A-4F4274BFBB22}" dt="2023-05-22T14:38:57.204" v="7305" actId="11529"/>
          <ac:cxnSpMkLst>
            <pc:docMk/>
            <pc:sldMk cId="1700130594" sldId="274"/>
            <ac:cxnSpMk id="37" creationId="{434B670B-A4E9-FE66-2B14-DD4440328F24}"/>
          </ac:cxnSpMkLst>
        </pc:cxnChg>
        <pc:cxnChg chg="add mod">
          <ac:chgData name="KONGKAEW, PUTTIWAT" userId="a8adac1e-848f-4d84-b961-6a7ffb648b49" providerId="ADAL" clId="{2F9C920F-B837-426B-B15A-4F4274BFBB22}" dt="2023-05-22T14:40:27.989" v="7358" actId="14100"/>
          <ac:cxnSpMkLst>
            <pc:docMk/>
            <pc:sldMk cId="1700130594" sldId="274"/>
            <ac:cxnSpMk id="40" creationId="{8F15C6BF-7A11-432F-E305-4A6C4FA7E448}"/>
          </ac:cxnSpMkLst>
        </pc:cxnChg>
      </pc:sldChg>
      <pc:sldChg chg="addSp delSp modSp add mod modShow">
        <pc:chgData name="KONGKAEW, PUTTIWAT" userId="a8adac1e-848f-4d84-b961-6a7ffb648b49" providerId="ADAL" clId="{2F9C920F-B837-426B-B15A-4F4274BFBB22}" dt="2023-05-22T12:57:53.849" v="7148" actId="20577"/>
        <pc:sldMkLst>
          <pc:docMk/>
          <pc:sldMk cId="305923836" sldId="275"/>
        </pc:sldMkLst>
        <pc:spChg chg="add mod">
          <ac:chgData name="KONGKAEW, PUTTIWAT" userId="a8adac1e-848f-4d84-b961-6a7ffb648b49" providerId="ADAL" clId="{2F9C920F-B837-426B-B15A-4F4274BFBB22}" dt="2023-05-22T12:57:43.694" v="7144" actId="20577"/>
          <ac:spMkLst>
            <pc:docMk/>
            <pc:sldMk cId="305923836" sldId="275"/>
            <ac:spMk id="5" creationId="{8B300086-D99D-BE74-44F0-3BD946CCB3B7}"/>
          </ac:spMkLst>
        </pc:spChg>
        <pc:spChg chg="mod">
          <ac:chgData name="KONGKAEW, PUTTIWAT" userId="a8adac1e-848f-4d84-b961-6a7ffb648b49" providerId="ADAL" clId="{2F9C920F-B837-426B-B15A-4F4274BFBB22}" dt="2023-05-22T12:57:53.849" v="7148" actId="20577"/>
          <ac:spMkLst>
            <pc:docMk/>
            <pc:sldMk cId="305923836" sldId="275"/>
            <ac:spMk id="13" creationId="{B21E3CE0-BB85-2628-242D-9D12A0755B03}"/>
          </ac:spMkLst>
        </pc:spChg>
        <pc:spChg chg="mod">
          <ac:chgData name="KONGKAEW, PUTTIWAT" userId="a8adac1e-848f-4d84-b961-6a7ffb648b49" providerId="ADAL" clId="{2F9C920F-B837-426B-B15A-4F4274BFBB22}" dt="2023-05-22T12:53:31.042" v="6884" actId="1076"/>
          <ac:spMkLst>
            <pc:docMk/>
            <pc:sldMk cId="305923836" sldId="275"/>
            <ac:spMk id="32" creationId="{BDB47CF9-1691-68C8-EA10-59363EC2BF43}"/>
          </ac:spMkLst>
        </pc:spChg>
        <pc:cxnChg chg="add del">
          <ac:chgData name="KONGKAEW, PUTTIWAT" userId="a8adac1e-848f-4d84-b961-6a7ffb648b49" providerId="ADAL" clId="{2F9C920F-B837-426B-B15A-4F4274BFBB22}" dt="2023-05-22T12:57:12.712" v="7132" actId="11529"/>
          <ac:cxnSpMkLst>
            <pc:docMk/>
            <pc:sldMk cId="305923836" sldId="275"/>
            <ac:cxnSpMk id="4" creationId="{AAA89797-4A85-9C05-58A0-4E3CA4790E96}"/>
          </ac:cxnSpMkLst>
        </pc:cxnChg>
        <pc:cxnChg chg="add mod">
          <ac:chgData name="KONGKAEW, PUTTIWAT" userId="a8adac1e-848f-4d84-b961-6a7ffb648b49" providerId="ADAL" clId="{2F9C920F-B837-426B-B15A-4F4274BFBB22}" dt="2023-05-22T12:57:38.099" v="7141" actId="14100"/>
          <ac:cxnSpMkLst>
            <pc:docMk/>
            <pc:sldMk cId="305923836" sldId="275"/>
            <ac:cxnSpMk id="8" creationId="{F08313DB-D093-24B6-12FB-6D166D21FC25}"/>
          </ac:cxnSpMkLst>
        </pc:cxnChg>
        <pc:cxnChg chg="mod">
          <ac:chgData name="KONGKAEW, PUTTIWAT" userId="a8adac1e-848f-4d84-b961-6a7ffb648b49" providerId="ADAL" clId="{2F9C920F-B837-426B-B15A-4F4274BFBB22}" dt="2023-05-22T12:56:59.031" v="7119" actId="20577"/>
          <ac:cxnSpMkLst>
            <pc:docMk/>
            <pc:sldMk cId="305923836" sldId="275"/>
            <ac:cxnSpMk id="21" creationId="{BCF2407C-192E-82AD-266A-81523D79ED7C}"/>
          </ac:cxnSpMkLst>
        </pc:cxnChg>
      </pc:sldChg>
      <pc:sldChg chg="addSp delSp modSp add mod">
        <pc:chgData name="KONGKAEW, PUTTIWAT" userId="a8adac1e-848f-4d84-b961-6a7ffb648b49" providerId="ADAL" clId="{2F9C920F-B837-426B-B15A-4F4274BFBB22}" dt="2023-05-23T11:11:11.964" v="7741" actId="20577"/>
        <pc:sldMkLst>
          <pc:docMk/>
          <pc:sldMk cId="416478540" sldId="276"/>
        </pc:sldMkLst>
        <pc:spChg chg="add del mod">
          <ac:chgData name="KONGKAEW, PUTTIWAT" userId="a8adac1e-848f-4d84-b961-6a7ffb648b49" providerId="ADAL" clId="{2F9C920F-B837-426B-B15A-4F4274BFBB22}" dt="2023-05-23T11:08:25.732" v="7691"/>
          <ac:spMkLst>
            <pc:docMk/>
            <pc:sldMk cId="416478540" sldId="276"/>
            <ac:spMk id="4" creationId="{38027BAE-26BC-7F8A-22A3-5A8AC8E9C6C6}"/>
          </ac:spMkLst>
        </pc:spChg>
        <pc:spChg chg="mod">
          <ac:chgData name="KONGKAEW, PUTTIWAT" userId="a8adac1e-848f-4d84-b961-6a7ffb648b49" providerId="ADAL" clId="{2F9C920F-B837-426B-B15A-4F4274BFBB22}" dt="2023-05-23T11:10:32.498" v="7708" actId="20577"/>
          <ac:spMkLst>
            <pc:docMk/>
            <pc:sldMk cId="416478540" sldId="276"/>
            <ac:spMk id="12" creationId="{E4F8C05F-E020-8EB0-4992-6E972DC50F12}"/>
          </ac:spMkLst>
        </pc:spChg>
        <pc:spChg chg="del">
          <ac:chgData name="KONGKAEW, PUTTIWAT" userId="a8adac1e-848f-4d84-b961-6a7ffb648b49" providerId="ADAL" clId="{2F9C920F-B837-426B-B15A-4F4274BFBB22}" dt="2023-05-23T11:10:27.762" v="7705" actId="478"/>
          <ac:spMkLst>
            <pc:docMk/>
            <pc:sldMk cId="416478540" sldId="276"/>
            <ac:spMk id="13" creationId="{B21E3CE0-BB85-2628-242D-9D12A0755B03}"/>
          </ac:spMkLst>
        </pc:spChg>
        <pc:spChg chg="del">
          <ac:chgData name="KONGKAEW, PUTTIWAT" userId="a8adac1e-848f-4d84-b961-6a7ffb648b49" providerId="ADAL" clId="{2F9C920F-B837-426B-B15A-4F4274BFBB22}" dt="2023-05-23T11:10:41.526" v="7710" actId="478"/>
          <ac:spMkLst>
            <pc:docMk/>
            <pc:sldMk cId="416478540" sldId="276"/>
            <ac:spMk id="25" creationId="{04C9D661-5CB2-ABD8-0B5A-36A5F88080F8}"/>
          </ac:spMkLst>
        </pc:spChg>
        <pc:spChg chg="mod">
          <ac:chgData name="KONGKAEW, PUTTIWAT" userId="a8adac1e-848f-4d84-b961-6a7ffb648b49" providerId="ADAL" clId="{2F9C920F-B837-426B-B15A-4F4274BFBB22}" dt="2023-05-23T11:11:11.964" v="7741" actId="20577"/>
          <ac:spMkLst>
            <pc:docMk/>
            <pc:sldMk cId="416478540" sldId="276"/>
            <ac:spMk id="34" creationId="{848B1A58-EEEE-7E68-6B2E-F773815F4C6C}"/>
          </ac:spMkLst>
        </pc:spChg>
        <pc:spChg chg="mod">
          <ac:chgData name="KONGKAEW, PUTTIWAT" userId="a8adac1e-848f-4d84-b961-6a7ffb648b49" providerId="ADAL" clId="{2F9C920F-B837-426B-B15A-4F4274BFBB22}" dt="2023-05-23T11:10:53.281" v="7728" actId="20577"/>
          <ac:spMkLst>
            <pc:docMk/>
            <pc:sldMk cId="416478540" sldId="276"/>
            <ac:spMk id="38" creationId="{46D7D797-F7C9-390A-195B-2ED85755498E}"/>
          </ac:spMkLst>
        </pc:spChg>
        <pc:picChg chg="del">
          <ac:chgData name="KONGKAEW, PUTTIWAT" userId="a8adac1e-848f-4d84-b961-6a7ffb648b49" providerId="ADAL" clId="{2F9C920F-B837-426B-B15A-4F4274BFBB22}" dt="2023-05-23T11:08:19.114" v="7690" actId="478"/>
          <ac:picMkLst>
            <pc:docMk/>
            <pc:sldMk cId="416478540" sldId="276"/>
            <ac:picMk id="7" creationId="{85815A96-320B-70FB-7496-74C6D208519E}"/>
          </ac:picMkLst>
        </pc:picChg>
        <pc:picChg chg="add mod ord">
          <ac:chgData name="KONGKAEW, PUTTIWAT" userId="a8adac1e-848f-4d84-b961-6a7ffb648b49" providerId="ADAL" clId="{2F9C920F-B837-426B-B15A-4F4274BFBB22}" dt="2023-05-23T11:09:26.229" v="7702" actId="1076"/>
          <ac:picMkLst>
            <pc:docMk/>
            <pc:sldMk cId="416478540" sldId="276"/>
            <ac:picMk id="8" creationId="{A9990D27-8F06-EA45-443B-CFC54DCB4E44}"/>
          </ac:picMkLst>
        </pc:picChg>
        <pc:cxnChg chg="mod">
          <ac:chgData name="KONGKAEW, PUTTIWAT" userId="a8adac1e-848f-4d84-b961-6a7ffb648b49" providerId="ADAL" clId="{2F9C920F-B837-426B-B15A-4F4274BFBB22}" dt="2023-05-23T11:10:37.023" v="7709" actId="14100"/>
          <ac:cxnSpMkLst>
            <pc:docMk/>
            <pc:sldMk cId="416478540" sldId="276"/>
            <ac:cxnSpMk id="17" creationId="{475EEC1C-C4F6-CD60-098B-6404EBD70E54}"/>
          </ac:cxnSpMkLst>
        </pc:cxnChg>
        <pc:cxnChg chg="del mod">
          <ac:chgData name="KONGKAEW, PUTTIWAT" userId="a8adac1e-848f-4d84-b961-6a7ffb648b49" providerId="ADAL" clId="{2F9C920F-B837-426B-B15A-4F4274BFBB22}" dt="2023-05-23T11:10:27.762" v="7705" actId="478"/>
          <ac:cxnSpMkLst>
            <pc:docMk/>
            <pc:sldMk cId="416478540" sldId="276"/>
            <ac:cxnSpMk id="21" creationId="{BCF2407C-192E-82AD-266A-81523D79ED7C}"/>
          </ac:cxnSpMkLst>
        </pc:cxnChg>
        <pc:cxnChg chg="del mod">
          <ac:chgData name="KONGKAEW, PUTTIWAT" userId="a8adac1e-848f-4d84-b961-6a7ffb648b49" providerId="ADAL" clId="{2F9C920F-B837-426B-B15A-4F4274BFBB22}" dt="2023-05-23T11:10:41.526" v="7710" actId="478"/>
          <ac:cxnSpMkLst>
            <pc:docMk/>
            <pc:sldMk cId="416478540" sldId="276"/>
            <ac:cxnSpMk id="26" creationId="{12EF6CE6-CC78-94B4-A7CB-A4B2AD25238C}"/>
          </ac:cxnSpMkLst>
        </pc:cxnChg>
        <pc:cxnChg chg="mod">
          <ac:chgData name="KONGKAEW, PUTTIWAT" userId="a8adac1e-848f-4d84-b961-6a7ffb648b49" providerId="ADAL" clId="{2F9C920F-B837-426B-B15A-4F4274BFBB22}" dt="2023-05-23T11:10:45.843" v="7711" actId="14100"/>
          <ac:cxnSpMkLst>
            <pc:docMk/>
            <pc:sldMk cId="416478540" sldId="276"/>
            <ac:cxnSpMk id="37" creationId="{434B670B-A4E9-FE66-2B14-DD4440328F24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8A90D27-1EE3-F443-A7D2-5931046DA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58" y="328402"/>
            <a:ext cx="2295985" cy="127746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051" y="1715696"/>
            <a:ext cx="6110541" cy="1702976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4267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439328"/>
            <a:ext cx="4403661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00D209-29C3-9C4E-9400-620833672FB9}"/>
              </a:ext>
            </a:extLst>
          </p:cNvPr>
          <p:cNvSpPr/>
          <p:nvPr/>
        </p:nvSpPr>
        <p:spPr>
          <a:xfrm>
            <a:off x="242048" y="5970496"/>
            <a:ext cx="3917577" cy="88750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4210419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3648C85-FF77-1243-A1BC-F5E119410692}"/>
              </a:ext>
            </a:extLst>
          </p:cNvPr>
          <p:cNvSpPr/>
          <p:nvPr/>
        </p:nvSpPr>
        <p:spPr>
          <a:xfrm>
            <a:off x="242048" y="5970496"/>
            <a:ext cx="3917577" cy="88750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520B00-F6B2-4044-9B7C-A0AF81CF1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58" y="328402"/>
            <a:ext cx="2295985" cy="127746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02FEB56D-D6F9-EA4A-875B-41EA14C50C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0339" y="1711007"/>
            <a:ext cx="6118854" cy="1717993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4267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E8B3123-FF8C-844A-AF32-E398D5D5D1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339" y="3440927"/>
            <a:ext cx="6118854" cy="169908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405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BF0C8EC-CEC1-1E49-8701-74845C657EC2}"/>
              </a:ext>
            </a:extLst>
          </p:cNvPr>
          <p:cNvSpPr/>
          <p:nvPr/>
        </p:nvSpPr>
        <p:spPr>
          <a:xfrm>
            <a:off x="242048" y="5970496"/>
            <a:ext cx="3917577" cy="88750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35D9F5-8496-B448-BDF3-A770A998C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58" y="328402"/>
            <a:ext cx="2295985" cy="127746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280F61-58F6-B94E-BBDE-AF3A4DFEE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0339" y="1719320"/>
            <a:ext cx="4403661" cy="1709680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4267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CF0BB2C-981D-4648-84BF-3AB726E622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339" y="3439328"/>
            <a:ext cx="6127166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41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F271313-2368-ED48-883F-AF08E98CF128}"/>
              </a:ext>
            </a:extLst>
          </p:cNvPr>
          <p:cNvSpPr/>
          <p:nvPr/>
        </p:nvSpPr>
        <p:spPr>
          <a:xfrm>
            <a:off x="242048" y="5970496"/>
            <a:ext cx="3917577" cy="887505"/>
          </a:xfrm>
          <a:prstGeom prst="rect">
            <a:avLst/>
          </a:prstGeom>
          <a:solidFill>
            <a:srgbClr val="DAC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4096C1-E241-3841-A51E-4EF990D57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58" y="328402"/>
            <a:ext cx="2295985" cy="127746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54227E8B-64AA-9843-A1E6-D32FE5852D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6201" y="1724673"/>
            <a:ext cx="6118241" cy="1704327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4267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C2FE721-C486-E743-9679-11C2E688E5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339" y="3439328"/>
            <a:ext cx="6114103" cy="170432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879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957009D-7A2F-7A44-B9F1-CFA06BE5032A}"/>
              </a:ext>
            </a:extLst>
          </p:cNvPr>
          <p:cNvSpPr/>
          <p:nvPr/>
        </p:nvSpPr>
        <p:spPr>
          <a:xfrm>
            <a:off x="242048" y="5970496"/>
            <a:ext cx="3917577" cy="887505"/>
          </a:xfrm>
          <a:prstGeom prst="rect">
            <a:avLst/>
          </a:prstGeom>
          <a:solidFill>
            <a:srgbClr val="B6A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0AA60C-9C38-BA4B-B9D9-6891106194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58" y="328402"/>
            <a:ext cx="2295985" cy="127746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2AFD60E-A64B-454F-BB00-3D1D83D98A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8379" y="1715926"/>
            <a:ext cx="6113885" cy="1713074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4267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BDD3B81F-1531-1847-8EF4-8084216DC8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339" y="3439328"/>
            <a:ext cx="6111925" cy="1705598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374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CD505B6D-4F86-3C48-8080-517CB56B52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E636AD3-5CDC-4842-BDDA-E7E271BE3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E7925AB0-DC54-4225-AD89-292B8146BEAA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0E4F87FB-CC12-1443-BBFE-FF5434538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20D618D-B42D-4E4C-A0B2-CEAFFCAAE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4312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06F19F1-A836-495E-8BB1-BD41C35C33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FE6ADD-7819-4EDC-8188-DF64732BE63F}" type="datetimeFigureOut">
              <a:rPr lang="en-GB" smtClean="0"/>
              <a:t>23/05/2023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4752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E6CB52C-69D4-2E40-9C75-0B0A69BD4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595" y="1579431"/>
            <a:ext cx="5293399" cy="43050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19D9D73-9C44-CC4E-A499-A95DA698415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87013" y="1565379"/>
            <a:ext cx="5293399" cy="43050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339D52AB-719F-5148-B881-B55846584E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4B653CFD-B1C0-FA4D-8CA5-5691079A5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E7925AB0-DC54-4225-AD89-292B8146BEAA}" type="slidenum">
              <a:rPr lang="en-GB" smtClean="0"/>
              <a:t>‹#›</a:t>
            </a:fld>
            <a:endParaRPr lang="en-GB"/>
          </a:p>
        </p:txBody>
      </p:sp>
      <p:sp>
        <p:nvSpPr>
          <p:cNvPr id="20" name="Title Placeholder 1">
            <a:extLst>
              <a:ext uri="{FF2B5EF4-FFF2-40B4-BE49-F238E27FC236}">
                <a16:creationId xmlns:a16="http://schemas.microsoft.com/office/drawing/2014/main" id="{2A40B989-2787-8842-9396-7B3DC6C10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97CA0D1-6FB0-40E3-9574-CB6FFB7EAB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FE6ADD-7819-4EDC-8188-DF64732BE63F}" type="datetimeFigureOut">
              <a:rPr lang="en-GB" smtClean="0"/>
              <a:t>23/05/2023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1462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71ACDF6-911F-3A46-9339-2E6D636F5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79432"/>
            <a:ext cx="3465875" cy="4357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4CDE47C-1C9C-EE43-941D-61ACDC43FA3C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363063" y="1579432"/>
            <a:ext cx="3465875" cy="4357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6D72344-2758-804A-83A6-874BE73F1E13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8116525" y="1579432"/>
            <a:ext cx="3465875" cy="4357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ECA4776C-6109-1B44-8627-BF9BF60267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FC3067B0-76E8-B24C-8BED-3E4D11544B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E7925AB0-DC54-4225-AD89-292B8146BEAA}" type="slidenum">
              <a:rPr lang="en-GB" smtClean="0"/>
              <a:t>‹#›</a:t>
            </a:fld>
            <a:endParaRPr lang="en-GB"/>
          </a:p>
        </p:txBody>
      </p:sp>
      <p:sp>
        <p:nvSpPr>
          <p:cNvPr id="22" name="Title Placeholder 1">
            <a:extLst>
              <a:ext uri="{FF2B5EF4-FFF2-40B4-BE49-F238E27FC236}">
                <a16:creationId xmlns:a16="http://schemas.microsoft.com/office/drawing/2014/main" id="{5CCEC413-2126-3A40-AB0C-7798BE145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D37EB5F9-DB81-4627-A50A-BC9BA90362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FE6ADD-7819-4EDC-8188-DF64732BE63F}" type="datetimeFigureOut">
              <a:rPr lang="en-GB" smtClean="0"/>
              <a:t>23/05/2023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453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rham Breaker Slide">
    <p:bg>
      <p:bgPr>
        <a:solidFill>
          <a:srgbClr val="A5C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2844658" y="1632944"/>
            <a:ext cx="689186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333"/>
              </a:spcBef>
              <a:buNone/>
              <a:defRPr sz="3200">
                <a:solidFill>
                  <a:srgbClr val="54145A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333"/>
              </a:spcBef>
              <a:buClr>
                <a:srgbClr val="68246D"/>
              </a:buClr>
              <a:buFont typeface="Arial"/>
              <a:buChar char="•"/>
              <a:defRPr sz="3200">
                <a:solidFill>
                  <a:srgbClr val="54145A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333"/>
              </a:spcBef>
              <a:buFont typeface="Lucida Grande"/>
              <a:buChar char="–"/>
              <a:defRPr sz="3200">
                <a:solidFill>
                  <a:srgbClr val="54145A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713C0271-61E8-3643-AC5E-CC5BA87682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96AEFB0F-5910-934A-9E01-33E678E781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E7925AB0-DC54-4225-AD89-292B8146BEAA}" type="slidenum">
              <a:rPr lang="en-GB" smtClean="0"/>
              <a:t>‹#›</a:t>
            </a:fld>
            <a:endParaRPr lang="en-GB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9C77399-CCB3-4912-A057-95E89E3CE6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FE6ADD-7819-4EDC-8188-DF64732BE63F}" type="datetimeFigureOut">
              <a:rPr lang="en-GB" smtClean="0"/>
              <a:t>23/05/2023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2099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280124C-B70E-A34A-B7FE-6F2D1A25128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6895" y="6057176"/>
            <a:ext cx="1316861" cy="73268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2975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E7925AB0-DC54-4225-AD89-292B8146BEAA}" type="slidenum">
              <a:rPr lang="en-GB" smtClean="0"/>
              <a:t>‹#›</a:t>
            </a:fld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77A3A-B0C4-4B8D-83EB-985F2FBB44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FE6ADD-7819-4EDC-8188-DF64732BE63F}" type="datetimeFigureOut">
              <a:rPr lang="en-GB" smtClean="0"/>
              <a:t>23/05/2023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838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l" defTabSz="609585" rtl="0" eaLnBrk="1" latinLnBrk="0" hangingPunct="1">
        <a:spcBef>
          <a:spcPct val="0"/>
        </a:spcBef>
        <a:buNone/>
        <a:defRPr sz="4800" kern="12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3733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CFEA5-F209-9E3C-F823-8A4935D7A4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Checking SOAPY simulation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6E36B1-8BE0-62FE-C505-EAE387BD19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PhD meeting</a:t>
            </a:r>
          </a:p>
          <a:p>
            <a:r>
              <a:rPr lang="en-GB" dirty="0"/>
              <a:t>Puttiwat Kongkaew</a:t>
            </a:r>
          </a:p>
          <a:p>
            <a:r>
              <a:rPr lang="en-GB" dirty="0"/>
              <a:t>22 May 2023</a:t>
            </a:r>
          </a:p>
        </p:txBody>
      </p:sp>
    </p:spTree>
    <p:extLst>
      <p:ext uri="{BB962C8B-B14F-4D97-AF65-F5344CB8AC3E}">
        <p14:creationId xmlns:p14="http://schemas.microsoft.com/office/powerpoint/2010/main" val="1377385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81A1FB-969D-CA76-FEC8-ACCEB85F3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Includes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BF00CE5-67BD-862A-FF10-18676DB6F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Summary of two week ago</a:t>
            </a:r>
          </a:p>
          <a:p>
            <a:r>
              <a:rPr lang="en-GB" dirty="0"/>
              <a:t>Interaction &amp; Control matrix</a:t>
            </a:r>
          </a:p>
          <a:p>
            <a:r>
              <a:rPr lang="en-GB" dirty="0"/>
              <a:t>DM</a:t>
            </a:r>
          </a:p>
          <a:p>
            <a:r>
              <a:rPr lang="en-GB" dirty="0"/>
              <a:t>Temporal error</a:t>
            </a:r>
          </a:p>
          <a:p>
            <a:r>
              <a:rPr lang="en-GB" dirty="0"/>
              <a:t>Plan for next week</a:t>
            </a:r>
          </a:p>
        </p:txBody>
      </p:sp>
    </p:spTree>
    <p:extLst>
      <p:ext uri="{BB962C8B-B14F-4D97-AF65-F5344CB8AC3E}">
        <p14:creationId xmlns:p14="http://schemas.microsoft.com/office/powerpoint/2010/main" val="941823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D857D-41FD-0F6A-D9D1-6E13B0259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 of two week ago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7D7C0-2543-AF19-3CA4-6474A75C4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Still writing a chapter of thesis: IG-tilt</a:t>
            </a:r>
          </a:p>
          <a:p>
            <a:r>
              <a:rPr lang="en-GB" dirty="0"/>
              <a:t>Discussed on the next research topic</a:t>
            </a:r>
          </a:p>
          <a:p>
            <a:pPr lvl="1"/>
            <a:r>
              <a:rPr lang="en-GB" dirty="0"/>
              <a:t>Theme?: MCAO with propagation effect: Solar &amp; communication</a:t>
            </a:r>
          </a:p>
          <a:p>
            <a:pPr lvl="1"/>
            <a:r>
              <a:rPr lang="en-GB" dirty="0"/>
              <a:t>The first topic was measuring turbulence in one line-of-sight.</a:t>
            </a:r>
          </a:p>
          <a:p>
            <a:pPr lvl="1"/>
            <a:r>
              <a:rPr lang="en-GB" dirty="0"/>
              <a:t>Next: more line of sight </a:t>
            </a:r>
            <a:r>
              <a:rPr lang="en-GB" dirty="0">
                <a:sym typeface="Wingdings" panose="05000000000000000000" pitchFamily="2" charset="2"/>
              </a:rPr>
              <a:t> </a:t>
            </a:r>
            <a:r>
              <a:rPr lang="en-GB" dirty="0"/>
              <a:t>turbulence profiling.</a:t>
            </a:r>
          </a:p>
        </p:txBody>
      </p:sp>
    </p:spTree>
    <p:extLst>
      <p:ext uri="{BB962C8B-B14F-4D97-AF65-F5344CB8AC3E}">
        <p14:creationId xmlns:p14="http://schemas.microsoft.com/office/powerpoint/2010/main" val="2308169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116D4-C509-3C55-8C56-52CC2FB3C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 of two week ago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22EB8-789B-D109-EE65-E06E89CC0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Long target: compare MCAO between with and without propagation effect</a:t>
            </a:r>
          </a:p>
          <a:p>
            <a:r>
              <a:rPr lang="en-GB" dirty="0"/>
              <a:t>Short target: get soapy MCAO up and running</a:t>
            </a:r>
          </a:p>
          <a:p>
            <a:r>
              <a:rPr lang="en-GB" dirty="0"/>
              <a:t>To do list</a:t>
            </a:r>
          </a:p>
          <a:p>
            <a:pPr lvl="1"/>
            <a:r>
              <a:rPr lang="en-GB" dirty="0"/>
              <a:t>Write thesis chapter</a:t>
            </a:r>
          </a:p>
          <a:p>
            <a:pPr lvl="1"/>
            <a:r>
              <a:rPr lang="en-GB" dirty="0"/>
              <a:t>Set SOAPY in daytime turbulence</a:t>
            </a:r>
          </a:p>
          <a:p>
            <a:pPr lvl="2"/>
            <a:r>
              <a:rPr lang="en-GB" dirty="0"/>
              <a:t>Infinite phase screen doesn’t always generate high enough resolution. There are solutions, but I have not tested.</a:t>
            </a:r>
          </a:p>
          <a:p>
            <a:pPr lvl="1"/>
            <a:r>
              <a:rPr lang="en-GB" dirty="0"/>
              <a:t>Set propagation in SOAPY</a:t>
            </a:r>
          </a:p>
          <a:p>
            <a:pPr lvl="2"/>
            <a:r>
              <a:rPr lang="en-GB" dirty="0"/>
              <a:t>SOAPY has it, but I am not confident if it will satisfy constraints.</a:t>
            </a:r>
            <a:r>
              <a:rPr lang="th-TH" dirty="0"/>
              <a:t> </a:t>
            </a:r>
            <a:r>
              <a:rPr lang="en-GB" dirty="0"/>
              <a:t>If not this can be implemented later.</a:t>
            </a:r>
          </a:p>
          <a:p>
            <a:pPr lvl="1"/>
            <a:r>
              <a:rPr lang="en-GB" dirty="0"/>
              <a:t>Test SOAPY without propagation effect (Starting last week)</a:t>
            </a:r>
          </a:p>
        </p:txBody>
      </p:sp>
    </p:spTree>
    <p:extLst>
      <p:ext uri="{BB962C8B-B14F-4D97-AF65-F5344CB8AC3E}">
        <p14:creationId xmlns:p14="http://schemas.microsoft.com/office/powerpoint/2010/main" val="1589057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5582B-44AA-052F-4F7D-CB73F3FED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Interaction &amp; control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A3C6E-D438-3155-AFCB-6BD39A718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WFS = IM * DM</a:t>
            </a:r>
          </a:p>
          <a:p>
            <a:r>
              <a:rPr lang="en-GB" dirty="0"/>
              <a:t>DM = CM * WFS</a:t>
            </a:r>
          </a:p>
          <a:p>
            <a:r>
              <a:rPr lang="en-GB" dirty="0"/>
              <a:t>CM = pseudo-inverse(IM)</a:t>
            </a:r>
          </a:p>
          <a:p>
            <a:r>
              <a:rPr lang="en-GB" dirty="0"/>
              <a:t>Something around here.</a:t>
            </a:r>
          </a:p>
        </p:txBody>
      </p:sp>
    </p:spTree>
    <p:extLst>
      <p:ext uri="{BB962C8B-B14F-4D97-AF65-F5344CB8AC3E}">
        <p14:creationId xmlns:p14="http://schemas.microsoft.com/office/powerpoint/2010/main" val="4196541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9CE02-AB96-8FD1-550A-5EAD190CC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Interaction &amp; control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71252-5477-A1BF-5944-6E9250CA1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Generating interaction matrix with SOAPY</a:t>
            </a:r>
          </a:p>
          <a:p>
            <a:r>
              <a:rPr lang="en-GB" dirty="0"/>
              <a:t>Poking 1 DM actuator/mode</a:t>
            </a:r>
            <a:br>
              <a:rPr lang="en-GB" dirty="0"/>
            </a:br>
            <a:r>
              <a:rPr lang="en-GB" dirty="0"/>
              <a:t>get 1 ‘row’ of IM from WFS</a:t>
            </a:r>
          </a:p>
          <a:p>
            <a:r>
              <a:rPr lang="en-GB" dirty="0"/>
              <a:t>Try to have max value</a:t>
            </a:r>
            <a:br>
              <a:rPr lang="en-GB" dirty="0"/>
            </a:br>
            <a:r>
              <a:rPr lang="en-GB" dirty="0"/>
              <a:t>at 1 by changing </a:t>
            </a:r>
            <a:r>
              <a:rPr lang="en-GB" dirty="0" err="1"/>
              <a:t>iMatValues</a:t>
            </a:r>
            <a:endParaRPr lang="en-GB" dirty="0"/>
          </a:p>
          <a:p>
            <a:r>
              <a:rPr lang="en-GB" dirty="0"/>
              <a:t>Using Fried geometry</a:t>
            </a:r>
          </a:p>
          <a:p>
            <a:r>
              <a:rPr lang="en-GB" dirty="0"/>
              <a:t>1 tip/tilt &amp; 1 high order</a:t>
            </a:r>
          </a:p>
        </p:txBody>
      </p:sp>
      <p:pic>
        <p:nvPicPr>
          <p:cNvPr id="5" name="Picture 4" descr="A picture containing text, diagram, line, screenshot&#10;&#10;Description automatically generated">
            <a:extLst>
              <a:ext uri="{FF2B5EF4-FFF2-40B4-BE49-F238E27FC236}">
                <a16:creationId xmlns:a16="http://schemas.microsoft.com/office/drawing/2014/main" id="{C068D99A-DD4D-6BE8-9DA1-8CA84F5AAD0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865" t="8212" r="10484" b="48916"/>
          <a:stretch/>
        </p:blipFill>
        <p:spPr>
          <a:xfrm>
            <a:off x="7208668" y="2343795"/>
            <a:ext cx="4607511" cy="36575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BD8E3D8-D238-127E-0BC5-9F28016659C6}"/>
              </a:ext>
            </a:extLst>
          </p:cNvPr>
          <p:cNvSpPr txBox="1"/>
          <p:nvPr/>
        </p:nvSpPr>
        <p:spPr>
          <a:xfrm>
            <a:off x="8815526" y="674408"/>
            <a:ext cx="31552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Find out what’s the unit</a:t>
            </a:r>
          </a:p>
        </p:txBody>
      </p:sp>
    </p:spTree>
    <p:extLst>
      <p:ext uri="{BB962C8B-B14F-4D97-AF65-F5344CB8AC3E}">
        <p14:creationId xmlns:p14="http://schemas.microsoft.com/office/powerpoint/2010/main" val="3512462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 descr="A picture containing diagram, line, text, plot&#10;&#10;Description automatically generated">
            <a:extLst>
              <a:ext uri="{FF2B5EF4-FFF2-40B4-BE49-F238E27FC236}">
                <a16:creationId xmlns:a16="http://schemas.microsoft.com/office/drawing/2014/main" id="{A407B89A-8E0C-26A4-3BEE-4CBF052C4176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0" y="1732558"/>
            <a:ext cx="5294313" cy="3970734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82045D4-330A-CF77-D36E-471A9BB23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Interaction &amp; control matrix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DB7ED98-808B-C010-9DA4-7643E7913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Control matrix is a pseudo-inverse of interaction matrix</a:t>
            </a:r>
          </a:p>
          <a:p>
            <a:r>
              <a:rPr lang="en-GB" dirty="0"/>
              <a:t>Depend on singular value decomposition (</a:t>
            </a:r>
            <a:r>
              <a:rPr lang="en-GB" dirty="0" err="1"/>
              <a:t>svd</a:t>
            </a:r>
            <a:r>
              <a:rPr lang="en-GB" dirty="0"/>
              <a:t>)</a:t>
            </a:r>
          </a:p>
          <a:p>
            <a:r>
              <a:rPr lang="en-GB" u="sng" dirty="0"/>
              <a:t>SVD varies for different matrices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DAB03EB-A88C-4D00-F57C-EF95D19A84E4}"/>
              </a:ext>
            </a:extLst>
          </p:cNvPr>
          <p:cNvCxnSpPr>
            <a:cxnSpLocks/>
          </p:cNvCxnSpPr>
          <p:nvPr/>
        </p:nvCxnSpPr>
        <p:spPr>
          <a:xfrm>
            <a:off x="9667783" y="1732558"/>
            <a:ext cx="106532" cy="2910463"/>
          </a:xfrm>
          <a:prstGeom prst="straightConnector1">
            <a:avLst/>
          </a:prstGeom>
          <a:ln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4BF7EA2-81F2-DE04-DBDA-EB75F16833A8}"/>
              </a:ext>
            </a:extLst>
          </p:cNvPr>
          <p:cNvCxnSpPr>
            <a:cxnSpLocks/>
          </p:cNvCxnSpPr>
          <p:nvPr/>
        </p:nvCxnSpPr>
        <p:spPr>
          <a:xfrm flipH="1">
            <a:off x="9907480" y="1732558"/>
            <a:ext cx="727969" cy="3318836"/>
          </a:xfrm>
          <a:prstGeom prst="straightConnector1">
            <a:avLst/>
          </a:prstGeom>
          <a:ln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209912B-7BBE-148B-E38C-AFB5DCB93020}"/>
              </a:ext>
            </a:extLst>
          </p:cNvPr>
          <p:cNvSpPr txBox="1"/>
          <p:nvPr/>
        </p:nvSpPr>
        <p:spPr>
          <a:xfrm>
            <a:off x="9328321" y="1363226"/>
            <a:ext cx="1886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Suitable </a:t>
            </a:r>
            <a:r>
              <a:rPr lang="en-GB" dirty="0" err="1"/>
              <a:t>svd</a:t>
            </a:r>
            <a:r>
              <a:rPr lang="en-GB" dirty="0"/>
              <a:t> range</a:t>
            </a:r>
          </a:p>
        </p:txBody>
      </p:sp>
    </p:spTree>
    <p:extLst>
      <p:ext uri="{BB962C8B-B14F-4D97-AF65-F5344CB8AC3E}">
        <p14:creationId xmlns:p14="http://schemas.microsoft.com/office/powerpoint/2010/main" val="4010335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picture containing text, screenshot, diagram, colorfulness&#10;&#10;Description automatically generated">
            <a:extLst>
              <a:ext uri="{FF2B5EF4-FFF2-40B4-BE49-F238E27FC236}">
                <a16:creationId xmlns:a16="http://schemas.microsoft.com/office/drawing/2014/main" id="{9F9D51E8-F4CD-C453-5281-C565FB4907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22" t="6949" r="53149" b="7542"/>
          <a:stretch/>
        </p:blipFill>
        <p:spPr>
          <a:xfrm>
            <a:off x="515672" y="1763478"/>
            <a:ext cx="2592280" cy="4277776"/>
          </a:xfrm>
        </p:spPr>
      </p:pic>
      <p:pic>
        <p:nvPicPr>
          <p:cNvPr id="8" name="Content Placeholder 7" descr="A picture containing text, diagram, screenshot, line&#10;&#10;Description automatically generated">
            <a:extLst>
              <a:ext uri="{FF2B5EF4-FFF2-40B4-BE49-F238E27FC236}">
                <a16:creationId xmlns:a16="http://schemas.microsoft.com/office/drawing/2014/main" id="{354184CC-52E9-0168-5C61-12D122E147F0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393" t="7490" r="11317" b="7028"/>
          <a:stretch/>
        </p:blipFill>
        <p:spPr>
          <a:xfrm>
            <a:off x="9880847" y="2334827"/>
            <a:ext cx="2311154" cy="3706427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6F4724E-6847-3FB2-C7FA-4083CC5BD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Interaction &amp; control matrix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BC6A47-0499-A3D0-D9A4-C1B955594EA2}"/>
              </a:ext>
            </a:extLst>
          </p:cNvPr>
          <p:cNvSpPr txBox="1"/>
          <p:nvPr/>
        </p:nvSpPr>
        <p:spPr>
          <a:xfrm>
            <a:off x="8886548" y="541059"/>
            <a:ext cx="3332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/>
              <a:t>Bad</a:t>
            </a:r>
            <a:r>
              <a:rPr lang="en-GB" sz="2800" dirty="0"/>
              <a:t> </a:t>
            </a:r>
            <a:r>
              <a:rPr lang="en-GB" sz="2800" dirty="0" err="1"/>
              <a:t>svd</a:t>
            </a:r>
            <a:r>
              <a:rPr lang="en-GB" sz="2800" dirty="0"/>
              <a:t> values</a:t>
            </a:r>
          </a:p>
        </p:txBody>
      </p:sp>
      <p:pic>
        <p:nvPicPr>
          <p:cNvPr id="10" name="Content Placeholder 5" descr="A picture containing text, screenshot, diagram, colorfulness&#10;&#10;Description automatically generated">
            <a:extLst>
              <a:ext uri="{FF2B5EF4-FFF2-40B4-BE49-F238E27FC236}">
                <a16:creationId xmlns:a16="http://schemas.microsoft.com/office/drawing/2014/main" id="{41C4892F-4BCD-20C1-0285-522737CE71F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14" t="6949" r="10907" b="7542"/>
          <a:stretch/>
        </p:blipFill>
        <p:spPr>
          <a:xfrm>
            <a:off x="3107952" y="1792251"/>
            <a:ext cx="2676618" cy="4249003"/>
          </a:xfrm>
          <a:prstGeom prst="rect">
            <a:avLst/>
          </a:prstGeom>
        </p:spPr>
      </p:pic>
      <p:pic>
        <p:nvPicPr>
          <p:cNvPr id="11" name="Content Placeholder 7" descr="A picture containing text, diagram, screenshot, line&#10;&#10;Description automatically generated">
            <a:extLst>
              <a:ext uri="{FF2B5EF4-FFF2-40B4-BE49-F238E27FC236}">
                <a16:creationId xmlns:a16="http://schemas.microsoft.com/office/drawing/2014/main" id="{21FD727B-D7D3-8EDF-998A-3B57D5F5557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1" t="7490" r="53405" b="7028"/>
          <a:stretch/>
        </p:blipFill>
        <p:spPr>
          <a:xfrm>
            <a:off x="7637075" y="2334827"/>
            <a:ext cx="2243772" cy="3706427"/>
          </a:xfrm>
          <a:prstGeom prst="rect">
            <a:avLst/>
          </a:prstGeom>
        </p:spPr>
      </p:pic>
      <p:pic>
        <p:nvPicPr>
          <p:cNvPr id="12" name="Content Placeholder 7" descr="A picture containing text, diagram, screenshot, line&#10;&#10;Description automatically generated">
            <a:extLst>
              <a:ext uri="{FF2B5EF4-FFF2-40B4-BE49-F238E27FC236}">
                <a16:creationId xmlns:a16="http://schemas.microsoft.com/office/drawing/2014/main" id="{5C974149-A5E0-39AB-8322-B3A9F1FC1D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393" t="7490" r="11317" b="7028"/>
          <a:stretch/>
        </p:blipFill>
        <p:spPr>
          <a:xfrm>
            <a:off x="9084762" y="1756193"/>
            <a:ext cx="2843868" cy="4560747"/>
          </a:xfrm>
          <a:prstGeom prst="rect">
            <a:avLst/>
          </a:prstGeom>
        </p:spPr>
      </p:pic>
      <p:pic>
        <p:nvPicPr>
          <p:cNvPr id="13" name="Content Placeholder 7" descr="A picture containing text, diagram, screenshot, line&#10;&#10;Description automatically generated">
            <a:extLst>
              <a:ext uri="{FF2B5EF4-FFF2-40B4-BE49-F238E27FC236}">
                <a16:creationId xmlns:a16="http://schemas.microsoft.com/office/drawing/2014/main" id="{6E178030-1D75-A012-F387-175324EBAA2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1" t="7490" r="53405" b="7028"/>
          <a:stretch/>
        </p:blipFill>
        <p:spPr>
          <a:xfrm>
            <a:off x="6856521" y="1756193"/>
            <a:ext cx="2760955" cy="456074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93E4F23-B533-DEED-0D22-63EF93B548F8}"/>
              </a:ext>
            </a:extLst>
          </p:cNvPr>
          <p:cNvSpPr txBox="1"/>
          <p:nvPr/>
        </p:nvSpPr>
        <p:spPr>
          <a:xfrm>
            <a:off x="1038687" y="1417639"/>
            <a:ext cx="146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Too high (0.5)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EC5F96-60B7-7CAC-5F7F-853F7FC43516}"/>
              </a:ext>
            </a:extLst>
          </p:cNvPr>
          <p:cNvSpPr txBox="1"/>
          <p:nvPr/>
        </p:nvSpPr>
        <p:spPr>
          <a:xfrm>
            <a:off x="9084762" y="1232974"/>
            <a:ext cx="1514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Too low (0.01)</a:t>
            </a:r>
          </a:p>
        </p:txBody>
      </p:sp>
    </p:spTree>
    <p:extLst>
      <p:ext uri="{BB962C8B-B14F-4D97-AF65-F5344CB8AC3E}">
        <p14:creationId xmlns:p14="http://schemas.microsoft.com/office/powerpoint/2010/main" val="2311548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9CE02-AB96-8FD1-550A-5EAD190CC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Interaction &amp; control matrix</a:t>
            </a:r>
          </a:p>
        </p:txBody>
      </p:sp>
      <p:pic>
        <p:nvPicPr>
          <p:cNvPr id="5" name="Picture 4" descr="A picture containing text, diagram, line, screenshot&#10;&#10;Description automatically generated">
            <a:extLst>
              <a:ext uri="{FF2B5EF4-FFF2-40B4-BE49-F238E27FC236}">
                <a16:creationId xmlns:a16="http://schemas.microsoft.com/office/drawing/2014/main" id="{C068D99A-DD4D-6BE8-9DA1-8CA84F5AAD0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96" t="9219" r="53814" b="8515"/>
          <a:stretch/>
        </p:blipFill>
        <p:spPr>
          <a:xfrm>
            <a:off x="6569476" y="2311507"/>
            <a:ext cx="2334827" cy="3935059"/>
          </a:xfrm>
          <a:prstGeom prst="rect">
            <a:avLst/>
          </a:prstGeom>
        </p:spPr>
      </p:pic>
      <p:pic>
        <p:nvPicPr>
          <p:cNvPr id="4" name="Picture 3" descr="A picture containing text, diagram, line, screenshot&#10;&#10;Description automatically generated">
            <a:extLst>
              <a:ext uri="{FF2B5EF4-FFF2-40B4-BE49-F238E27FC236}">
                <a16:creationId xmlns:a16="http://schemas.microsoft.com/office/drawing/2014/main" id="{355C15AB-82DB-2A20-DFA3-A9B09D7E289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44" t="8119" r="10728" b="6879"/>
          <a:stretch/>
        </p:blipFill>
        <p:spPr>
          <a:xfrm>
            <a:off x="8904303" y="2311507"/>
            <a:ext cx="2553179" cy="4065972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470CB3F-8DBB-9E37-1AEE-859874923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Good </a:t>
            </a:r>
            <a:r>
              <a:rPr lang="en-GB" dirty="0" err="1"/>
              <a:t>svd</a:t>
            </a:r>
            <a:r>
              <a:rPr lang="en-GB" dirty="0"/>
              <a:t> (0.12)</a:t>
            </a:r>
          </a:p>
          <a:p>
            <a:r>
              <a:rPr lang="en-GB" dirty="0"/>
              <a:t>IM &amp; CC is pronounced.</a:t>
            </a:r>
          </a:p>
          <a:p>
            <a:r>
              <a:rPr lang="en-GB" dirty="0"/>
              <a:t>IM*CC looks similar to I.</a:t>
            </a:r>
          </a:p>
        </p:txBody>
      </p:sp>
    </p:spTree>
    <p:extLst>
      <p:ext uri="{BB962C8B-B14F-4D97-AF65-F5344CB8AC3E}">
        <p14:creationId xmlns:p14="http://schemas.microsoft.com/office/powerpoint/2010/main" val="2826037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89D0A-C7C1-4C13-F0F8-7A59F6EC0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DM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3803E-6C2F-4F89-873A-33FF5D5F6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In condition which other sources of errors are negligible, DM error will show up</a:t>
            </a:r>
          </a:p>
          <a:p>
            <a:pPr lvl="1"/>
            <a:r>
              <a:rPr lang="en-GB" dirty="0"/>
              <a:t>0 wind speed</a:t>
            </a:r>
          </a:p>
          <a:p>
            <a:pPr lvl="1"/>
            <a:r>
              <a:rPr lang="en-GB" dirty="0"/>
              <a:t>run </a:t>
            </a:r>
            <a:r>
              <a:rPr lang="en-GB" dirty="0" err="1"/>
              <a:t>aoloop</a:t>
            </a:r>
            <a:r>
              <a:rPr lang="en-GB" dirty="0"/>
              <a:t> for long time until performance is converging some value.</a:t>
            </a:r>
          </a:p>
          <a:p>
            <a:pPr lvl="1"/>
            <a:r>
              <a:rPr lang="en-GB" dirty="0"/>
              <a:t>Good enough WFS set up with high flux</a:t>
            </a:r>
          </a:p>
          <a:p>
            <a:pPr lvl="1"/>
            <a:r>
              <a:rPr lang="en-GB" dirty="0"/>
              <a:t>Fix DM, WFS, </a:t>
            </a:r>
            <a:r>
              <a:rPr lang="en-GB" dirty="0" err="1"/>
              <a:t>svd</a:t>
            </a:r>
            <a:endParaRPr lang="en-GB" dirty="0"/>
          </a:p>
          <a:p>
            <a:pPr lvl="1"/>
            <a:r>
              <a:rPr lang="en-GB" dirty="0"/>
              <a:t>Vary r0, measure instant Strehl ratio which it converges to</a:t>
            </a:r>
          </a:p>
          <a:p>
            <a:pPr lvl="1"/>
            <a:r>
              <a:rPr lang="en-GB" dirty="0"/>
              <a:t>Compare to theory</a:t>
            </a:r>
          </a:p>
        </p:txBody>
      </p:sp>
    </p:spTree>
    <p:extLst>
      <p:ext uri="{BB962C8B-B14F-4D97-AF65-F5344CB8AC3E}">
        <p14:creationId xmlns:p14="http://schemas.microsoft.com/office/powerpoint/2010/main" val="2129425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D4BE1-D869-4DFF-92D7-4722B9555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DM 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33FD2692-136B-A8E2-AD6F-8348F9FE96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b="0" i="1" smtClean="0">
                            <a:latin typeface="Cambria Math" panose="02040503050406030204" pitchFamily="18" charset="0"/>
                          </a:rPr>
                          <m:t>rad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𝐾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5/3</m:t>
                        </m:r>
                      </m:sup>
                    </m:sSup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GB" dirty="0"/>
                  <a:t>: DM subaperture diameter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b="0" i="1" smtClean="0">
                            <a:latin typeface="Cambria Math" panose="02040503050406030204" pitchFamily="18" charset="0"/>
                          </a:rPr>
                          <m:t>rad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GB" dirty="0"/>
                  <a:t>: wavefront phase error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: turbulence strength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GB" dirty="0"/>
                  <a:t>: DM fitting parameter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33FD2692-136B-A8E2-AD6F-8348F9FE96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r="-2417" b="-2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Content Placeholder 4" descr="A picture containing text, screenshot, line, diagram&#10;&#10;Description automatically generated">
            <a:extLst>
              <a:ext uri="{FF2B5EF4-FFF2-40B4-BE49-F238E27FC236}">
                <a16:creationId xmlns:a16="http://schemas.microsoft.com/office/drawing/2014/main" id="{A14468BA-5426-B2BF-B06C-C3EF064C53C3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0" y="1969686"/>
            <a:ext cx="5294313" cy="3496478"/>
          </a:xfr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92AEA43-734C-4248-9677-DD285147B35C}"/>
              </a:ext>
            </a:extLst>
          </p:cNvPr>
          <p:cNvCxnSpPr/>
          <p:nvPr/>
        </p:nvCxnSpPr>
        <p:spPr>
          <a:xfrm flipH="1">
            <a:off x="7102136" y="754602"/>
            <a:ext cx="319596" cy="1367161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A00F1EC-6D6C-E77F-916D-26EF496055C1}"/>
              </a:ext>
            </a:extLst>
          </p:cNvPr>
          <p:cNvSpPr txBox="1"/>
          <p:nvPr/>
        </p:nvSpPr>
        <p:spPr>
          <a:xfrm>
            <a:off x="7013359" y="385270"/>
            <a:ext cx="896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r0=5cm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2911DB9-C16E-D1E4-3EDB-8ADF198FE109}"/>
              </a:ext>
            </a:extLst>
          </p:cNvPr>
          <p:cNvCxnSpPr/>
          <p:nvPr/>
        </p:nvCxnSpPr>
        <p:spPr>
          <a:xfrm>
            <a:off x="11026066" y="846139"/>
            <a:ext cx="150920" cy="1346645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05202DE-4685-6DCA-C502-F74D557BC16F}"/>
              </a:ext>
            </a:extLst>
          </p:cNvPr>
          <p:cNvSpPr txBox="1"/>
          <p:nvPr/>
        </p:nvSpPr>
        <p:spPr>
          <a:xfrm>
            <a:off x="9685537" y="432419"/>
            <a:ext cx="1978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Weaker turbulence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7A6605-9637-3E0B-FFE0-B92AE7F86E60}"/>
              </a:ext>
            </a:extLst>
          </p:cNvPr>
          <p:cNvSpPr txBox="1"/>
          <p:nvPr/>
        </p:nvSpPr>
        <p:spPr>
          <a:xfrm>
            <a:off x="6810283" y="5549400"/>
            <a:ext cx="46879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When turbulence is stronger than DM spacing,</a:t>
            </a:r>
          </a:p>
          <a:p>
            <a:r>
              <a:rPr lang="en-GB" dirty="0"/>
              <a:t>the error becomes higher than Kolmogorov-like.</a:t>
            </a:r>
          </a:p>
          <a:p>
            <a:r>
              <a:rPr lang="en-GB" dirty="0"/>
              <a:t>Supposedly </a:t>
            </a:r>
            <a:r>
              <a:rPr lang="en-GB" dirty="0" err="1"/>
              <a:t>becauseWFSerror</a:t>
            </a:r>
            <a:r>
              <a:rPr lang="en-GB" dirty="0"/>
              <a:t> becomes larger.</a:t>
            </a:r>
          </a:p>
        </p:txBody>
      </p:sp>
    </p:spTree>
    <p:extLst>
      <p:ext uri="{BB962C8B-B14F-4D97-AF65-F5344CB8AC3E}">
        <p14:creationId xmlns:p14="http://schemas.microsoft.com/office/powerpoint/2010/main" val="2224687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6F7F8C-C394-98EF-75FD-7F75B6319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DM performance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80C93AC-0F2E-02D6-63F8-8C35656FD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Control system works, as in it converges.</a:t>
            </a:r>
          </a:p>
          <a:p>
            <a:pPr lvl="1"/>
            <a:r>
              <a:rPr lang="en-GB" dirty="0"/>
              <a:t>Is it ‘converging’ properly? – to be tested.</a:t>
            </a:r>
          </a:p>
          <a:p>
            <a:r>
              <a:rPr lang="en-GB" dirty="0"/>
              <a:t>DM performance matches its theoretical performance in Kolmogorov-like turbulence.</a:t>
            </a:r>
          </a:p>
        </p:txBody>
      </p:sp>
    </p:spTree>
    <p:extLst>
      <p:ext uri="{BB962C8B-B14F-4D97-AF65-F5344CB8AC3E}">
        <p14:creationId xmlns:p14="http://schemas.microsoft.com/office/powerpoint/2010/main" val="23636070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27533-C574-CB4D-29B4-DFEC2E0CB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Temporal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896E1-D6E1-A7A8-EB3C-A03BC49B1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Set condition when other source of error is negligible.</a:t>
            </a:r>
          </a:p>
          <a:p>
            <a:pPr lvl="1"/>
            <a:r>
              <a:rPr lang="en-GB" dirty="0"/>
              <a:t>Fix large r0 but not too large</a:t>
            </a:r>
          </a:p>
          <a:p>
            <a:pPr lvl="1"/>
            <a:r>
              <a:rPr lang="en-GB" dirty="0"/>
              <a:t>Fix large L0 to be Kolmogorov-like</a:t>
            </a:r>
          </a:p>
          <a:p>
            <a:pPr lvl="1"/>
            <a:r>
              <a:rPr lang="en-GB" dirty="0"/>
              <a:t>Supposedly good SHWFS with high flux</a:t>
            </a:r>
          </a:p>
          <a:p>
            <a:pPr lvl="1"/>
            <a:r>
              <a:rPr lang="en-GB" dirty="0"/>
              <a:t>Vary wind speed.</a:t>
            </a:r>
          </a:p>
          <a:p>
            <a:pPr lvl="1"/>
            <a:r>
              <a:rPr lang="en-GB" dirty="0"/>
              <a:t>High control gain</a:t>
            </a:r>
          </a:p>
          <a:p>
            <a:pPr lvl="1"/>
            <a:r>
              <a:rPr lang="en-GB" dirty="0"/>
              <a:t>Measure long exposure Strehl ratio</a:t>
            </a:r>
          </a:p>
        </p:txBody>
      </p:sp>
    </p:spTree>
    <p:extLst>
      <p:ext uri="{BB962C8B-B14F-4D97-AF65-F5344CB8AC3E}">
        <p14:creationId xmlns:p14="http://schemas.microsoft.com/office/powerpoint/2010/main" val="1627907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EF44B-1618-6941-E21B-AD134B5AC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Temporal error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C9FFEA-B0AE-0F88-F7C1-126BFFDD19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  <m:d>
                              <m:d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5/3</m:t>
                                    </m:r>
                                  </m:sup>
                                </m:s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𝑛𝑜𝑟𝑚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. 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𝑡𝑢𝑟𝑏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. 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𝑑𝑖𝑠𝑡𝑟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3/5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5/3</m:t>
                        </m:r>
                      </m:sup>
                    </m:sSup>
                  </m:oMath>
                </a14:m>
                <a:endParaRPr lang="en-GB" dirty="0"/>
              </a:p>
              <a:p>
                <a:r>
                  <a:rPr lang="en-GB" dirty="0"/>
                  <a:t>DM error must be subtracted out too!!!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C9FFEA-B0AE-0F88-F7C1-126BFFDD19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21907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5383D-38AA-980C-80ED-E182666FF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Temporal error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DF9946-D0A8-BACE-5B8F-BE07FD057DE2}"/>
              </a:ext>
            </a:extLst>
          </p:cNvPr>
          <p:cNvSpPr txBox="1"/>
          <p:nvPr/>
        </p:nvSpPr>
        <p:spPr>
          <a:xfrm>
            <a:off x="5149048" y="458568"/>
            <a:ext cx="3606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DM fitting error is already taken out.</a:t>
            </a:r>
          </a:p>
        </p:txBody>
      </p:sp>
      <p:pic>
        <p:nvPicPr>
          <p:cNvPr id="10" name="Content Placeholder 9" descr="A picture containing text, screenshot, line, diagram&#10;&#10;Description automatically generated">
            <a:extLst>
              <a:ext uri="{FF2B5EF4-FFF2-40B4-BE49-F238E27FC236}">
                <a16:creationId xmlns:a16="http://schemas.microsoft.com/office/drawing/2014/main" id="{E6433B86-FA50-7063-AEEB-6C2061D0F6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423" y="1403451"/>
            <a:ext cx="7036094" cy="4811315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A7F8552-520A-8BFC-438D-717DA3C8B897}"/>
              </a:ext>
            </a:extLst>
          </p:cNvPr>
          <p:cNvSpPr txBox="1"/>
          <p:nvPr/>
        </p:nvSpPr>
        <p:spPr>
          <a:xfrm>
            <a:off x="905522" y="1961965"/>
            <a:ext cx="1263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Pixel/frame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F8C05F-E020-8EB0-4992-6E972DC50F12}"/>
              </a:ext>
            </a:extLst>
          </p:cNvPr>
          <p:cNvSpPr txBox="1"/>
          <p:nvPr/>
        </p:nvSpPr>
        <p:spPr>
          <a:xfrm>
            <a:off x="7022237" y="3977196"/>
            <a:ext cx="1999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Subaperture/frame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1E3CE0-BB85-2628-242D-9D12A0755B03}"/>
              </a:ext>
            </a:extLst>
          </p:cNvPr>
          <p:cNvSpPr txBox="1"/>
          <p:nvPr/>
        </p:nvSpPr>
        <p:spPr>
          <a:xfrm>
            <a:off x="8979107" y="1034119"/>
            <a:ext cx="3075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Telescope/frame also r0/frame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E8CE97E-4742-909A-AA13-E32F341A7478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2169394" y="2146631"/>
            <a:ext cx="1585860" cy="3307918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75EEC1C-C4F6-CD60-098B-6404EBD70E54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7332955" y="4346528"/>
            <a:ext cx="689043" cy="1108021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CF2407C-192E-82AD-266A-81523D79ED7C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9810998" y="1403451"/>
            <a:ext cx="705614" cy="4051098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4C9D661-5CB2-ABD8-0B5A-36A5F88080F8}"/>
              </a:ext>
            </a:extLst>
          </p:cNvPr>
          <p:cNvSpPr txBox="1"/>
          <p:nvPr/>
        </p:nvSpPr>
        <p:spPr>
          <a:xfrm>
            <a:off x="10022606" y="1961965"/>
            <a:ext cx="1045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L0/frame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2EF6CE6-CC78-94B4-A7CB-A4B2AD25238C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10545378" y="2331297"/>
            <a:ext cx="1368455" cy="1477223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6721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picture containing text, screenshot, line, plot&#10;&#10;Description automatically generated">
            <a:extLst>
              <a:ext uri="{FF2B5EF4-FFF2-40B4-BE49-F238E27FC236}">
                <a16:creationId xmlns:a16="http://schemas.microsoft.com/office/drawing/2014/main" id="{85815A96-320B-70FB-7496-74C6D20851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1045" y="1186712"/>
            <a:ext cx="8043494" cy="550018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15383D-38AA-980C-80ED-E182666FF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Temporal error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DF9946-D0A8-BACE-5B8F-BE07FD057DE2}"/>
              </a:ext>
            </a:extLst>
          </p:cNvPr>
          <p:cNvSpPr txBox="1"/>
          <p:nvPr/>
        </p:nvSpPr>
        <p:spPr>
          <a:xfrm>
            <a:off x="5149048" y="458568"/>
            <a:ext cx="3606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DM fitting error is already taken out.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7F8552-520A-8BFC-438D-717DA3C8B897}"/>
              </a:ext>
            </a:extLst>
          </p:cNvPr>
          <p:cNvSpPr txBox="1"/>
          <p:nvPr/>
        </p:nvSpPr>
        <p:spPr>
          <a:xfrm>
            <a:off x="192480" y="1969895"/>
            <a:ext cx="1263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Pixel/frame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F8C05F-E020-8EB0-4992-6E972DC50F12}"/>
              </a:ext>
            </a:extLst>
          </p:cNvPr>
          <p:cNvSpPr txBox="1"/>
          <p:nvPr/>
        </p:nvSpPr>
        <p:spPr>
          <a:xfrm>
            <a:off x="4953740" y="1969895"/>
            <a:ext cx="1999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Subaperture/frame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1E3CE0-BB85-2628-242D-9D12A0755B03}"/>
              </a:ext>
            </a:extLst>
          </p:cNvPr>
          <p:cNvSpPr txBox="1"/>
          <p:nvPr/>
        </p:nvSpPr>
        <p:spPr>
          <a:xfrm>
            <a:off x="6577711" y="1441484"/>
            <a:ext cx="1750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Telescope/frame also r0/frame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E8CE97E-4742-909A-AA13-E32F341A7478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1456352" y="2154561"/>
            <a:ext cx="1585860" cy="3307918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75EEC1C-C4F6-CD60-098B-6404EBD70E54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5264458" y="2339227"/>
            <a:ext cx="689043" cy="1108021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CF2407C-192E-82AD-266A-81523D79ED7C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6768438" y="2087815"/>
            <a:ext cx="684705" cy="1150749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4C9D661-5CB2-ABD8-0B5A-36A5F88080F8}"/>
              </a:ext>
            </a:extLst>
          </p:cNvPr>
          <p:cNvSpPr txBox="1"/>
          <p:nvPr/>
        </p:nvSpPr>
        <p:spPr>
          <a:xfrm>
            <a:off x="8565856" y="2321056"/>
            <a:ext cx="1045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L0/frame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2EF6CE6-CC78-94B4-A7CB-A4B2AD25238C}"/>
              </a:ext>
            </a:extLst>
          </p:cNvPr>
          <p:cNvCxnSpPr>
            <a:cxnSpLocks/>
            <a:stCxn id="25" idx="2"/>
          </p:cNvCxnSpPr>
          <p:nvPr/>
        </p:nvCxnSpPr>
        <p:spPr>
          <a:xfrm flipH="1">
            <a:off x="8755100" y="2690388"/>
            <a:ext cx="333528" cy="354653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91A1DDE-3A9A-1146-39A6-784A41BD5174}"/>
              </a:ext>
            </a:extLst>
          </p:cNvPr>
          <p:cNvSpPr txBox="1"/>
          <p:nvPr/>
        </p:nvSpPr>
        <p:spPr>
          <a:xfrm>
            <a:off x="5752730" y="3994951"/>
            <a:ext cx="3935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the flatten is caused by averaging effect</a:t>
            </a:r>
          </a:p>
          <a:p>
            <a:r>
              <a:rPr lang="en-GB" dirty="0"/>
              <a:t>from r0 rather than the telescope frame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48B1A58-EEEE-7E68-6B2E-F773815F4C6C}"/>
              </a:ext>
            </a:extLst>
          </p:cNvPr>
          <p:cNvSpPr txBox="1"/>
          <p:nvPr/>
        </p:nvSpPr>
        <p:spPr>
          <a:xfrm>
            <a:off x="9611399" y="458568"/>
            <a:ext cx="21566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Frame rate = 0.0025s</a:t>
            </a:r>
          </a:p>
          <a:p>
            <a:r>
              <a:rPr lang="en-GB" dirty="0"/>
              <a:t>R0 = 5cm??</a:t>
            </a:r>
          </a:p>
          <a:p>
            <a:r>
              <a:rPr lang="en-GB" dirty="0"/>
              <a:t>0.65(d/r)^(5/3)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3611E5E-803F-0B4D-B854-E89546432B3B}"/>
              </a:ext>
            </a:extLst>
          </p:cNvPr>
          <p:cNvSpPr txBox="1"/>
          <p:nvPr/>
        </p:nvSpPr>
        <p:spPr>
          <a:xfrm flipH="1">
            <a:off x="10308305" y="2556769"/>
            <a:ext cx="18836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Note down condition for each graph next time.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34B670B-A4E9-FE66-2B14-DD4440328F24}"/>
              </a:ext>
            </a:extLst>
          </p:cNvPr>
          <p:cNvCxnSpPr/>
          <p:nvPr/>
        </p:nvCxnSpPr>
        <p:spPr>
          <a:xfrm flipH="1" flipV="1">
            <a:off x="7453143" y="3238564"/>
            <a:ext cx="3022507" cy="6143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6D7D797-F7C9-390A-195B-2ED85755498E}"/>
              </a:ext>
            </a:extLst>
          </p:cNvPr>
          <p:cNvSpPr txBox="1"/>
          <p:nvPr/>
        </p:nvSpPr>
        <p:spPr>
          <a:xfrm>
            <a:off x="9854539" y="3852909"/>
            <a:ext cx="21469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No AO correction</a:t>
            </a:r>
          </a:p>
          <a:p>
            <a:r>
              <a:rPr lang="en-GB" dirty="0">
                <a:solidFill>
                  <a:srgbClr val="FF0000"/>
                </a:solidFill>
              </a:rPr>
              <a:t>= noll’s no correction</a:t>
            </a:r>
          </a:p>
          <a:p>
            <a:r>
              <a:rPr lang="en-GB" dirty="0">
                <a:solidFill>
                  <a:srgbClr val="FF0000"/>
                </a:solidFill>
              </a:rPr>
              <a:t>error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F15C6BF-7A11-432F-E305-4A6C4FA7E448}"/>
              </a:ext>
            </a:extLst>
          </p:cNvPr>
          <p:cNvCxnSpPr>
            <a:cxnSpLocks/>
          </p:cNvCxnSpPr>
          <p:nvPr/>
        </p:nvCxnSpPr>
        <p:spPr>
          <a:xfrm>
            <a:off x="1456352" y="5140171"/>
            <a:ext cx="12513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7B6087D4-9C65-50F0-74CB-DF4CCACB9CD2}"/>
              </a:ext>
            </a:extLst>
          </p:cNvPr>
          <p:cNvSpPr txBox="1"/>
          <p:nvPr/>
        </p:nvSpPr>
        <p:spPr>
          <a:xfrm>
            <a:off x="470517" y="5042517"/>
            <a:ext cx="1325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Down here?</a:t>
            </a:r>
          </a:p>
        </p:txBody>
      </p:sp>
    </p:spTree>
    <p:extLst>
      <p:ext uri="{BB962C8B-B14F-4D97-AF65-F5344CB8AC3E}">
        <p14:creationId xmlns:p14="http://schemas.microsoft.com/office/powerpoint/2010/main" val="17001305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A picture containing text, screenshot, line, diagram&#10;&#10;Description automatically generated">
            <a:extLst>
              <a:ext uri="{FF2B5EF4-FFF2-40B4-BE49-F238E27FC236}">
                <a16:creationId xmlns:a16="http://schemas.microsoft.com/office/drawing/2014/main" id="{A9990D27-8F06-EA45-443B-CFC54DCB4E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588" y="1601568"/>
            <a:ext cx="7460781" cy="5063057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15383D-38AA-980C-80ED-E182666FF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Temporal error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DF9946-D0A8-BACE-5B8F-BE07FD057DE2}"/>
              </a:ext>
            </a:extLst>
          </p:cNvPr>
          <p:cNvSpPr txBox="1"/>
          <p:nvPr/>
        </p:nvSpPr>
        <p:spPr>
          <a:xfrm>
            <a:off x="5149048" y="458568"/>
            <a:ext cx="3606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DM fitting error is already taken out.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7F8552-520A-8BFC-438D-717DA3C8B897}"/>
              </a:ext>
            </a:extLst>
          </p:cNvPr>
          <p:cNvSpPr txBox="1"/>
          <p:nvPr/>
        </p:nvSpPr>
        <p:spPr>
          <a:xfrm>
            <a:off x="192480" y="1969895"/>
            <a:ext cx="1263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Pixel/frame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F8C05F-E020-8EB0-4992-6E972DC50F12}"/>
              </a:ext>
            </a:extLst>
          </p:cNvPr>
          <p:cNvSpPr txBox="1"/>
          <p:nvPr/>
        </p:nvSpPr>
        <p:spPr>
          <a:xfrm>
            <a:off x="4546700" y="1256818"/>
            <a:ext cx="2353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Subaperture&amp;r0/frame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E8CE97E-4742-909A-AA13-E32F341A7478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1456352" y="2154561"/>
            <a:ext cx="1585860" cy="3307918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75EEC1C-C4F6-CD60-098B-6404EBD70E54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723593" y="1626150"/>
            <a:ext cx="1176893" cy="1143683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91A1DDE-3A9A-1146-39A6-784A41BD5174}"/>
              </a:ext>
            </a:extLst>
          </p:cNvPr>
          <p:cNvSpPr txBox="1"/>
          <p:nvPr/>
        </p:nvSpPr>
        <p:spPr>
          <a:xfrm>
            <a:off x="5752730" y="3994951"/>
            <a:ext cx="3935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the flatten is caused by averaging effect</a:t>
            </a:r>
          </a:p>
          <a:p>
            <a:r>
              <a:rPr lang="en-GB" dirty="0"/>
              <a:t>from r0 rather than the telescope frame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48B1A58-EEEE-7E68-6B2E-F773815F4C6C}"/>
              </a:ext>
            </a:extLst>
          </p:cNvPr>
          <p:cNvSpPr txBox="1"/>
          <p:nvPr/>
        </p:nvSpPr>
        <p:spPr>
          <a:xfrm>
            <a:off x="9611399" y="458568"/>
            <a:ext cx="21566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Frame rate = 0.0025s</a:t>
            </a:r>
          </a:p>
          <a:p>
            <a:r>
              <a:rPr lang="en-GB" dirty="0"/>
              <a:t>R0 = 5cm</a:t>
            </a:r>
          </a:p>
          <a:p>
            <a:r>
              <a:rPr lang="en-GB" dirty="0"/>
              <a:t>1.029(d/r)^(5/3)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3611E5E-803F-0B4D-B854-E89546432B3B}"/>
              </a:ext>
            </a:extLst>
          </p:cNvPr>
          <p:cNvSpPr txBox="1"/>
          <p:nvPr/>
        </p:nvSpPr>
        <p:spPr>
          <a:xfrm flipH="1">
            <a:off x="10308305" y="2556769"/>
            <a:ext cx="18836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Note down condition for each graph next time.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34B670B-A4E9-FE66-2B14-DD4440328F24}"/>
              </a:ext>
            </a:extLst>
          </p:cNvPr>
          <p:cNvCxnSpPr>
            <a:cxnSpLocks/>
          </p:cNvCxnSpPr>
          <p:nvPr/>
        </p:nvCxnSpPr>
        <p:spPr>
          <a:xfrm flipH="1" flipV="1">
            <a:off x="8016536" y="2863049"/>
            <a:ext cx="2459114" cy="9898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6D7D797-F7C9-390A-195B-2ED85755498E}"/>
              </a:ext>
            </a:extLst>
          </p:cNvPr>
          <p:cNvSpPr txBox="1"/>
          <p:nvPr/>
        </p:nvSpPr>
        <p:spPr>
          <a:xfrm>
            <a:off x="9854539" y="3852909"/>
            <a:ext cx="22313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No AO correction</a:t>
            </a:r>
          </a:p>
          <a:p>
            <a:r>
              <a:rPr lang="en-GB" dirty="0">
                <a:solidFill>
                  <a:srgbClr val="FF0000"/>
                </a:solidFill>
              </a:rPr>
              <a:t>= noll’s no correction</a:t>
            </a:r>
          </a:p>
          <a:p>
            <a:r>
              <a:rPr lang="en-GB" dirty="0">
                <a:solidFill>
                  <a:srgbClr val="FF0000"/>
                </a:solidFill>
              </a:rPr>
              <a:t>Error per subaperture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F15C6BF-7A11-432F-E305-4A6C4FA7E448}"/>
              </a:ext>
            </a:extLst>
          </p:cNvPr>
          <p:cNvCxnSpPr>
            <a:cxnSpLocks/>
          </p:cNvCxnSpPr>
          <p:nvPr/>
        </p:nvCxnSpPr>
        <p:spPr>
          <a:xfrm>
            <a:off x="1456352" y="5140171"/>
            <a:ext cx="12513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7B6087D4-9C65-50F0-74CB-DF4CCACB9CD2}"/>
              </a:ext>
            </a:extLst>
          </p:cNvPr>
          <p:cNvSpPr txBox="1"/>
          <p:nvPr/>
        </p:nvSpPr>
        <p:spPr>
          <a:xfrm>
            <a:off x="470517" y="5042517"/>
            <a:ext cx="1325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Down here?</a:t>
            </a:r>
          </a:p>
        </p:txBody>
      </p:sp>
    </p:spTree>
    <p:extLst>
      <p:ext uri="{BB962C8B-B14F-4D97-AF65-F5344CB8AC3E}">
        <p14:creationId xmlns:p14="http://schemas.microsoft.com/office/powerpoint/2010/main" val="4164785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picture containing text, screenshot, line, plot&#10;&#10;Description automatically generated">
            <a:extLst>
              <a:ext uri="{FF2B5EF4-FFF2-40B4-BE49-F238E27FC236}">
                <a16:creationId xmlns:a16="http://schemas.microsoft.com/office/drawing/2014/main" id="{85815A96-320B-70FB-7496-74C6D20851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1045" y="1186712"/>
            <a:ext cx="8043494" cy="550018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15383D-38AA-980C-80ED-E182666FF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Temporal error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DF9946-D0A8-BACE-5B8F-BE07FD057DE2}"/>
              </a:ext>
            </a:extLst>
          </p:cNvPr>
          <p:cNvSpPr txBox="1"/>
          <p:nvPr/>
        </p:nvSpPr>
        <p:spPr>
          <a:xfrm>
            <a:off x="5149048" y="458568"/>
            <a:ext cx="3606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DM fitting error is already taken out.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7F8552-520A-8BFC-438D-717DA3C8B897}"/>
              </a:ext>
            </a:extLst>
          </p:cNvPr>
          <p:cNvSpPr txBox="1"/>
          <p:nvPr/>
        </p:nvSpPr>
        <p:spPr>
          <a:xfrm>
            <a:off x="192480" y="1969895"/>
            <a:ext cx="1263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Pixel/frame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F8C05F-E020-8EB0-4992-6E972DC50F12}"/>
              </a:ext>
            </a:extLst>
          </p:cNvPr>
          <p:cNvSpPr txBox="1"/>
          <p:nvPr/>
        </p:nvSpPr>
        <p:spPr>
          <a:xfrm>
            <a:off x="4953740" y="1969895"/>
            <a:ext cx="1999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Subaperture/frame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1E3CE0-BB85-2628-242D-9D12A0755B03}"/>
              </a:ext>
            </a:extLst>
          </p:cNvPr>
          <p:cNvSpPr txBox="1"/>
          <p:nvPr/>
        </p:nvSpPr>
        <p:spPr>
          <a:xfrm>
            <a:off x="6577711" y="1441484"/>
            <a:ext cx="1750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Telescope/frame also r0/frame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E8CE97E-4742-909A-AA13-E32F341A7478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1456352" y="2154561"/>
            <a:ext cx="1585860" cy="3307918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75EEC1C-C4F6-CD60-098B-6404EBD70E54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5264458" y="2339227"/>
            <a:ext cx="689043" cy="1108021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CF2407C-192E-82AD-266A-81523D79ED7C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6768438" y="2087815"/>
            <a:ext cx="684705" cy="1150749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4C9D661-5CB2-ABD8-0B5A-36A5F88080F8}"/>
              </a:ext>
            </a:extLst>
          </p:cNvPr>
          <p:cNvSpPr txBox="1"/>
          <p:nvPr/>
        </p:nvSpPr>
        <p:spPr>
          <a:xfrm>
            <a:off x="8565856" y="2321056"/>
            <a:ext cx="1045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L0/frame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2EF6CE6-CC78-94B4-A7CB-A4B2AD25238C}"/>
              </a:ext>
            </a:extLst>
          </p:cNvPr>
          <p:cNvCxnSpPr>
            <a:cxnSpLocks/>
            <a:stCxn id="25" idx="2"/>
          </p:cNvCxnSpPr>
          <p:nvPr/>
        </p:nvCxnSpPr>
        <p:spPr>
          <a:xfrm flipH="1">
            <a:off x="8755100" y="2690388"/>
            <a:ext cx="333528" cy="354653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 descr="A picture containing text, screenshot, line, diagram&#10;&#10;Description automatically generated">
            <a:extLst>
              <a:ext uri="{FF2B5EF4-FFF2-40B4-BE49-F238E27FC236}">
                <a16:creationId xmlns:a16="http://schemas.microsoft.com/office/drawing/2014/main" id="{C3979CA3-5ED5-AEAD-701E-38F216858D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9317" y="4212780"/>
            <a:ext cx="2442683" cy="1600379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81B3EB8-AA1C-5629-D4AD-FBEA5B4D106D}"/>
              </a:ext>
            </a:extLst>
          </p:cNvPr>
          <p:cNvCxnSpPr>
            <a:cxnSpLocks/>
          </p:cNvCxnSpPr>
          <p:nvPr/>
        </p:nvCxnSpPr>
        <p:spPr>
          <a:xfrm>
            <a:off x="4749553" y="4864963"/>
            <a:ext cx="4714875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9E513A5A-6AA7-AA2A-F615-AEB2D538A2EF}"/>
              </a:ext>
            </a:extLst>
          </p:cNvPr>
          <p:cNvSpPr/>
          <p:nvPr/>
        </p:nvSpPr>
        <p:spPr>
          <a:xfrm>
            <a:off x="2805344" y="3238564"/>
            <a:ext cx="1926454" cy="2582727"/>
          </a:xfrm>
          <a:prstGeom prst="rect">
            <a:avLst/>
          </a:prstGeom>
          <a:noFill/>
          <a:ln w="762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DB47CF9-1691-68C8-EA10-59363EC2BF43}"/>
              </a:ext>
            </a:extLst>
          </p:cNvPr>
          <p:cNvSpPr txBox="1"/>
          <p:nvPr/>
        </p:nvSpPr>
        <p:spPr>
          <a:xfrm>
            <a:off x="6577711" y="4274305"/>
            <a:ext cx="28447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Change loop time</a:t>
            </a:r>
          </a:p>
          <a:p>
            <a:r>
              <a:rPr lang="en-GB" dirty="0"/>
              <a:t>= change tau0 and stuff</a:t>
            </a:r>
          </a:p>
          <a:p>
            <a:r>
              <a:rPr lang="en-GB" dirty="0"/>
              <a:t>= not the same condition</a:t>
            </a:r>
          </a:p>
          <a:p>
            <a:r>
              <a:rPr lang="en-GB" dirty="0"/>
              <a:t>= not a proper way to zoom in graph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300086-D99D-BE74-44F0-3BD946CCB3B7}"/>
              </a:ext>
            </a:extLst>
          </p:cNvPr>
          <p:cNvSpPr txBox="1"/>
          <p:nvPr/>
        </p:nvSpPr>
        <p:spPr>
          <a:xfrm>
            <a:off x="10281064" y="2690388"/>
            <a:ext cx="1750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0.5r0/frame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08313DB-D093-24B6-12FB-6D166D21FC25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1156496" y="3059720"/>
            <a:ext cx="875432" cy="1214585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9238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FE50F-59E2-F91B-860F-D486549D7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Other sources of error?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8BBD9-4318-C664-79B4-5DC4019C0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Have not test SOAPY’s SHWFS error</a:t>
            </a:r>
          </a:p>
          <a:p>
            <a:r>
              <a:rPr lang="en-GB" dirty="0"/>
              <a:t>slopes temporal PSD</a:t>
            </a:r>
          </a:p>
          <a:p>
            <a:r>
              <a:rPr lang="en-GB" dirty="0"/>
              <a:t>Effect of varying </a:t>
            </a:r>
            <a:r>
              <a:rPr lang="en-GB" dirty="0" err="1"/>
              <a:t>svd</a:t>
            </a:r>
            <a:r>
              <a:rPr lang="en-GB" dirty="0"/>
              <a:t> on Strehl ratio</a:t>
            </a:r>
          </a:p>
          <a:p>
            <a:endParaRPr lang="en-GB" dirty="0"/>
          </a:p>
          <a:p>
            <a:r>
              <a:rPr lang="en-GB" dirty="0"/>
              <a:t>Grab and </a:t>
            </a:r>
            <a:r>
              <a:rPr lang="en-GB" dirty="0" err="1"/>
              <a:t>analyze</a:t>
            </a:r>
            <a:r>
              <a:rPr lang="en-GB" dirty="0"/>
              <a:t> slopes</a:t>
            </a:r>
          </a:p>
          <a:p>
            <a:pPr lvl="1"/>
            <a:r>
              <a:rPr lang="en-GB" dirty="0"/>
              <a:t>Tip/tilt vs time series </a:t>
            </a:r>
            <a:r>
              <a:rPr lang="en-GB" dirty="0">
                <a:sym typeface="Wingdings" panose="05000000000000000000" pitchFamily="2" charset="2"/>
              </a:rPr>
              <a:t> </a:t>
            </a:r>
            <a:r>
              <a:rPr lang="en-GB" dirty="0"/>
              <a:t>PSD(tip/tilt vs time) </a:t>
            </a:r>
            <a:r>
              <a:rPr lang="en-GB" dirty="0">
                <a:sym typeface="Wingdings" panose="05000000000000000000" pitchFamily="2" charset="2"/>
              </a:rPr>
              <a:t> tip/tilt frequencies</a:t>
            </a:r>
          </a:p>
          <a:p>
            <a:pPr lvl="1"/>
            <a:r>
              <a:rPr lang="en-GB" dirty="0"/>
              <a:t>Slope covariance ?</a:t>
            </a:r>
          </a:p>
          <a:p>
            <a:pPr lvl="1"/>
            <a:r>
              <a:rPr lang="en-GB" dirty="0"/>
              <a:t>TIM B &amp; RICHARD WILSON SLODAR papers</a:t>
            </a:r>
          </a:p>
          <a:p>
            <a:pPr lvl="1"/>
            <a:r>
              <a:rPr lang="en-GB" dirty="0"/>
              <a:t>Time series of 30s for half meter </a:t>
            </a:r>
            <a:r>
              <a:rPr lang="en-GB" dirty="0" err="1"/>
              <a:t>subap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7991577"/>
      </p:ext>
    </p:extLst>
  </p:cSld>
  <p:clrMapOvr>
    <a:masterClrMapping/>
  </p:clrMapOvr>
</p:sld>
</file>

<file path=ppt/theme/theme1.xml><?xml version="1.0" encoding="utf-8"?>
<a:theme xmlns:a="http://schemas.openxmlformats.org/drawingml/2006/main" name="CfAI_adjusted2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fAI_adjusted2" id="{330A87AC-0CCF-4691-82D1-6C0E7B571CC6}" vid="{612D3B6C-4B9C-4F13-BE5E-D04E4ECCB19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CfAI_adjusted2</Template>
  <TotalTime>759</TotalTime>
  <Words>800</Words>
  <Application>Microsoft Office PowerPoint</Application>
  <PresentationFormat>Widescreen</PresentationFormat>
  <Paragraphs>143</Paragraphs>
  <Slides>19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 Math</vt:lpstr>
      <vt:lpstr>Lucida Grande</vt:lpstr>
      <vt:lpstr>CfAI_adjusted2</vt:lpstr>
      <vt:lpstr>Checking SOAPY simulation</vt:lpstr>
      <vt:lpstr>Includes</vt:lpstr>
      <vt:lpstr>Summary of two week ago</vt:lpstr>
      <vt:lpstr>Summary of two week ago</vt:lpstr>
      <vt:lpstr>Interaction &amp; control matrix</vt:lpstr>
      <vt:lpstr>Interaction &amp; control matrix</vt:lpstr>
      <vt:lpstr>Interaction &amp; control matrix</vt:lpstr>
      <vt:lpstr>Interaction &amp; control matrix</vt:lpstr>
      <vt:lpstr>Interaction &amp; control matrix</vt:lpstr>
      <vt:lpstr>DM performance</vt:lpstr>
      <vt:lpstr>DM performance</vt:lpstr>
      <vt:lpstr>DM performance</vt:lpstr>
      <vt:lpstr>Temporal error</vt:lpstr>
      <vt:lpstr>Temporal error</vt:lpstr>
      <vt:lpstr>Temporal error</vt:lpstr>
      <vt:lpstr>Temporal error</vt:lpstr>
      <vt:lpstr>Temporal error</vt:lpstr>
      <vt:lpstr>Temporal error</vt:lpstr>
      <vt:lpstr>Other sources of error?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Checking SOAPY simulation</dc:title>
  <dc:creator>KONGKAEW, PUTTIWAT</dc:creator>
  <cp:lastModifiedBy>KONGKAEW, PUTTIWAT</cp:lastModifiedBy>
  <cp:revision>1</cp:revision>
  <dcterms:created xsi:type="dcterms:W3CDTF">2023-05-19T07:23:02Z</dcterms:created>
  <dcterms:modified xsi:type="dcterms:W3CDTF">2023-05-23T11:11:16Z</dcterms:modified>
</cp:coreProperties>
</file>