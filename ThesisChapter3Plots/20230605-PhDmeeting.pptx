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77" r:id="rId5"/>
    <p:sldId id="278" r:id="rId6"/>
    <p:sldId id="276" r:id="rId7"/>
    <p:sldId id="279" r:id="rId8"/>
    <p:sldId id="282" r:id="rId9"/>
    <p:sldId id="283" r:id="rId10"/>
    <p:sldId id="284" r:id="rId11"/>
    <p:sldId id="286" r:id="rId12"/>
    <p:sldId id="280" r:id="rId13"/>
    <p:sldId id="287" r:id="rId14"/>
    <p:sldId id="28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21DEF96-7496-48B8-A3A1-402B3D553767}" v="111" dt="2023-06-05T14:06:57.9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NGKAEW, PUTTIWAT" userId="a8adac1e-848f-4d84-b961-6a7ffb648b49" providerId="ADAL" clId="{A21DEF96-7496-48B8-A3A1-402B3D553767}"/>
    <pc:docChg chg="undo redo custSel addSld delSld modSld">
      <pc:chgData name="KONGKAEW, PUTTIWAT" userId="a8adac1e-848f-4d84-b961-6a7ffb648b49" providerId="ADAL" clId="{A21DEF96-7496-48B8-A3A1-402B3D553767}" dt="2023-06-05T14:31:22.289" v="6251" actId="20577"/>
      <pc:docMkLst>
        <pc:docMk/>
      </pc:docMkLst>
      <pc:sldChg chg="modSp mod">
        <pc:chgData name="KONGKAEW, PUTTIWAT" userId="a8adac1e-848f-4d84-b961-6a7ffb648b49" providerId="ADAL" clId="{A21DEF96-7496-48B8-A3A1-402B3D553767}" dt="2023-06-01T13:35:10.131" v="2747" actId="20577"/>
        <pc:sldMkLst>
          <pc:docMk/>
          <pc:sldMk cId="1377385226" sldId="256"/>
        </pc:sldMkLst>
        <pc:spChg chg="mod">
          <ac:chgData name="KONGKAEW, PUTTIWAT" userId="a8adac1e-848f-4d84-b961-6a7ffb648b49" providerId="ADAL" clId="{A21DEF96-7496-48B8-A3A1-402B3D553767}" dt="2023-06-01T13:35:10.131" v="2747" actId="20577"/>
          <ac:spMkLst>
            <pc:docMk/>
            <pc:sldMk cId="1377385226" sldId="256"/>
            <ac:spMk id="3" creationId="{786E36B1-8BE0-62FE-C505-EAE387BD19AE}"/>
          </ac:spMkLst>
        </pc:spChg>
      </pc:sldChg>
      <pc:sldChg chg="modSp mod">
        <pc:chgData name="KONGKAEW, PUTTIWAT" userId="a8adac1e-848f-4d84-b961-6a7ffb648b49" providerId="ADAL" clId="{A21DEF96-7496-48B8-A3A1-402B3D553767}" dt="2023-06-01T10:31:52.533" v="55" actId="20577"/>
        <pc:sldMkLst>
          <pc:docMk/>
          <pc:sldMk cId="941823532" sldId="257"/>
        </pc:sldMkLst>
        <pc:spChg chg="mod">
          <ac:chgData name="KONGKAEW, PUTTIWAT" userId="a8adac1e-848f-4d84-b961-6a7ffb648b49" providerId="ADAL" clId="{A21DEF96-7496-48B8-A3A1-402B3D553767}" dt="2023-06-01T10:31:52.533" v="55" actId="20577"/>
          <ac:spMkLst>
            <pc:docMk/>
            <pc:sldMk cId="941823532" sldId="257"/>
            <ac:spMk id="5" creationId="{8BF00CE5-67BD-862A-FF10-18676DB6FD04}"/>
          </ac:spMkLst>
        </pc:spChg>
      </pc:sldChg>
      <pc:sldChg chg="modSp mod">
        <pc:chgData name="KONGKAEW, PUTTIWAT" userId="a8adac1e-848f-4d84-b961-6a7ffb648b49" providerId="ADAL" clId="{A21DEF96-7496-48B8-A3A1-402B3D553767}" dt="2023-06-01T10:40:24.077" v="1043" actId="207"/>
        <pc:sldMkLst>
          <pc:docMk/>
          <pc:sldMk cId="2308169934" sldId="258"/>
        </pc:sldMkLst>
        <pc:spChg chg="mod">
          <ac:chgData name="KONGKAEW, PUTTIWAT" userId="a8adac1e-848f-4d84-b961-6a7ffb648b49" providerId="ADAL" clId="{A21DEF96-7496-48B8-A3A1-402B3D553767}" dt="2023-06-01T10:32:09.228" v="83" actId="20577"/>
          <ac:spMkLst>
            <pc:docMk/>
            <pc:sldMk cId="2308169934" sldId="258"/>
            <ac:spMk id="2" creationId="{A38D857D-41FD-0F6A-D9D1-6E13B0259390}"/>
          </ac:spMkLst>
        </pc:spChg>
        <pc:spChg chg="mod">
          <ac:chgData name="KONGKAEW, PUTTIWAT" userId="a8adac1e-848f-4d84-b961-6a7ffb648b49" providerId="ADAL" clId="{A21DEF96-7496-48B8-A3A1-402B3D553767}" dt="2023-06-01T10:40:24.077" v="1043" actId="207"/>
          <ac:spMkLst>
            <pc:docMk/>
            <pc:sldMk cId="2308169934" sldId="258"/>
            <ac:spMk id="3" creationId="{3307D7C0-2543-AF19-3CA4-6474A75C46DF}"/>
          </ac:spMkLst>
        </pc:spChg>
      </pc:sldChg>
      <pc:sldChg chg="del">
        <pc:chgData name="KONGKAEW, PUTTIWAT" userId="a8adac1e-848f-4d84-b961-6a7ffb648b49" providerId="ADAL" clId="{A21DEF96-7496-48B8-A3A1-402B3D553767}" dt="2023-06-01T10:41:16.360" v="1179" actId="47"/>
        <pc:sldMkLst>
          <pc:docMk/>
          <pc:sldMk cId="1589057834" sldId="259"/>
        </pc:sldMkLst>
      </pc:sldChg>
      <pc:sldChg chg="del">
        <pc:chgData name="KONGKAEW, PUTTIWAT" userId="a8adac1e-848f-4d84-b961-6a7ffb648b49" providerId="ADAL" clId="{A21DEF96-7496-48B8-A3A1-402B3D553767}" dt="2023-06-01T10:41:26.084" v="1181" actId="47"/>
        <pc:sldMkLst>
          <pc:docMk/>
          <pc:sldMk cId="3512462657" sldId="260"/>
        </pc:sldMkLst>
      </pc:sldChg>
      <pc:sldChg chg="del">
        <pc:chgData name="KONGKAEW, PUTTIWAT" userId="a8adac1e-848f-4d84-b961-6a7ffb648b49" providerId="ADAL" clId="{A21DEF96-7496-48B8-A3A1-402B3D553767}" dt="2023-06-01T10:41:39.194" v="1184" actId="47"/>
        <pc:sldMkLst>
          <pc:docMk/>
          <pc:sldMk cId="2826037868" sldId="262"/>
        </pc:sldMkLst>
      </pc:sldChg>
      <pc:sldChg chg="del">
        <pc:chgData name="KONGKAEW, PUTTIWAT" userId="a8adac1e-848f-4d84-b961-6a7ffb648b49" providerId="ADAL" clId="{A21DEF96-7496-48B8-A3A1-402B3D553767}" dt="2023-06-01T10:41:36.894" v="1182" actId="47"/>
        <pc:sldMkLst>
          <pc:docMk/>
          <pc:sldMk cId="4010335364" sldId="263"/>
        </pc:sldMkLst>
      </pc:sldChg>
      <pc:sldChg chg="del">
        <pc:chgData name="KONGKAEW, PUTTIWAT" userId="a8adac1e-848f-4d84-b961-6a7ffb648b49" providerId="ADAL" clId="{A21DEF96-7496-48B8-A3A1-402B3D553767}" dt="2023-06-01T10:41:23.727" v="1180" actId="47"/>
        <pc:sldMkLst>
          <pc:docMk/>
          <pc:sldMk cId="4196541916" sldId="264"/>
        </pc:sldMkLst>
      </pc:sldChg>
      <pc:sldChg chg="del">
        <pc:chgData name="KONGKAEW, PUTTIWAT" userId="a8adac1e-848f-4d84-b961-6a7ffb648b49" providerId="ADAL" clId="{A21DEF96-7496-48B8-A3A1-402B3D553767}" dt="2023-06-01T10:41:37.910" v="1183" actId="47"/>
        <pc:sldMkLst>
          <pc:docMk/>
          <pc:sldMk cId="2311548782" sldId="265"/>
        </pc:sldMkLst>
      </pc:sldChg>
      <pc:sldChg chg="del">
        <pc:chgData name="KONGKAEW, PUTTIWAT" userId="a8adac1e-848f-4d84-b961-6a7ffb648b49" providerId="ADAL" clId="{A21DEF96-7496-48B8-A3A1-402B3D553767}" dt="2023-06-01T10:41:40.060" v="1185" actId="47"/>
        <pc:sldMkLst>
          <pc:docMk/>
          <pc:sldMk cId="2129425839" sldId="267"/>
        </pc:sldMkLst>
      </pc:sldChg>
      <pc:sldChg chg="del">
        <pc:chgData name="KONGKAEW, PUTTIWAT" userId="a8adac1e-848f-4d84-b961-6a7ffb648b49" providerId="ADAL" clId="{A21DEF96-7496-48B8-A3A1-402B3D553767}" dt="2023-06-01T10:41:42.427" v="1186" actId="47"/>
        <pc:sldMkLst>
          <pc:docMk/>
          <pc:sldMk cId="2224687866" sldId="268"/>
        </pc:sldMkLst>
      </pc:sldChg>
      <pc:sldChg chg="del">
        <pc:chgData name="KONGKAEW, PUTTIWAT" userId="a8adac1e-848f-4d84-b961-6a7ffb648b49" providerId="ADAL" clId="{A21DEF96-7496-48B8-A3A1-402B3D553767}" dt="2023-06-01T10:41:43.992" v="1187" actId="47"/>
        <pc:sldMkLst>
          <pc:docMk/>
          <pc:sldMk cId="2363607066" sldId="269"/>
        </pc:sldMkLst>
      </pc:sldChg>
      <pc:sldChg chg="del">
        <pc:chgData name="KONGKAEW, PUTTIWAT" userId="a8adac1e-848f-4d84-b961-6a7ffb648b49" providerId="ADAL" clId="{A21DEF96-7496-48B8-A3A1-402B3D553767}" dt="2023-06-01T10:41:45.548" v="1188" actId="47"/>
        <pc:sldMkLst>
          <pc:docMk/>
          <pc:sldMk cId="1627907822" sldId="270"/>
        </pc:sldMkLst>
      </pc:sldChg>
      <pc:sldChg chg="del">
        <pc:chgData name="KONGKAEW, PUTTIWAT" userId="a8adac1e-848f-4d84-b961-6a7ffb648b49" providerId="ADAL" clId="{A21DEF96-7496-48B8-A3A1-402B3D553767}" dt="2023-06-01T10:41:46.801" v="1189" actId="47"/>
        <pc:sldMkLst>
          <pc:docMk/>
          <pc:sldMk cId="4182190792" sldId="271"/>
        </pc:sldMkLst>
      </pc:sldChg>
      <pc:sldChg chg="del">
        <pc:chgData name="KONGKAEW, PUTTIWAT" userId="a8adac1e-848f-4d84-b961-6a7ffb648b49" providerId="ADAL" clId="{A21DEF96-7496-48B8-A3A1-402B3D553767}" dt="2023-06-01T10:41:48.860" v="1190" actId="47"/>
        <pc:sldMkLst>
          <pc:docMk/>
          <pc:sldMk cId="228672105" sldId="272"/>
        </pc:sldMkLst>
      </pc:sldChg>
      <pc:sldChg chg="del">
        <pc:chgData name="KONGKAEW, PUTTIWAT" userId="a8adac1e-848f-4d84-b961-6a7ffb648b49" providerId="ADAL" clId="{A21DEF96-7496-48B8-A3A1-402B3D553767}" dt="2023-06-01T10:52:24.534" v="1391" actId="47"/>
        <pc:sldMkLst>
          <pc:docMk/>
          <pc:sldMk cId="3517991577" sldId="273"/>
        </pc:sldMkLst>
      </pc:sldChg>
      <pc:sldChg chg="del">
        <pc:chgData name="KONGKAEW, PUTTIWAT" userId="a8adac1e-848f-4d84-b961-6a7ffb648b49" providerId="ADAL" clId="{A21DEF96-7496-48B8-A3A1-402B3D553767}" dt="2023-06-01T10:41:51.444" v="1191" actId="47"/>
        <pc:sldMkLst>
          <pc:docMk/>
          <pc:sldMk cId="1700130594" sldId="274"/>
        </pc:sldMkLst>
      </pc:sldChg>
      <pc:sldChg chg="del">
        <pc:chgData name="KONGKAEW, PUTTIWAT" userId="a8adac1e-848f-4d84-b961-6a7ffb648b49" providerId="ADAL" clId="{A21DEF96-7496-48B8-A3A1-402B3D553767}" dt="2023-06-01T10:41:54.550" v="1192" actId="47"/>
        <pc:sldMkLst>
          <pc:docMk/>
          <pc:sldMk cId="305923836" sldId="275"/>
        </pc:sldMkLst>
      </pc:sldChg>
      <pc:sldChg chg="addSp delSp modSp mod">
        <pc:chgData name="KONGKAEW, PUTTIWAT" userId="a8adac1e-848f-4d84-b961-6a7ffb648b49" providerId="ADAL" clId="{A21DEF96-7496-48B8-A3A1-402B3D553767}" dt="2023-06-05T14:07:08.588" v="5143" actId="20577"/>
        <pc:sldMkLst>
          <pc:docMk/>
          <pc:sldMk cId="416478540" sldId="276"/>
        </pc:sldMkLst>
        <pc:spChg chg="add mod">
          <ac:chgData name="KONGKAEW, PUTTIWAT" userId="a8adac1e-848f-4d84-b961-6a7ffb648b49" providerId="ADAL" clId="{A21DEF96-7496-48B8-A3A1-402B3D553767}" dt="2023-06-05T14:07:08.588" v="5143" actId="20577"/>
          <ac:spMkLst>
            <pc:docMk/>
            <pc:sldMk cId="416478540" sldId="276"/>
            <ac:spMk id="3" creationId="{3DA0DD4F-4335-AAE9-92F7-ACC84DF1CCF5}"/>
          </ac:spMkLst>
        </pc:spChg>
        <pc:spChg chg="add del mod">
          <ac:chgData name="KONGKAEW, PUTTIWAT" userId="a8adac1e-848f-4d84-b961-6a7ffb648b49" providerId="ADAL" clId="{A21DEF96-7496-48B8-A3A1-402B3D553767}" dt="2023-06-01T13:36:18.575" v="2775" actId="478"/>
          <ac:spMkLst>
            <pc:docMk/>
            <pc:sldMk cId="416478540" sldId="276"/>
            <ac:spMk id="4" creationId="{97872F08-4B10-1959-86C9-18750409615E}"/>
          </ac:spMkLst>
        </pc:spChg>
        <pc:spChg chg="del mod">
          <ac:chgData name="KONGKAEW, PUTTIWAT" userId="a8adac1e-848f-4d84-b961-6a7ffb648b49" providerId="ADAL" clId="{A21DEF96-7496-48B8-A3A1-402B3D553767}" dt="2023-06-01T13:36:09.292" v="2767" actId="478"/>
          <ac:spMkLst>
            <pc:docMk/>
            <pc:sldMk cId="416478540" sldId="276"/>
            <ac:spMk id="6" creationId="{43DF9946-D0A8-BACE-5B8F-BE07FD057DE2}"/>
          </ac:spMkLst>
        </pc:spChg>
        <pc:spChg chg="add del mod">
          <ac:chgData name="KONGKAEW, PUTTIWAT" userId="a8adac1e-848f-4d84-b961-6a7ffb648b49" providerId="ADAL" clId="{A21DEF96-7496-48B8-A3A1-402B3D553767}" dt="2023-06-01T13:36:20.644" v="2776" actId="478"/>
          <ac:spMkLst>
            <pc:docMk/>
            <pc:sldMk cId="416478540" sldId="276"/>
            <ac:spMk id="10" creationId="{FC30890E-E5D0-F0E4-609C-83EC69D7E0B1}"/>
          </ac:spMkLst>
        </pc:spChg>
        <pc:spChg chg="del">
          <ac:chgData name="KONGKAEW, PUTTIWAT" userId="a8adac1e-848f-4d84-b961-6a7ffb648b49" providerId="ADAL" clId="{A21DEF96-7496-48B8-A3A1-402B3D553767}" dt="2023-06-01T13:36:12.108" v="2769" actId="478"/>
          <ac:spMkLst>
            <pc:docMk/>
            <pc:sldMk cId="416478540" sldId="276"/>
            <ac:spMk id="11" creationId="{9A7F8552-520A-8BFC-438D-717DA3C8B897}"/>
          </ac:spMkLst>
        </pc:spChg>
        <pc:spChg chg="del">
          <ac:chgData name="KONGKAEW, PUTTIWAT" userId="a8adac1e-848f-4d84-b961-6a7ffb648b49" providerId="ADAL" clId="{A21DEF96-7496-48B8-A3A1-402B3D553767}" dt="2023-06-01T13:36:10.742" v="2768" actId="478"/>
          <ac:spMkLst>
            <pc:docMk/>
            <pc:sldMk cId="416478540" sldId="276"/>
            <ac:spMk id="12" creationId="{E4F8C05F-E020-8EB0-4992-6E972DC50F12}"/>
          </ac:spMkLst>
        </pc:spChg>
        <pc:spChg chg="add del mod">
          <ac:chgData name="KONGKAEW, PUTTIWAT" userId="a8adac1e-848f-4d84-b961-6a7ffb648b49" providerId="ADAL" clId="{A21DEF96-7496-48B8-A3A1-402B3D553767}" dt="2023-06-01T13:36:23.975" v="2779" actId="478"/>
          <ac:spMkLst>
            <pc:docMk/>
            <pc:sldMk cId="416478540" sldId="276"/>
            <ac:spMk id="15" creationId="{AC2B2BF0-414D-0FA2-C930-6280F6039EC3}"/>
          </ac:spMkLst>
        </pc:spChg>
        <pc:spChg chg="del mod">
          <ac:chgData name="KONGKAEW, PUTTIWAT" userId="a8adac1e-848f-4d84-b961-6a7ffb648b49" providerId="ADAL" clId="{A21DEF96-7496-48B8-A3A1-402B3D553767}" dt="2023-06-01T13:36:21.725" v="2777" actId="478"/>
          <ac:spMkLst>
            <pc:docMk/>
            <pc:sldMk cId="416478540" sldId="276"/>
            <ac:spMk id="33" creationId="{C91A1DDE-3A9A-1146-39A6-784A41BD5174}"/>
          </ac:spMkLst>
        </pc:spChg>
        <pc:spChg chg="mod">
          <ac:chgData name="KONGKAEW, PUTTIWAT" userId="a8adac1e-848f-4d84-b961-6a7ffb648b49" providerId="ADAL" clId="{A21DEF96-7496-48B8-A3A1-402B3D553767}" dt="2023-06-01T15:22:26.246" v="3313" actId="1076"/>
          <ac:spMkLst>
            <pc:docMk/>
            <pc:sldMk cId="416478540" sldId="276"/>
            <ac:spMk id="34" creationId="{848B1A58-EEEE-7E68-6B2E-F773815F4C6C}"/>
          </ac:spMkLst>
        </pc:spChg>
        <pc:spChg chg="del mod">
          <ac:chgData name="KONGKAEW, PUTTIWAT" userId="a8adac1e-848f-4d84-b961-6a7ffb648b49" providerId="ADAL" clId="{A21DEF96-7496-48B8-A3A1-402B3D553767}" dt="2023-06-01T10:50:40.255" v="1384" actId="478"/>
          <ac:spMkLst>
            <pc:docMk/>
            <pc:sldMk cId="416478540" sldId="276"/>
            <ac:spMk id="35" creationId="{73611E5E-803F-0B4D-B854-E89546432B3B}"/>
          </ac:spMkLst>
        </pc:spChg>
        <pc:spChg chg="del mod">
          <ac:chgData name="KONGKAEW, PUTTIWAT" userId="a8adac1e-848f-4d84-b961-6a7ffb648b49" providerId="ADAL" clId="{A21DEF96-7496-48B8-A3A1-402B3D553767}" dt="2023-06-01T13:36:16.442" v="2773" actId="478"/>
          <ac:spMkLst>
            <pc:docMk/>
            <pc:sldMk cId="416478540" sldId="276"/>
            <ac:spMk id="38" creationId="{46D7D797-F7C9-390A-195B-2ED85755498E}"/>
          </ac:spMkLst>
        </pc:spChg>
        <pc:spChg chg="add mod">
          <ac:chgData name="KONGKAEW, PUTTIWAT" userId="a8adac1e-848f-4d84-b961-6a7ffb648b49" providerId="ADAL" clId="{A21DEF96-7496-48B8-A3A1-402B3D553767}" dt="2023-06-01T13:40:53.825" v="2952" actId="1076"/>
          <ac:spMkLst>
            <pc:docMk/>
            <pc:sldMk cId="416478540" sldId="276"/>
            <ac:spMk id="41" creationId="{6C1FA424-A8BA-943C-9F2B-03F4AA4C8083}"/>
          </ac:spMkLst>
        </pc:spChg>
        <pc:spChg chg="del">
          <ac:chgData name="KONGKAEW, PUTTIWAT" userId="a8adac1e-848f-4d84-b961-6a7ffb648b49" providerId="ADAL" clId="{A21DEF96-7496-48B8-A3A1-402B3D553767}" dt="2023-06-01T10:41:59.124" v="1193" actId="478"/>
          <ac:spMkLst>
            <pc:docMk/>
            <pc:sldMk cId="416478540" sldId="276"/>
            <ac:spMk id="42" creationId="{7B6087D4-9C65-50F0-74CB-DF4CCACB9CD2}"/>
          </ac:spMkLst>
        </pc:spChg>
        <pc:spChg chg="add mod">
          <ac:chgData name="KONGKAEW, PUTTIWAT" userId="a8adac1e-848f-4d84-b961-6a7ffb648b49" providerId="ADAL" clId="{A21DEF96-7496-48B8-A3A1-402B3D553767}" dt="2023-06-01T13:52:07.608" v="2983" actId="20577"/>
          <ac:spMkLst>
            <pc:docMk/>
            <pc:sldMk cId="416478540" sldId="276"/>
            <ac:spMk id="49" creationId="{9CD80F83-187A-DEC0-C18D-9A042EFE79EF}"/>
          </ac:spMkLst>
        </pc:spChg>
        <pc:picChg chg="del">
          <ac:chgData name="KONGKAEW, PUTTIWAT" userId="a8adac1e-848f-4d84-b961-6a7ffb648b49" providerId="ADAL" clId="{A21DEF96-7496-48B8-A3A1-402B3D553767}" dt="2023-06-01T13:36:22.416" v="2778" actId="478"/>
          <ac:picMkLst>
            <pc:docMk/>
            <pc:sldMk cId="416478540" sldId="276"/>
            <ac:picMk id="8" creationId="{A9990D27-8F06-EA45-443B-CFC54DCB4E44}"/>
          </ac:picMkLst>
        </pc:picChg>
        <pc:picChg chg="add del mod">
          <ac:chgData name="KONGKAEW, PUTTIWAT" userId="a8adac1e-848f-4d84-b961-6a7ffb648b49" providerId="ADAL" clId="{A21DEF96-7496-48B8-A3A1-402B3D553767}" dt="2023-06-01T13:37:58.841" v="2804" actId="478"/>
          <ac:picMkLst>
            <pc:docMk/>
            <pc:sldMk cId="416478540" sldId="276"/>
            <ac:picMk id="18" creationId="{2FAD5E61-F3E8-FCA4-06BD-E22205677969}"/>
          </ac:picMkLst>
        </pc:picChg>
        <pc:picChg chg="add del mod">
          <ac:chgData name="KONGKAEW, PUTTIWAT" userId="a8adac1e-848f-4d84-b961-6a7ffb648b49" providerId="ADAL" clId="{A21DEF96-7496-48B8-A3A1-402B3D553767}" dt="2023-06-01T13:37:58.841" v="2804" actId="478"/>
          <ac:picMkLst>
            <pc:docMk/>
            <pc:sldMk cId="416478540" sldId="276"/>
            <ac:picMk id="20" creationId="{5A35CA07-0AD5-3A22-0DDF-E18D2EFC75B0}"/>
          </ac:picMkLst>
        </pc:picChg>
        <pc:picChg chg="add del mod">
          <ac:chgData name="KONGKAEW, PUTTIWAT" userId="a8adac1e-848f-4d84-b961-6a7ffb648b49" providerId="ADAL" clId="{A21DEF96-7496-48B8-A3A1-402B3D553767}" dt="2023-06-01T13:37:58.841" v="2804" actId="478"/>
          <ac:picMkLst>
            <pc:docMk/>
            <pc:sldMk cId="416478540" sldId="276"/>
            <ac:picMk id="22" creationId="{98BD13E7-9D54-5675-051D-F8007AB2E342}"/>
          </ac:picMkLst>
        </pc:picChg>
        <pc:picChg chg="add del mod">
          <ac:chgData name="KONGKAEW, PUTTIWAT" userId="a8adac1e-848f-4d84-b961-6a7ffb648b49" providerId="ADAL" clId="{A21DEF96-7496-48B8-A3A1-402B3D553767}" dt="2023-06-01T13:37:58.841" v="2804" actId="478"/>
          <ac:picMkLst>
            <pc:docMk/>
            <pc:sldMk cId="416478540" sldId="276"/>
            <ac:picMk id="24" creationId="{813D6BA0-47D5-92B3-7B38-5554C0F4FB05}"/>
          </ac:picMkLst>
        </pc:picChg>
        <pc:picChg chg="add del mod">
          <ac:chgData name="KONGKAEW, PUTTIWAT" userId="a8adac1e-848f-4d84-b961-6a7ffb648b49" providerId="ADAL" clId="{A21DEF96-7496-48B8-A3A1-402B3D553767}" dt="2023-06-01T13:37:58.841" v="2804" actId="478"/>
          <ac:picMkLst>
            <pc:docMk/>
            <pc:sldMk cId="416478540" sldId="276"/>
            <ac:picMk id="26" creationId="{8D58D620-2A52-34AB-2E3A-21DEBEF7E645}"/>
          </ac:picMkLst>
        </pc:picChg>
        <pc:picChg chg="add del mod">
          <ac:chgData name="KONGKAEW, PUTTIWAT" userId="a8adac1e-848f-4d84-b961-6a7ffb648b49" providerId="ADAL" clId="{A21DEF96-7496-48B8-A3A1-402B3D553767}" dt="2023-06-01T13:37:58.841" v="2804" actId="478"/>
          <ac:picMkLst>
            <pc:docMk/>
            <pc:sldMk cId="416478540" sldId="276"/>
            <ac:picMk id="28" creationId="{2DE856C6-8A73-7022-CB97-A495998D5316}"/>
          </ac:picMkLst>
        </pc:picChg>
        <pc:picChg chg="add del mod">
          <ac:chgData name="KONGKAEW, PUTTIWAT" userId="a8adac1e-848f-4d84-b961-6a7ffb648b49" providerId="ADAL" clId="{A21DEF96-7496-48B8-A3A1-402B3D553767}" dt="2023-06-01T13:37:58.841" v="2804" actId="478"/>
          <ac:picMkLst>
            <pc:docMk/>
            <pc:sldMk cId="416478540" sldId="276"/>
            <ac:picMk id="30" creationId="{291FBFAA-7266-315D-79C5-C7DAFF9FDEE3}"/>
          </ac:picMkLst>
        </pc:picChg>
        <pc:picChg chg="add del mod">
          <ac:chgData name="KONGKAEW, PUTTIWAT" userId="a8adac1e-848f-4d84-b961-6a7ffb648b49" providerId="ADAL" clId="{A21DEF96-7496-48B8-A3A1-402B3D553767}" dt="2023-06-01T13:37:58.841" v="2804" actId="478"/>
          <ac:picMkLst>
            <pc:docMk/>
            <pc:sldMk cId="416478540" sldId="276"/>
            <ac:picMk id="32" creationId="{212822EC-1600-6386-7E30-05804C4A37B5}"/>
          </ac:picMkLst>
        </pc:picChg>
        <pc:picChg chg="add del mod">
          <ac:chgData name="KONGKAEW, PUTTIWAT" userId="a8adac1e-848f-4d84-b961-6a7ffb648b49" providerId="ADAL" clId="{A21DEF96-7496-48B8-A3A1-402B3D553767}" dt="2023-06-01T13:44:00.458" v="2953" actId="478"/>
          <ac:picMkLst>
            <pc:docMk/>
            <pc:sldMk cId="416478540" sldId="276"/>
            <ac:picMk id="39" creationId="{F3540238-BA33-4C0E-81CE-2F2F8BA8697C}"/>
          </ac:picMkLst>
        </pc:picChg>
        <pc:picChg chg="add del mod">
          <ac:chgData name="KONGKAEW, PUTTIWAT" userId="a8adac1e-848f-4d84-b961-6a7ffb648b49" providerId="ADAL" clId="{A21DEF96-7496-48B8-A3A1-402B3D553767}" dt="2023-06-01T13:48:05.541" v="2958" actId="478"/>
          <ac:picMkLst>
            <pc:docMk/>
            <pc:sldMk cId="416478540" sldId="276"/>
            <ac:picMk id="44" creationId="{A6ECE17F-8F2A-5050-A35E-F439B85A42EC}"/>
          </ac:picMkLst>
        </pc:picChg>
        <pc:picChg chg="add mod">
          <ac:chgData name="KONGKAEW, PUTTIWAT" userId="a8adac1e-848f-4d84-b961-6a7ffb648b49" providerId="ADAL" clId="{A21DEF96-7496-48B8-A3A1-402B3D553767}" dt="2023-06-01T13:48:12.101" v="2962" actId="1076"/>
          <ac:picMkLst>
            <pc:docMk/>
            <pc:sldMk cId="416478540" sldId="276"/>
            <ac:picMk id="46" creationId="{0D8FEC45-7537-7464-018B-0479B20E9FA2}"/>
          </ac:picMkLst>
        </pc:picChg>
        <pc:picChg chg="add del mod">
          <ac:chgData name="KONGKAEW, PUTTIWAT" userId="a8adac1e-848f-4d84-b961-6a7ffb648b49" providerId="ADAL" clId="{A21DEF96-7496-48B8-A3A1-402B3D553767}" dt="2023-06-01T13:49:38.274" v="2967" actId="478"/>
          <ac:picMkLst>
            <pc:docMk/>
            <pc:sldMk cId="416478540" sldId="276"/>
            <ac:picMk id="48" creationId="{A3E1B120-C8C3-5E81-2892-761354A351A2}"/>
          </ac:picMkLst>
        </pc:picChg>
        <pc:picChg chg="add mod ord">
          <ac:chgData name="KONGKAEW, PUTTIWAT" userId="a8adac1e-848f-4d84-b961-6a7ffb648b49" providerId="ADAL" clId="{A21DEF96-7496-48B8-A3A1-402B3D553767}" dt="2023-06-01T15:22:29.799" v="3314" actId="1076"/>
          <ac:picMkLst>
            <pc:docMk/>
            <pc:sldMk cId="416478540" sldId="276"/>
            <ac:picMk id="51" creationId="{A9FAA7CE-0CAA-8E3F-FDB2-74A0DAB6909E}"/>
          </ac:picMkLst>
        </pc:picChg>
        <pc:cxnChg chg="add del mod">
          <ac:chgData name="KONGKAEW, PUTTIWAT" userId="a8adac1e-848f-4d84-b961-6a7ffb648b49" providerId="ADAL" clId="{A21DEF96-7496-48B8-A3A1-402B3D553767}" dt="2023-06-01T13:36:17.408" v="2774" actId="478"/>
          <ac:cxnSpMkLst>
            <pc:docMk/>
            <pc:sldMk cId="416478540" sldId="276"/>
            <ac:cxnSpMk id="5" creationId="{A996DE2E-4271-A1B6-6CE5-775A4EB551EA}"/>
          </ac:cxnSpMkLst>
        </pc:cxnChg>
        <pc:cxnChg chg="del mod">
          <ac:chgData name="KONGKAEW, PUTTIWAT" userId="a8adac1e-848f-4d84-b961-6a7ffb648b49" providerId="ADAL" clId="{A21DEF96-7496-48B8-A3A1-402B3D553767}" dt="2023-06-01T13:36:12.775" v="2770" actId="478"/>
          <ac:cxnSpMkLst>
            <pc:docMk/>
            <pc:sldMk cId="416478540" sldId="276"/>
            <ac:cxnSpMk id="14" creationId="{1E8CE97E-4742-909A-AA13-E32F341A7478}"/>
          </ac:cxnSpMkLst>
        </pc:cxnChg>
        <pc:cxnChg chg="del mod">
          <ac:chgData name="KONGKAEW, PUTTIWAT" userId="a8adac1e-848f-4d84-b961-6a7ffb648b49" providerId="ADAL" clId="{A21DEF96-7496-48B8-A3A1-402B3D553767}" dt="2023-06-01T13:36:14.245" v="2771" actId="478"/>
          <ac:cxnSpMkLst>
            <pc:docMk/>
            <pc:sldMk cId="416478540" sldId="276"/>
            <ac:cxnSpMk id="17" creationId="{475EEC1C-C4F6-CD60-098B-6404EBD70E54}"/>
          </ac:cxnSpMkLst>
        </pc:cxnChg>
        <pc:cxnChg chg="del">
          <ac:chgData name="KONGKAEW, PUTTIWAT" userId="a8adac1e-848f-4d84-b961-6a7ffb648b49" providerId="ADAL" clId="{A21DEF96-7496-48B8-A3A1-402B3D553767}" dt="2023-06-01T13:36:15.292" v="2772" actId="478"/>
          <ac:cxnSpMkLst>
            <pc:docMk/>
            <pc:sldMk cId="416478540" sldId="276"/>
            <ac:cxnSpMk id="37" creationId="{434B670B-A4E9-FE66-2B14-DD4440328F24}"/>
          </ac:cxnSpMkLst>
        </pc:cxnChg>
        <pc:cxnChg chg="del">
          <ac:chgData name="KONGKAEW, PUTTIWAT" userId="a8adac1e-848f-4d84-b961-6a7ffb648b49" providerId="ADAL" clId="{A21DEF96-7496-48B8-A3A1-402B3D553767}" dt="2023-06-01T10:48:11.117" v="1300" actId="478"/>
          <ac:cxnSpMkLst>
            <pc:docMk/>
            <pc:sldMk cId="416478540" sldId="276"/>
            <ac:cxnSpMk id="40" creationId="{8F15C6BF-7A11-432F-E305-4A6C4FA7E448}"/>
          </ac:cxnSpMkLst>
        </pc:cxnChg>
      </pc:sldChg>
      <pc:sldChg chg="modSp add mod">
        <pc:chgData name="KONGKAEW, PUTTIWAT" userId="a8adac1e-848f-4d84-b961-6a7ffb648b49" providerId="ADAL" clId="{A21DEF96-7496-48B8-A3A1-402B3D553767}" dt="2023-06-01T13:35:36.025" v="2758" actId="20577"/>
        <pc:sldMkLst>
          <pc:docMk/>
          <pc:sldMk cId="3779044100" sldId="277"/>
        </pc:sldMkLst>
        <pc:spChg chg="mod">
          <ac:chgData name="KONGKAEW, PUTTIWAT" userId="a8adac1e-848f-4d84-b961-6a7ffb648b49" providerId="ADAL" clId="{A21DEF96-7496-48B8-A3A1-402B3D553767}" dt="2023-06-01T13:35:36.025" v="2758" actId="20577"/>
          <ac:spMkLst>
            <pc:docMk/>
            <pc:sldMk cId="3779044100" sldId="277"/>
            <ac:spMk id="3" creationId="{3307D7C0-2543-AF19-3CA4-6474A75C46DF}"/>
          </ac:spMkLst>
        </pc:spChg>
      </pc:sldChg>
      <pc:sldChg chg="addSp delSp modSp new mod modClrScheme chgLayout">
        <pc:chgData name="KONGKAEW, PUTTIWAT" userId="a8adac1e-848f-4d84-b961-6a7ffb648b49" providerId="ADAL" clId="{A21DEF96-7496-48B8-A3A1-402B3D553767}" dt="2023-06-01T11:09:59.046" v="1927" actId="478"/>
        <pc:sldMkLst>
          <pc:docMk/>
          <pc:sldMk cId="1682281845" sldId="278"/>
        </pc:sldMkLst>
        <pc:spChg chg="mod ord">
          <ac:chgData name="KONGKAEW, PUTTIWAT" userId="a8adac1e-848f-4d84-b961-6a7ffb648b49" providerId="ADAL" clId="{A21DEF96-7496-48B8-A3A1-402B3D553767}" dt="2023-06-01T10:53:24.827" v="1442" actId="700"/>
          <ac:spMkLst>
            <pc:docMk/>
            <pc:sldMk cId="1682281845" sldId="278"/>
            <ac:spMk id="2" creationId="{E2F4BBE4-441D-E76A-D1FE-B7F7C4E51BCD}"/>
          </ac:spMkLst>
        </pc:spChg>
        <pc:spChg chg="del mod ord">
          <ac:chgData name="KONGKAEW, PUTTIWAT" userId="a8adac1e-848f-4d84-b961-6a7ffb648b49" providerId="ADAL" clId="{A21DEF96-7496-48B8-A3A1-402B3D553767}" dt="2023-06-01T10:53:24.827" v="1442" actId="700"/>
          <ac:spMkLst>
            <pc:docMk/>
            <pc:sldMk cId="1682281845" sldId="278"/>
            <ac:spMk id="3" creationId="{AAF3B0E1-332F-99C1-1547-D5CF3E6868A7}"/>
          </ac:spMkLst>
        </pc:spChg>
        <pc:spChg chg="add del mod ord">
          <ac:chgData name="KONGKAEW, PUTTIWAT" userId="a8adac1e-848f-4d84-b961-6a7ffb648b49" providerId="ADAL" clId="{A21DEF96-7496-48B8-A3A1-402B3D553767}" dt="2023-06-01T10:53:34.252" v="1448"/>
          <ac:spMkLst>
            <pc:docMk/>
            <pc:sldMk cId="1682281845" sldId="278"/>
            <ac:spMk id="4" creationId="{B161EA38-B255-7540-C3D3-353CC3195C85}"/>
          </ac:spMkLst>
        </pc:spChg>
        <pc:spChg chg="add del mod ord">
          <ac:chgData name="KONGKAEW, PUTTIWAT" userId="a8adac1e-848f-4d84-b961-6a7ffb648b49" providerId="ADAL" clId="{A21DEF96-7496-48B8-A3A1-402B3D553767}" dt="2023-06-01T10:53:38.405" v="1451"/>
          <ac:spMkLst>
            <pc:docMk/>
            <pc:sldMk cId="1682281845" sldId="278"/>
            <ac:spMk id="5" creationId="{B2E959C0-0761-D9D2-BEAE-DE8C4D9993BB}"/>
          </ac:spMkLst>
        </pc:spChg>
        <pc:spChg chg="add mod">
          <ac:chgData name="KONGKAEW, PUTTIWAT" userId="a8adac1e-848f-4d84-b961-6a7ffb648b49" providerId="ADAL" clId="{A21DEF96-7496-48B8-A3A1-402B3D553767}" dt="2023-06-01T10:57:29.731" v="1457" actId="1076"/>
          <ac:spMkLst>
            <pc:docMk/>
            <pc:sldMk cId="1682281845" sldId="278"/>
            <ac:spMk id="12" creationId="{D382CD8B-A9CF-7251-964D-2479E51F8C66}"/>
          </ac:spMkLst>
        </pc:spChg>
        <pc:spChg chg="add mod">
          <ac:chgData name="KONGKAEW, PUTTIWAT" userId="a8adac1e-848f-4d84-b961-6a7ffb648b49" providerId="ADAL" clId="{A21DEF96-7496-48B8-A3A1-402B3D553767}" dt="2023-06-01T10:57:40.420" v="1459" actId="1076"/>
          <ac:spMkLst>
            <pc:docMk/>
            <pc:sldMk cId="1682281845" sldId="278"/>
            <ac:spMk id="13" creationId="{D4D339FE-7B6F-7B5B-0255-107C907D69C6}"/>
          </ac:spMkLst>
        </pc:spChg>
        <pc:spChg chg="add mod">
          <ac:chgData name="KONGKAEW, PUTTIWAT" userId="a8adac1e-848f-4d84-b961-6a7ffb648b49" providerId="ADAL" clId="{A21DEF96-7496-48B8-A3A1-402B3D553767}" dt="2023-06-01T10:57:50.556" v="1462" actId="1076"/>
          <ac:spMkLst>
            <pc:docMk/>
            <pc:sldMk cId="1682281845" sldId="278"/>
            <ac:spMk id="14" creationId="{6E8B0AD0-82B6-C301-3B5C-75CDCD1A46EB}"/>
          </ac:spMkLst>
        </pc:spChg>
        <pc:spChg chg="add mod">
          <ac:chgData name="KONGKAEW, PUTTIWAT" userId="a8adac1e-848f-4d84-b961-6a7ffb648b49" providerId="ADAL" clId="{A21DEF96-7496-48B8-A3A1-402B3D553767}" dt="2023-06-01T10:57:58.592" v="1464" actId="1076"/>
          <ac:spMkLst>
            <pc:docMk/>
            <pc:sldMk cId="1682281845" sldId="278"/>
            <ac:spMk id="15" creationId="{674D97F4-E30A-23B4-C179-C090FCC4E672}"/>
          </ac:spMkLst>
        </pc:spChg>
        <pc:spChg chg="add mod">
          <ac:chgData name="KONGKAEW, PUTTIWAT" userId="a8adac1e-848f-4d84-b961-6a7ffb648b49" providerId="ADAL" clId="{A21DEF96-7496-48B8-A3A1-402B3D553767}" dt="2023-06-01T10:59:54.165" v="1482" actId="20577"/>
          <ac:spMkLst>
            <pc:docMk/>
            <pc:sldMk cId="1682281845" sldId="278"/>
            <ac:spMk id="16" creationId="{55857F34-39AB-2A0A-E582-F53627CA3D2A}"/>
          </ac:spMkLst>
        </pc:spChg>
        <pc:spChg chg="add mod">
          <ac:chgData name="KONGKAEW, PUTTIWAT" userId="a8adac1e-848f-4d84-b961-6a7ffb648b49" providerId="ADAL" clId="{A21DEF96-7496-48B8-A3A1-402B3D553767}" dt="2023-06-01T10:59:14.275" v="1472" actId="1076"/>
          <ac:spMkLst>
            <pc:docMk/>
            <pc:sldMk cId="1682281845" sldId="278"/>
            <ac:spMk id="17" creationId="{1F945C9B-2C4D-5A96-72D3-44F901130844}"/>
          </ac:spMkLst>
        </pc:spChg>
        <pc:spChg chg="add mod">
          <ac:chgData name="KONGKAEW, PUTTIWAT" userId="a8adac1e-848f-4d84-b961-6a7ffb648b49" providerId="ADAL" clId="{A21DEF96-7496-48B8-A3A1-402B3D553767}" dt="2023-06-01T10:59:20.114" v="1474" actId="1076"/>
          <ac:spMkLst>
            <pc:docMk/>
            <pc:sldMk cId="1682281845" sldId="278"/>
            <ac:spMk id="18" creationId="{7A6D67CD-1349-AF86-BA88-F5EEBACD3CF4}"/>
          </ac:spMkLst>
        </pc:spChg>
        <pc:spChg chg="add mod">
          <ac:chgData name="KONGKAEW, PUTTIWAT" userId="a8adac1e-848f-4d84-b961-6a7ffb648b49" providerId="ADAL" clId="{A21DEF96-7496-48B8-A3A1-402B3D553767}" dt="2023-06-01T10:59:25.071" v="1476" actId="1076"/>
          <ac:spMkLst>
            <pc:docMk/>
            <pc:sldMk cId="1682281845" sldId="278"/>
            <ac:spMk id="19" creationId="{A6E8484D-8F29-9F1A-5BD6-691B9AC76720}"/>
          </ac:spMkLst>
        </pc:spChg>
        <pc:spChg chg="add mod">
          <ac:chgData name="KONGKAEW, PUTTIWAT" userId="a8adac1e-848f-4d84-b961-6a7ffb648b49" providerId="ADAL" clId="{A21DEF96-7496-48B8-A3A1-402B3D553767}" dt="2023-06-01T10:59:30.624" v="1478" actId="1076"/>
          <ac:spMkLst>
            <pc:docMk/>
            <pc:sldMk cId="1682281845" sldId="278"/>
            <ac:spMk id="20" creationId="{DB73F6C7-9A6C-DD23-F733-7FFDFB5F3D17}"/>
          </ac:spMkLst>
        </pc:spChg>
        <pc:spChg chg="add mod">
          <ac:chgData name="KONGKAEW, PUTTIWAT" userId="a8adac1e-848f-4d84-b961-6a7ffb648b49" providerId="ADAL" clId="{A21DEF96-7496-48B8-A3A1-402B3D553767}" dt="2023-06-01T10:59:34.591" v="1480" actId="1076"/>
          <ac:spMkLst>
            <pc:docMk/>
            <pc:sldMk cId="1682281845" sldId="278"/>
            <ac:spMk id="21" creationId="{61D9A1A7-AC00-3EA3-A3F9-EC372F8F4A12}"/>
          </ac:spMkLst>
        </pc:spChg>
        <pc:spChg chg="add mod">
          <ac:chgData name="KONGKAEW, PUTTIWAT" userId="a8adac1e-848f-4d84-b961-6a7ffb648b49" providerId="ADAL" clId="{A21DEF96-7496-48B8-A3A1-402B3D553767}" dt="2023-06-01T11:00:32.778" v="1516" actId="1076"/>
          <ac:spMkLst>
            <pc:docMk/>
            <pc:sldMk cId="1682281845" sldId="278"/>
            <ac:spMk id="22" creationId="{E4678382-987C-56DD-05CC-F0E69F29E453}"/>
          </ac:spMkLst>
        </pc:spChg>
        <pc:spChg chg="add mod">
          <ac:chgData name="KONGKAEW, PUTTIWAT" userId="a8adac1e-848f-4d84-b961-6a7ffb648b49" providerId="ADAL" clId="{A21DEF96-7496-48B8-A3A1-402B3D553767}" dt="2023-06-01T11:01:56.148" v="1534" actId="1076"/>
          <ac:spMkLst>
            <pc:docMk/>
            <pc:sldMk cId="1682281845" sldId="278"/>
            <ac:spMk id="29" creationId="{C8C21189-2260-4102-F0AD-4AFE2621E35E}"/>
          </ac:spMkLst>
        </pc:spChg>
        <pc:spChg chg="add mod">
          <ac:chgData name="KONGKAEW, PUTTIWAT" userId="a8adac1e-848f-4d84-b961-6a7ffb648b49" providerId="ADAL" clId="{A21DEF96-7496-48B8-A3A1-402B3D553767}" dt="2023-06-01T11:02:23.298" v="1545" actId="1076"/>
          <ac:spMkLst>
            <pc:docMk/>
            <pc:sldMk cId="1682281845" sldId="278"/>
            <ac:spMk id="32" creationId="{A64AE4B8-6691-7F07-FB1C-F0C6D9900396}"/>
          </ac:spMkLst>
        </pc:spChg>
        <pc:spChg chg="add mod">
          <ac:chgData name="KONGKAEW, PUTTIWAT" userId="a8adac1e-848f-4d84-b961-6a7ffb648b49" providerId="ADAL" clId="{A21DEF96-7496-48B8-A3A1-402B3D553767}" dt="2023-06-01T11:03:53.990" v="1627" actId="20577"/>
          <ac:spMkLst>
            <pc:docMk/>
            <pc:sldMk cId="1682281845" sldId="278"/>
            <ac:spMk id="33" creationId="{261912E6-008D-EC1F-2945-06FA6F01EA96}"/>
          </ac:spMkLst>
        </pc:spChg>
        <pc:spChg chg="add del mod">
          <ac:chgData name="KONGKAEW, PUTTIWAT" userId="a8adac1e-848f-4d84-b961-6a7ffb648b49" providerId="ADAL" clId="{A21DEF96-7496-48B8-A3A1-402B3D553767}" dt="2023-06-01T11:03:37.406" v="1603" actId="478"/>
          <ac:spMkLst>
            <pc:docMk/>
            <pc:sldMk cId="1682281845" sldId="278"/>
            <ac:spMk id="34" creationId="{EC0DA7FF-F1B4-1E44-65F3-DD2C10E59F10}"/>
          </ac:spMkLst>
        </pc:spChg>
        <pc:spChg chg="add del mod">
          <ac:chgData name="KONGKAEW, PUTTIWAT" userId="a8adac1e-848f-4d84-b961-6a7ffb648b49" providerId="ADAL" clId="{A21DEF96-7496-48B8-A3A1-402B3D553767}" dt="2023-06-01T11:09:59.046" v="1927" actId="478"/>
          <ac:spMkLst>
            <pc:docMk/>
            <pc:sldMk cId="1682281845" sldId="278"/>
            <ac:spMk id="35" creationId="{32B88D83-D086-4548-551A-7B4079A7F95A}"/>
          </ac:spMkLst>
        </pc:spChg>
        <pc:picChg chg="add del mod">
          <ac:chgData name="KONGKAEW, PUTTIWAT" userId="a8adac1e-848f-4d84-b961-6a7ffb648b49" providerId="ADAL" clId="{A21DEF96-7496-48B8-A3A1-402B3D553767}" dt="2023-06-01T10:53:30.976" v="1447"/>
          <ac:picMkLst>
            <pc:docMk/>
            <pc:sldMk cId="1682281845" sldId="278"/>
            <ac:picMk id="7" creationId="{635D2F57-738F-B9B4-D9DC-402C4B4F0E04}"/>
          </ac:picMkLst>
        </pc:picChg>
        <pc:picChg chg="add mod">
          <ac:chgData name="KONGKAEW, PUTTIWAT" userId="a8adac1e-848f-4d84-b961-6a7ffb648b49" providerId="ADAL" clId="{A21DEF96-7496-48B8-A3A1-402B3D553767}" dt="2023-06-01T10:53:35.354" v="1450" actId="962"/>
          <ac:picMkLst>
            <pc:docMk/>
            <pc:sldMk cId="1682281845" sldId="278"/>
            <ac:picMk id="9" creationId="{4FDDEF55-CF73-B902-3457-4B34A85AF1FE}"/>
          </ac:picMkLst>
        </pc:picChg>
        <pc:picChg chg="add mod">
          <ac:chgData name="KONGKAEW, PUTTIWAT" userId="a8adac1e-848f-4d84-b961-6a7ffb648b49" providerId="ADAL" clId="{A21DEF96-7496-48B8-A3A1-402B3D553767}" dt="2023-06-01T10:59:07.376" v="1471" actId="1076"/>
          <ac:picMkLst>
            <pc:docMk/>
            <pc:sldMk cId="1682281845" sldId="278"/>
            <ac:picMk id="11" creationId="{A139E17E-CF5C-1B7F-0E18-AA5721D32A9B}"/>
          </ac:picMkLst>
        </pc:picChg>
        <pc:cxnChg chg="add mod">
          <ac:chgData name="KONGKAEW, PUTTIWAT" userId="a8adac1e-848f-4d84-b961-6a7ffb648b49" providerId="ADAL" clId="{A21DEF96-7496-48B8-A3A1-402B3D553767}" dt="2023-06-01T11:01:28.085" v="1522" actId="692"/>
          <ac:cxnSpMkLst>
            <pc:docMk/>
            <pc:sldMk cId="1682281845" sldId="278"/>
            <ac:cxnSpMk id="24" creationId="{7D5A4344-8468-41DA-C476-D75F350FA3C2}"/>
          </ac:cxnSpMkLst>
        </pc:cxnChg>
        <pc:cxnChg chg="add mod">
          <ac:chgData name="KONGKAEW, PUTTIWAT" userId="a8adac1e-848f-4d84-b961-6a7ffb648b49" providerId="ADAL" clId="{A21DEF96-7496-48B8-A3A1-402B3D553767}" dt="2023-06-01T11:02:10.400" v="1536" actId="14100"/>
          <ac:cxnSpMkLst>
            <pc:docMk/>
            <pc:sldMk cId="1682281845" sldId="278"/>
            <ac:cxnSpMk id="26" creationId="{76D900EC-8E5A-6D45-7714-94338F577F20}"/>
          </ac:cxnSpMkLst>
        </pc:cxnChg>
      </pc:sldChg>
      <pc:sldChg chg="addSp delSp modSp new mod">
        <pc:chgData name="KONGKAEW, PUTTIWAT" userId="a8adac1e-848f-4d84-b961-6a7ffb648b49" providerId="ADAL" clId="{A21DEF96-7496-48B8-A3A1-402B3D553767}" dt="2023-06-01T18:57:38.906" v="5042" actId="1076"/>
        <pc:sldMkLst>
          <pc:docMk/>
          <pc:sldMk cId="2121097594" sldId="279"/>
        </pc:sldMkLst>
        <pc:spChg chg="mod">
          <ac:chgData name="KONGKAEW, PUTTIWAT" userId="a8adac1e-848f-4d84-b961-6a7ffb648b49" providerId="ADAL" clId="{A21DEF96-7496-48B8-A3A1-402B3D553767}" dt="2023-06-01T11:04:37.653" v="1661" actId="20577"/>
          <ac:spMkLst>
            <pc:docMk/>
            <pc:sldMk cId="2121097594" sldId="279"/>
            <ac:spMk id="2" creationId="{EEF82F12-41D2-0B94-908F-740B403FD2B3}"/>
          </ac:spMkLst>
        </pc:spChg>
        <pc:spChg chg="del">
          <ac:chgData name="KONGKAEW, PUTTIWAT" userId="a8adac1e-848f-4d84-b961-6a7ffb648b49" providerId="ADAL" clId="{A21DEF96-7496-48B8-A3A1-402B3D553767}" dt="2023-06-01T11:05:06.028" v="1662"/>
          <ac:spMkLst>
            <pc:docMk/>
            <pc:sldMk cId="2121097594" sldId="279"/>
            <ac:spMk id="3" creationId="{C6D7C117-6A2F-13C0-1704-2AAA21B48772}"/>
          </ac:spMkLst>
        </pc:spChg>
        <pc:spChg chg="add mod">
          <ac:chgData name="KONGKAEW, PUTTIWAT" userId="a8adac1e-848f-4d84-b961-6a7ffb648b49" providerId="ADAL" clId="{A21DEF96-7496-48B8-A3A1-402B3D553767}" dt="2023-06-01T16:48:48.096" v="3315" actId="20577"/>
          <ac:spMkLst>
            <pc:docMk/>
            <pc:sldMk cId="2121097594" sldId="279"/>
            <ac:spMk id="6" creationId="{4B686916-464A-FAF1-07AB-8611E4D599F0}"/>
          </ac:spMkLst>
        </pc:spChg>
        <pc:spChg chg="add del">
          <ac:chgData name="KONGKAEW, PUTTIWAT" userId="a8adac1e-848f-4d84-b961-6a7ffb648b49" providerId="ADAL" clId="{A21DEF96-7496-48B8-A3A1-402B3D553767}" dt="2023-06-01T11:06:15.110" v="1709" actId="11529"/>
          <ac:spMkLst>
            <pc:docMk/>
            <pc:sldMk cId="2121097594" sldId="279"/>
            <ac:spMk id="9" creationId="{6D145755-8085-285B-B97E-E9D801C38F97}"/>
          </ac:spMkLst>
        </pc:spChg>
        <pc:spChg chg="add mod">
          <ac:chgData name="KONGKAEW, PUTTIWAT" userId="a8adac1e-848f-4d84-b961-6a7ffb648b49" providerId="ADAL" clId="{A21DEF96-7496-48B8-A3A1-402B3D553767}" dt="2023-06-01T18:16:24.260" v="4646" actId="1076"/>
          <ac:spMkLst>
            <pc:docMk/>
            <pc:sldMk cId="2121097594" sldId="279"/>
            <ac:spMk id="10" creationId="{26EE8DBB-30A2-2AE7-60D3-EB43D47EF5F0}"/>
          </ac:spMkLst>
        </pc:spChg>
        <pc:spChg chg="add mod">
          <ac:chgData name="KONGKAEW, PUTTIWAT" userId="a8adac1e-848f-4d84-b961-6a7ffb648b49" providerId="ADAL" clId="{A21DEF96-7496-48B8-A3A1-402B3D553767}" dt="2023-06-01T11:07:35.520" v="1874" actId="20577"/>
          <ac:spMkLst>
            <pc:docMk/>
            <pc:sldMk cId="2121097594" sldId="279"/>
            <ac:spMk id="13" creationId="{09944E85-81A1-C6BB-9DB7-C1389A33D64C}"/>
          </ac:spMkLst>
        </pc:spChg>
        <pc:spChg chg="add mod">
          <ac:chgData name="KONGKAEW, PUTTIWAT" userId="a8adac1e-848f-4d84-b961-6a7ffb648b49" providerId="ADAL" clId="{A21DEF96-7496-48B8-A3A1-402B3D553767}" dt="2023-06-01T11:08:41.534" v="1906" actId="20577"/>
          <ac:spMkLst>
            <pc:docMk/>
            <pc:sldMk cId="2121097594" sldId="279"/>
            <ac:spMk id="16" creationId="{96495585-B114-3ACD-0BFB-9FD8A3F8D09F}"/>
          </ac:spMkLst>
        </pc:spChg>
        <pc:spChg chg="add mod">
          <ac:chgData name="KONGKAEW, PUTTIWAT" userId="a8adac1e-848f-4d84-b961-6a7ffb648b49" providerId="ADAL" clId="{A21DEF96-7496-48B8-A3A1-402B3D553767}" dt="2023-06-01T17:45:53.503" v="4219" actId="1076"/>
          <ac:spMkLst>
            <pc:docMk/>
            <pc:sldMk cId="2121097594" sldId="279"/>
            <ac:spMk id="22" creationId="{1DDF89F7-2A0F-ECD3-6A85-A93E0EE0CE0D}"/>
          </ac:spMkLst>
        </pc:spChg>
        <pc:spChg chg="add del mod">
          <ac:chgData name="KONGKAEW, PUTTIWAT" userId="a8adac1e-848f-4d84-b961-6a7ffb648b49" providerId="ADAL" clId="{A21DEF96-7496-48B8-A3A1-402B3D553767}" dt="2023-06-01T17:30:18.008" v="3912" actId="478"/>
          <ac:spMkLst>
            <pc:docMk/>
            <pc:sldMk cId="2121097594" sldId="279"/>
            <ac:spMk id="23" creationId="{1AAB38AD-9FA8-6B2F-C5BE-CFE5C952226D}"/>
          </ac:spMkLst>
        </pc:spChg>
        <pc:spChg chg="add mod">
          <ac:chgData name="KONGKAEW, PUTTIWAT" userId="a8adac1e-848f-4d84-b961-6a7ffb648b49" providerId="ADAL" clId="{A21DEF96-7496-48B8-A3A1-402B3D553767}" dt="2023-06-01T18:57:38.906" v="5042" actId="1076"/>
          <ac:spMkLst>
            <pc:docMk/>
            <pc:sldMk cId="2121097594" sldId="279"/>
            <ac:spMk id="26" creationId="{63418DAE-2663-FADB-E724-7FA66EA5437B}"/>
          </ac:spMkLst>
        </pc:spChg>
        <pc:picChg chg="add mod">
          <ac:chgData name="KONGKAEW, PUTTIWAT" userId="a8adac1e-848f-4d84-b961-6a7ffb648b49" providerId="ADAL" clId="{A21DEF96-7496-48B8-A3A1-402B3D553767}" dt="2023-06-01T11:05:19.793" v="1666" actId="14100"/>
          <ac:picMkLst>
            <pc:docMk/>
            <pc:sldMk cId="2121097594" sldId="279"/>
            <ac:picMk id="5" creationId="{A80D1966-7837-D70E-3D55-02B1A26B772D}"/>
          </ac:picMkLst>
        </pc:picChg>
        <pc:cxnChg chg="add mod">
          <ac:chgData name="KONGKAEW, PUTTIWAT" userId="a8adac1e-848f-4d84-b961-6a7ffb648b49" providerId="ADAL" clId="{A21DEF96-7496-48B8-A3A1-402B3D553767}" dt="2023-06-01T16:48:48.096" v="3315" actId="20577"/>
          <ac:cxnSpMkLst>
            <pc:docMk/>
            <pc:sldMk cId="2121097594" sldId="279"/>
            <ac:cxnSpMk id="8" creationId="{FC4EDA02-82FF-48D5-5AE9-E2365BCB7D64}"/>
          </ac:cxnSpMkLst>
        </pc:cxnChg>
        <pc:cxnChg chg="add mod">
          <ac:chgData name="KONGKAEW, PUTTIWAT" userId="a8adac1e-848f-4d84-b961-6a7ffb648b49" providerId="ADAL" clId="{A21DEF96-7496-48B8-A3A1-402B3D553767}" dt="2023-06-01T18:16:22.539" v="4645" actId="14100"/>
          <ac:cxnSpMkLst>
            <pc:docMk/>
            <pc:sldMk cId="2121097594" sldId="279"/>
            <ac:cxnSpMk id="12" creationId="{7E23EB05-B30E-0228-22E2-17B16DFC4633}"/>
          </ac:cxnSpMkLst>
        </pc:cxnChg>
        <pc:cxnChg chg="add mod">
          <ac:chgData name="KONGKAEW, PUTTIWAT" userId="a8adac1e-848f-4d84-b961-6a7ffb648b49" providerId="ADAL" clId="{A21DEF96-7496-48B8-A3A1-402B3D553767}" dt="2023-06-01T11:08:58.704" v="1908" actId="14100"/>
          <ac:cxnSpMkLst>
            <pc:docMk/>
            <pc:sldMk cId="2121097594" sldId="279"/>
            <ac:cxnSpMk id="15" creationId="{C3E06487-A636-6F0C-8E2B-29CCF33943CA}"/>
          </ac:cxnSpMkLst>
        </pc:cxnChg>
        <pc:cxnChg chg="add mod">
          <ac:chgData name="KONGKAEW, PUTTIWAT" userId="a8adac1e-848f-4d84-b961-6a7ffb648b49" providerId="ADAL" clId="{A21DEF96-7496-48B8-A3A1-402B3D553767}" dt="2023-06-01T11:08:39.043" v="1904" actId="20577"/>
          <ac:cxnSpMkLst>
            <pc:docMk/>
            <pc:sldMk cId="2121097594" sldId="279"/>
            <ac:cxnSpMk id="17" creationId="{F6246E3F-A453-12B9-12C2-97E93953F090}"/>
          </ac:cxnSpMkLst>
        </pc:cxnChg>
      </pc:sldChg>
      <pc:sldChg chg="addSp delSp modSp new mod modClrScheme chgLayout">
        <pc:chgData name="KONGKAEW, PUTTIWAT" userId="a8adac1e-848f-4d84-b961-6a7ffb648b49" providerId="ADAL" clId="{A21DEF96-7496-48B8-A3A1-402B3D553767}" dt="2023-06-01T14:10:25.950" v="3303" actId="1076"/>
        <pc:sldMkLst>
          <pc:docMk/>
          <pc:sldMk cId="1768694738" sldId="280"/>
        </pc:sldMkLst>
        <pc:spChg chg="mod ord">
          <ac:chgData name="KONGKAEW, PUTTIWAT" userId="a8adac1e-848f-4d84-b961-6a7ffb648b49" providerId="ADAL" clId="{A21DEF96-7496-48B8-A3A1-402B3D553767}" dt="2023-06-01T11:16:10.257" v="1952" actId="700"/>
          <ac:spMkLst>
            <pc:docMk/>
            <pc:sldMk cId="1768694738" sldId="280"/>
            <ac:spMk id="2" creationId="{B605477A-B330-185B-DA16-629378A1C736}"/>
          </ac:spMkLst>
        </pc:spChg>
        <pc:spChg chg="add del mod ord">
          <ac:chgData name="KONGKAEW, PUTTIWAT" userId="a8adac1e-848f-4d84-b961-6a7ffb648b49" providerId="ADAL" clId="{A21DEF96-7496-48B8-A3A1-402B3D553767}" dt="2023-06-01T11:16:10.257" v="1952" actId="700"/>
          <ac:spMkLst>
            <pc:docMk/>
            <pc:sldMk cId="1768694738" sldId="280"/>
            <ac:spMk id="3" creationId="{8F199C3F-7805-E213-7E12-3D2A7DE5DF6B}"/>
          </ac:spMkLst>
        </pc:spChg>
        <pc:spChg chg="add del mod ord">
          <ac:chgData name="KONGKAEW, PUTTIWAT" userId="a8adac1e-848f-4d84-b961-6a7ffb648b49" providerId="ADAL" clId="{A21DEF96-7496-48B8-A3A1-402B3D553767}" dt="2023-06-01T11:16:13.174" v="1953"/>
          <ac:spMkLst>
            <pc:docMk/>
            <pc:sldMk cId="1768694738" sldId="280"/>
            <ac:spMk id="6" creationId="{78D0F6D9-FA05-92EA-A3E8-3CCA35020F8D}"/>
          </ac:spMkLst>
        </pc:spChg>
        <pc:spChg chg="add mod ord">
          <ac:chgData name="KONGKAEW, PUTTIWAT" userId="a8adac1e-848f-4d84-b961-6a7ffb648b49" providerId="ADAL" clId="{A21DEF96-7496-48B8-A3A1-402B3D553767}" dt="2023-06-01T11:23:59.586" v="2426" actId="20577"/>
          <ac:spMkLst>
            <pc:docMk/>
            <pc:sldMk cId="1768694738" sldId="280"/>
            <ac:spMk id="7" creationId="{5463D294-8E22-DBA1-1515-9619181CB489}"/>
          </ac:spMkLst>
        </pc:spChg>
        <pc:spChg chg="add mod">
          <ac:chgData name="KONGKAEW, PUTTIWAT" userId="a8adac1e-848f-4d84-b961-6a7ffb648b49" providerId="ADAL" clId="{A21DEF96-7496-48B8-A3A1-402B3D553767}" dt="2023-06-01T11:17:42.954" v="1978" actId="1076"/>
          <ac:spMkLst>
            <pc:docMk/>
            <pc:sldMk cId="1768694738" sldId="280"/>
            <ac:spMk id="10" creationId="{1288E8C4-F95F-E05A-1AC0-CCEFC5D80630}"/>
          </ac:spMkLst>
        </pc:spChg>
        <pc:spChg chg="add mod ord">
          <ac:chgData name="KONGKAEW, PUTTIWAT" userId="a8adac1e-848f-4d84-b961-6a7ffb648b49" providerId="ADAL" clId="{A21DEF96-7496-48B8-A3A1-402B3D553767}" dt="2023-06-01T11:18:23.880" v="1987" actId="1076"/>
          <ac:spMkLst>
            <pc:docMk/>
            <pc:sldMk cId="1768694738" sldId="280"/>
            <ac:spMk id="11" creationId="{5EC01D3A-4903-7FBF-20A0-4709CA76F99D}"/>
          </ac:spMkLst>
        </pc:spChg>
        <pc:spChg chg="add del mod">
          <ac:chgData name="KONGKAEW, PUTTIWAT" userId="a8adac1e-848f-4d84-b961-6a7ffb648b49" providerId="ADAL" clId="{A21DEF96-7496-48B8-A3A1-402B3D553767}" dt="2023-06-01T11:17:22.525" v="1971"/>
          <ac:spMkLst>
            <pc:docMk/>
            <pc:sldMk cId="1768694738" sldId="280"/>
            <ac:spMk id="13" creationId="{A945C35B-C6C1-7638-5405-5432E0AC286E}"/>
          </ac:spMkLst>
        </pc:spChg>
        <pc:spChg chg="add mod">
          <ac:chgData name="KONGKAEW, PUTTIWAT" userId="a8adac1e-848f-4d84-b961-6a7ffb648b49" providerId="ADAL" clId="{A21DEF96-7496-48B8-A3A1-402B3D553767}" dt="2023-06-01T11:18:16.764" v="1985" actId="14861"/>
          <ac:spMkLst>
            <pc:docMk/>
            <pc:sldMk cId="1768694738" sldId="280"/>
            <ac:spMk id="16" creationId="{C1CDF906-D13F-CD7C-3794-5A89616D688E}"/>
          </ac:spMkLst>
        </pc:spChg>
        <pc:spChg chg="add mod">
          <ac:chgData name="KONGKAEW, PUTTIWAT" userId="a8adac1e-848f-4d84-b961-6a7ffb648b49" providerId="ADAL" clId="{A21DEF96-7496-48B8-A3A1-402B3D553767}" dt="2023-06-01T11:18:35.087" v="1992" actId="1076"/>
          <ac:spMkLst>
            <pc:docMk/>
            <pc:sldMk cId="1768694738" sldId="280"/>
            <ac:spMk id="17" creationId="{1CB071F3-0998-14D8-A9A6-BC3139DFFBFA}"/>
          </ac:spMkLst>
        </pc:spChg>
        <pc:spChg chg="add mod">
          <ac:chgData name="KONGKAEW, PUTTIWAT" userId="a8adac1e-848f-4d84-b961-6a7ffb648b49" providerId="ADAL" clId="{A21DEF96-7496-48B8-A3A1-402B3D553767}" dt="2023-06-01T11:18:42.074" v="1996" actId="20577"/>
          <ac:spMkLst>
            <pc:docMk/>
            <pc:sldMk cId="1768694738" sldId="280"/>
            <ac:spMk id="18" creationId="{474B5D47-25F1-9573-E32D-B3866080A66B}"/>
          </ac:spMkLst>
        </pc:spChg>
        <pc:spChg chg="add mod">
          <ac:chgData name="KONGKAEW, PUTTIWAT" userId="a8adac1e-848f-4d84-b961-6a7ffb648b49" providerId="ADAL" clId="{A21DEF96-7496-48B8-A3A1-402B3D553767}" dt="2023-06-01T11:18:50.339" v="1998" actId="1076"/>
          <ac:spMkLst>
            <pc:docMk/>
            <pc:sldMk cId="1768694738" sldId="280"/>
            <ac:spMk id="19" creationId="{8BDA2E8A-E993-3FBC-5CFA-74D76DCAD5CA}"/>
          </ac:spMkLst>
        </pc:spChg>
        <pc:spChg chg="add mod">
          <ac:chgData name="KONGKAEW, PUTTIWAT" userId="a8adac1e-848f-4d84-b961-6a7ffb648b49" providerId="ADAL" clId="{A21DEF96-7496-48B8-A3A1-402B3D553767}" dt="2023-06-01T11:18:56.705" v="2000" actId="1076"/>
          <ac:spMkLst>
            <pc:docMk/>
            <pc:sldMk cId="1768694738" sldId="280"/>
            <ac:spMk id="20" creationId="{09D011B6-AF03-88C2-3A97-F7BC43F5FF7C}"/>
          </ac:spMkLst>
        </pc:spChg>
        <pc:spChg chg="add mod">
          <ac:chgData name="KONGKAEW, PUTTIWAT" userId="a8adac1e-848f-4d84-b961-6a7ffb648b49" providerId="ADAL" clId="{A21DEF96-7496-48B8-A3A1-402B3D553767}" dt="2023-06-01T11:19:01.958" v="2002" actId="1076"/>
          <ac:spMkLst>
            <pc:docMk/>
            <pc:sldMk cId="1768694738" sldId="280"/>
            <ac:spMk id="21" creationId="{F231A472-083F-B705-D607-571CF96C3606}"/>
          </ac:spMkLst>
        </pc:spChg>
        <pc:spChg chg="add mod">
          <ac:chgData name="KONGKAEW, PUTTIWAT" userId="a8adac1e-848f-4d84-b961-6a7ffb648b49" providerId="ADAL" clId="{A21DEF96-7496-48B8-A3A1-402B3D553767}" dt="2023-06-01T11:19:07.454" v="2004" actId="1076"/>
          <ac:spMkLst>
            <pc:docMk/>
            <pc:sldMk cId="1768694738" sldId="280"/>
            <ac:spMk id="22" creationId="{CEAF7059-C3F9-8661-0D38-C455C1C8EF36}"/>
          </ac:spMkLst>
        </pc:spChg>
        <pc:spChg chg="add mod">
          <ac:chgData name="KONGKAEW, PUTTIWAT" userId="a8adac1e-848f-4d84-b961-6a7ffb648b49" providerId="ADAL" clId="{A21DEF96-7496-48B8-A3A1-402B3D553767}" dt="2023-06-01T14:08:48.318" v="3230" actId="1076"/>
          <ac:spMkLst>
            <pc:docMk/>
            <pc:sldMk cId="1768694738" sldId="280"/>
            <ac:spMk id="23" creationId="{E241EC22-1793-CB25-62E4-1BA5CD4EDF3B}"/>
          </ac:spMkLst>
        </pc:spChg>
        <pc:spChg chg="add del mod">
          <ac:chgData name="KONGKAEW, PUTTIWAT" userId="a8adac1e-848f-4d84-b961-6a7ffb648b49" providerId="ADAL" clId="{A21DEF96-7496-48B8-A3A1-402B3D553767}" dt="2023-06-01T11:20:51.585" v="2172" actId="478"/>
          <ac:spMkLst>
            <pc:docMk/>
            <pc:sldMk cId="1768694738" sldId="280"/>
            <ac:spMk id="24" creationId="{D4D39194-B48C-2419-7433-2ABD78C2E96C}"/>
          </ac:spMkLst>
        </pc:spChg>
        <pc:spChg chg="add mod">
          <ac:chgData name="KONGKAEW, PUTTIWAT" userId="a8adac1e-848f-4d84-b961-6a7ffb648b49" providerId="ADAL" clId="{A21DEF96-7496-48B8-A3A1-402B3D553767}" dt="2023-06-01T14:10:25.950" v="3303" actId="1076"/>
          <ac:spMkLst>
            <pc:docMk/>
            <pc:sldMk cId="1768694738" sldId="280"/>
            <ac:spMk id="55" creationId="{87F72BC9-FAF8-528B-5A28-C0DC99CA123D}"/>
          </ac:spMkLst>
        </pc:spChg>
        <pc:picChg chg="add del mod">
          <ac:chgData name="KONGKAEW, PUTTIWAT" userId="a8adac1e-848f-4d84-b961-6a7ffb648b49" providerId="ADAL" clId="{A21DEF96-7496-48B8-A3A1-402B3D553767}" dt="2023-06-01T11:16:07.026" v="1951"/>
          <ac:picMkLst>
            <pc:docMk/>
            <pc:sldMk cId="1768694738" sldId="280"/>
            <ac:picMk id="5" creationId="{0A679AC5-A620-05AD-779E-4FF54B33B856}"/>
          </ac:picMkLst>
        </pc:picChg>
        <pc:picChg chg="add del mod">
          <ac:chgData name="KONGKAEW, PUTTIWAT" userId="a8adac1e-848f-4d84-b961-6a7ffb648b49" providerId="ADAL" clId="{A21DEF96-7496-48B8-A3A1-402B3D553767}" dt="2023-06-01T11:16:59.738" v="1970" actId="478"/>
          <ac:picMkLst>
            <pc:docMk/>
            <pc:sldMk cId="1768694738" sldId="280"/>
            <ac:picMk id="9" creationId="{0A1598B2-4369-9E32-2B3B-40B969B65AC4}"/>
          </ac:picMkLst>
        </pc:picChg>
        <pc:picChg chg="add mod ord">
          <ac:chgData name="KONGKAEW, PUTTIWAT" userId="a8adac1e-848f-4d84-b961-6a7ffb648b49" providerId="ADAL" clId="{A21DEF96-7496-48B8-A3A1-402B3D553767}" dt="2023-06-01T11:17:39.773" v="1977" actId="167"/>
          <ac:picMkLst>
            <pc:docMk/>
            <pc:sldMk cId="1768694738" sldId="280"/>
            <ac:picMk id="15" creationId="{7FBF035B-7E5D-979B-7B25-BDD2A7EABA94}"/>
          </ac:picMkLst>
        </pc:picChg>
        <pc:cxnChg chg="add del mod">
          <ac:chgData name="KONGKAEW, PUTTIWAT" userId="a8adac1e-848f-4d84-b961-6a7ffb648b49" providerId="ADAL" clId="{A21DEF96-7496-48B8-A3A1-402B3D553767}" dt="2023-06-01T11:22:31.590" v="2338" actId="478"/>
          <ac:cxnSpMkLst>
            <pc:docMk/>
            <pc:sldMk cId="1768694738" sldId="280"/>
            <ac:cxnSpMk id="26" creationId="{5B8ADF79-9F04-5E14-0694-FA97AB14EB36}"/>
          </ac:cxnSpMkLst>
        </pc:cxnChg>
        <pc:cxnChg chg="add mod">
          <ac:chgData name="KONGKAEW, PUTTIWAT" userId="a8adac1e-848f-4d84-b961-6a7ffb648b49" providerId="ADAL" clId="{A21DEF96-7496-48B8-A3A1-402B3D553767}" dt="2023-06-01T11:24:09.964" v="2431" actId="14100"/>
          <ac:cxnSpMkLst>
            <pc:docMk/>
            <pc:sldMk cId="1768694738" sldId="280"/>
            <ac:cxnSpMk id="27" creationId="{69F3CF02-F8B3-DE43-3C9D-16E755403CDF}"/>
          </ac:cxnSpMkLst>
        </pc:cxnChg>
        <pc:cxnChg chg="add del mod">
          <ac:chgData name="KONGKAEW, PUTTIWAT" userId="a8adac1e-848f-4d84-b961-6a7ffb648b49" providerId="ADAL" clId="{A21DEF96-7496-48B8-A3A1-402B3D553767}" dt="2023-06-01T11:23:35.019" v="2364" actId="478"/>
          <ac:cxnSpMkLst>
            <pc:docMk/>
            <pc:sldMk cId="1768694738" sldId="280"/>
            <ac:cxnSpMk id="30" creationId="{922049CC-12D5-0FD7-7A07-00A9738E508D}"/>
          </ac:cxnSpMkLst>
        </pc:cxnChg>
        <pc:cxnChg chg="add del mod">
          <ac:chgData name="KONGKAEW, PUTTIWAT" userId="a8adac1e-848f-4d84-b961-6a7ffb648b49" providerId="ADAL" clId="{A21DEF96-7496-48B8-A3A1-402B3D553767}" dt="2023-06-01T11:23:35.019" v="2364" actId="478"/>
          <ac:cxnSpMkLst>
            <pc:docMk/>
            <pc:sldMk cId="1768694738" sldId="280"/>
            <ac:cxnSpMk id="33" creationId="{BE907F32-5218-B026-2A52-FD4CB23C8A7E}"/>
          </ac:cxnSpMkLst>
        </pc:cxnChg>
        <pc:cxnChg chg="add del mod">
          <ac:chgData name="KONGKAEW, PUTTIWAT" userId="a8adac1e-848f-4d84-b961-6a7ffb648b49" providerId="ADAL" clId="{A21DEF96-7496-48B8-A3A1-402B3D553767}" dt="2023-06-01T11:23:35.019" v="2364" actId="478"/>
          <ac:cxnSpMkLst>
            <pc:docMk/>
            <pc:sldMk cId="1768694738" sldId="280"/>
            <ac:cxnSpMk id="36" creationId="{B293F8B6-816E-F712-D900-4DCC4A2E0035}"/>
          </ac:cxnSpMkLst>
        </pc:cxnChg>
        <pc:cxnChg chg="add mod">
          <ac:chgData name="KONGKAEW, PUTTIWAT" userId="a8adac1e-848f-4d84-b961-6a7ffb648b49" providerId="ADAL" clId="{A21DEF96-7496-48B8-A3A1-402B3D553767}" dt="2023-06-01T11:24:03.003" v="2427" actId="14100"/>
          <ac:cxnSpMkLst>
            <pc:docMk/>
            <pc:sldMk cId="1768694738" sldId="280"/>
            <ac:cxnSpMk id="39" creationId="{A7714A25-C944-F956-046F-71A03118435E}"/>
          </ac:cxnSpMkLst>
        </pc:cxnChg>
        <pc:cxnChg chg="add del mod">
          <ac:chgData name="KONGKAEW, PUTTIWAT" userId="a8adac1e-848f-4d84-b961-6a7ffb648b49" providerId="ADAL" clId="{A21DEF96-7496-48B8-A3A1-402B3D553767}" dt="2023-06-01T11:23:31.620" v="2363" actId="478"/>
          <ac:cxnSpMkLst>
            <pc:docMk/>
            <pc:sldMk cId="1768694738" sldId="280"/>
            <ac:cxnSpMk id="42" creationId="{9FB6C451-3FF8-6DBD-9641-62A672DC6013}"/>
          </ac:cxnSpMkLst>
        </pc:cxnChg>
        <pc:cxnChg chg="add del mod">
          <ac:chgData name="KONGKAEW, PUTTIWAT" userId="a8adac1e-848f-4d84-b961-6a7ffb648b49" providerId="ADAL" clId="{A21DEF96-7496-48B8-A3A1-402B3D553767}" dt="2023-06-01T11:23:31.620" v="2363" actId="478"/>
          <ac:cxnSpMkLst>
            <pc:docMk/>
            <pc:sldMk cId="1768694738" sldId="280"/>
            <ac:cxnSpMk id="45" creationId="{53889620-AE5F-4602-734F-F49BD7114A2D}"/>
          </ac:cxnSpMkLst>
        </pc:cxnChg>
        <pc:cxnChg chg="add del mod">
          <ac:chgData name="KONGKAEW, PUTTIWAT" userId="a8adac1e-848f-4d84-b961-6a7ffb648b49" providerId="ADAL" clId="{A21DEF96-7496-48B8-A3A1-402B3D553767}" dt="2023-06-01T11:23:31.620" v="2363" actId="478"/>
          <ac:cxnSpMkLst>
            <pc:docMk/>
            <pc:sldMk cId="1768694738" sldId="280"/>
            <ac:cxnSpMk id="48" creationId="{511E8200-014C-2CFC-0009-B85EB018C912}"/>
          </ac:cxnSpMkLst>
        </pc:cxnChg>
        <pc:cxnChg chg="add mod">
          <ac:chgData name="KONGKAEW, PUTTIWAT" userId="a8adac1e-848f-4d84-b961-6a7ffb648b49" providerId="ADAL" clId="{A21DEF96-7496-48B8-A3A1-402B3D553767}" dt="2023-06-01T11:24:08.266" v="2430" actId="14100"/>
          <ac:cxnSpMkLst>
            <pc:docMk/>
            <pc:sldMk cId="1768694738" sldId="280"/>
            <ac:cxnSpMk id="52" creationId="{3D63A107-EC55-5298-7C79-20036FE2FBE5}"/>
          </ac:cxnSpMkLst>
        </pc:cxnChg>
      </pc:sldChg>
      <pc:sldChg chg="addSp delSp modSp new del mod modClrScheme chgLayout">
        <pc:chgData name="KONGKAEW, PUTTIWAT" userId="a8adac1e-848f-4d84-b961-6a7ffb648b49" providerId="ADAL" clId="{A21DEF96-7496-48B8-A3A1-402B3D553767}" dt="2023-06-05T14:25:19.597" v="5700" actId="47"/>
        <pc:sldMkLst>
          <pc:docMk/>
          <pc:sldMk cId="1305184517" sldId="281"/>
        </pc:sldMkLst>
        <pc:spChg chg="del mod ord">
          <ac:chgData name="KONGKAEW, PUTTIWAT" userId="a8adac1e-848f-4d84-b961-6a7ffb648b49" providerId="ADAL" clId="{A21DEF96-7496-48B8-A3A1-402B3D553767}" dt="2023-06-01T11:27:10.558" v="2490" actId="700"/>
          <ac:spMkLst>
            <pc:docMk/>
            <pc:sldMk cId="1305184517" sldId="281"/>
            <ac:spMk id="2" creationId="{4655575A-87E1-5B3B-2E0A-1F04D5E3392E}"/>
          </ac:spMkLst>
        </pc:spChg>
        <pc:spChg chg="del">
          <ac:chgData name="KONGKAEW, PUTTIWAT" userId="a8adac1e-848f-4d84-b961-6a7ffb648b49" providerId="ADAL" clId="{A21DEF96-7496-48B8-A3A1-402B3D553767}" dt="2023-06-01T11:27:10.558" v="2490" actId="700"/>
          <ac:spMkLst>
            <pc:docMk/>
            <pc:sldMk cId="1305184517" sldId="281"/>
            <ac:spMk id="3" creationId="{73F3307F-A762-6F97-6E7B-F4E77804FD21}"/>
          </ac:spMkLst>
        </pc:spChg>
        <pc:spChg chg="mod ord">
          <ac:chgData name="KONGKAEW, PUTTIWAT" userId="a8adac1e-848f-4d84-b961-6a7ffb648b49" providerId="ADAL" clId="{A21DEF96-7496-48B8-A3A1-402B3D553767}" dt="2023-06-01T13:35:56.642" v="2766" actId="20577"/>
          <ac:spMkLst>
            <pc:docMk/>
            <pc:sldMk cId="1305184517" sldId="281"/>
            <ac:spMk id="4" creationId="{F580EC24-4D78-9A0F-B218-AE45A9A0CEAF}"/>
          </ac:spMkLst>
        </pc:spChg>
        <pc:spChg chg="add mod ord">
          <ac:chgData name="KONGKAEW, PUTTIWAT" userId="a8adac1e-848f-4d84-b961-6a7ffb648b49" providerId="ADAL" clId="{A21DEF96-7496-48B8-A3A1-402B3D553767}" dt="2023-06-01T13:34:42.340" v="2735" actId="20577"/>
          <ac:spMkLst>
            <pc:docMk/>
            <pc:sldMk cId="1305184517" sldId="281"/>
            <ac:spMk id="5" creationId="{5BBF2051-E05E-3321-E82A-6AE01AC25F79}"/>
          </ac:spMkLst>
        </pc:spChg>
      </pc:sldChg>
      <pc:sldChg chg="addSp delSp modSp add del mod modShow">
        <pc:chgData name="KONGKAEW, PUTTIWAT" userId="a8adac1e-848f-4d84-b961-6a7ffb648b49" providerId="ADAL" clId="{A21DEF96-7496-48B8-A3A1-402B3D553767}" dt="2023-06-01T18:57:46.283" v="5044" actId="1076"/>
        <pc:sldMkLst>
          <pc:docMk/>
          <pc:sldMk cId="365343772" sldId="282"/>
        </pc:sldMkLst>
        <pc:spChg chg="add del mod">
          <ac:chgData name="KONGKAEW, PUTTIWAT" userId="a8adac1e-848f-4d84-b961-6a7ffb648b49" providerId="ADAL" clId="{A21DEF96-7496-48B8-A3A1-402B3D553767}" dt="2023-06-01T17:15:49.063" v="3596" actId="478"/>
          <ac:spMkLst>
            <pc:docMk/>
            <pc:sldMk cId="365343772" sldId="282"/>
            <ac:spMk id="4" creationId="{0ED0FAC6-D3F3-09FC-8C83-53BAB4F28B92}"/>
          </ac:spMkLst>
        </pc:spChg>
        <pc:spChg chg="add mod">
          <ac:chgData name="KONGKAEW, PUTTIWAT" userId="a8adac1e-848f-4d84-b961-6a7ffb648b49" providerId="ADAL" clId="{A21DEF96-7496-48B8-A3A1-402B3D553767}" dt="2023-06-01T18:57:46.283" v="5044" actId="1076"/>
          <ac:spMkLst>
            <pc:docMk/>
            <pc:sldMk cId="365343772" sldId="282"/>
            <ac:spMk id="4" creationId="{647F1298-5941-F0BF-A188-3304D75C4736}"/>
          </ac:spMkLst>
        </pc:spChg>
        <pc:spChg chg="mod">
          <ac:chgData name="KONGKAEW, PUTTIWAT" userId="a8adac1e-848f-4d84-b961-6a7ffb648b49" providerId="ADAL" clId="{A21DEF96-7496-48B8-A3A1-402B3D553767}" dt="2023-06-01T17:54:25.357" v="4565" actId="20577"/>
          <ac:spMkLst>
            <pc:docMk/>
            <pc:sldMk cId="365343772" sldId="282"/>
            <ac:spMk id="6" creationId="{4B686916-464A-FAF1-07AB-8611E4D599F0}"/>
          </ac:spMkLst>
        </pc:spChg>
        <pc:spChg chg="del">
          <ac:chgData name="KONGKAEW, PUTTIWAT" userId="a8adac1e-848f-4d84-b961-6a7ffb648b49" providerId="ADAL" clId="{A21DEF96-7496-48B8-A3A1-402B3D553767}" dt="2023-06-01T17:16:03.127" v="3601" actId="478"/>
          <ac:spMkLst>
            <pc:docMk/>
            <pc:sldMk cId="365343772" sldId="282"/>
            <ac:spMk id="10" creationId="{26EE8DBB-30A2-2AE7-60D3-EB43D47EF5F0}"/>
          </ac:spMkLst>
        </pc:spChg>
        <pc:spChg chg="del">
          <ac:chgData name="KONGKAEW, PUTTIWAT" userId="a8adac1e-848f-4d84-b961-6a7ffb648b49" providerId="ADAL" clId="{A21DEF96-7496-48B8-A3A1-402B3D553767}" dt="2023-06-01T17:15:59.008" v="3600" actId="478"/>
          <ac:spMkLst>
            <pc:docMk/>
            <pc:sldMk cId="365343772" sldId="282"/>
            <ac:spMk id="13" creationId="{09944E85-81A1-C6BB-9DB7-C1389A33D64C}"/>
          </ac:spMkLst>
        </pc:spChg>
        <pc:spChg chg="del">
          <ac:chgData name="KONGKAEW, PUTTIWAT" userId="a8adac1e-848f-4d84-b961-6a7ffb648b49" providerId="ADAL" clId="{A21DEF96-7496-48B8-A3A1-402B3D553767}" dt="2023-06-01T17:16:13.541" v="3605" actId="478"/>
          <ac:spMkLst>
            <pc:docMk/>
            <pc:sldMk cId="365343772" sldId="282"/>
            <ac:spMk id="16" creationId="{96495585-B114-3ACD-0BFB-9FD8A3F8D09F}"/>
          </ac:spMkLst>
        </pc:spChg>
        <pc:spChg chg="add mod">
          <ac:chgData name="KONGKAEW, PUTTIWAT" userId="a8adac1e-848f-4d84-b961-6a7ffb648b49" providerId="ADAL" clId="{A21DEF96-7496-48B8-A3A1-402B3D553767}" dt="2023-06-01T17:56:44.475" v="4574" actId="14100"/>
          <ac:spMkLst>
            <pc:docMk/>
            <pc:sldMk cId="365343772" sldId="282"/>
            <ac:spMk id="18" creationId="{11D3F0A5-38CF-2EA1-C6ED-9D1422173A0D}"/>
          </ac:spMkLst>
        </pc:spChg>
        <pc:spChg chg="mod">
          <ac:chgData name="KONGKAEW, PUTTIWAT" userId="a8adac1e-848f-4d84-b961-6a7ffb648b49" providerId="ADAL" clId="{A21DEF96-7496-48B8-A3A1-402B3D553767}" dt="2023-06-01T18:46:36.143" v="4955" actId="20577"/>
          <ac:spMkLst>
            <pc:docMk/>
            <pc:sldMk cId="365343772" sldId="282"/>
            <ac:spMk id="22" creationId="{1DDF89F7-2A0F-ECD3-6A85-A93E0EE0CE0D}"/>
          </ac:spMkLst>
        </pc:spChg>
        <pc:spChg chg="del mod">
          <ac:chgData name="KONGKAEW, PUTTIWAT" userId="a8adac1e-848f-4d84-b961-6a7ffb648b49" providerId="ADAL" clId="{A21DEF96-7496-48B8-A3A1-402B3D553767}" dt="2023-06-01T17:22:24.523" v="3761" actId="478"/>
          <ac:spMkLst>
            <pc:docMk/>
            <pc:sldMk cId="365343772" sldId="282"/>
            <ac:spMk id="23" creationId="{1AAB38AD-9FA8-6B2F-C5BE-CFE5C952226D}"/>
          </ac:spMkLst>
        </pc:spChg>
        <pc:spChg chg="add mod">
          <ac:chgData name="KONGKAEW, PUTTIWAT" userId="a8adac1e-848f-4d84-b961-6a7ffb648b49" providerId="ADAL" clId="{A21DEF96-7496-48B8-A3A1-402B3D553767}" dt="2023-06-01T17:53:32.982" v="4480" actId="20577"/>
          <ac:spMkLst>
            <pc:docMk/>
            <pc:sldMk cId="365343772" sldId="282"/>
            <ac:spMk id="26" creationId="{4E6998E1-E7FD-F0CF-B91F-0178DF9195A0}"/>
          </ac:spMkLst>
        </pc:spChg>
        <pc:spChg chg="add del mod">
          <ac:chgData name="KONGKAEW, PUTTIWAT" userId="a8adac1e-848f-4d84-b961-6a7ffb648b49" providerId="ADAL" clId="{A21DEF96-7496-48B8-A3A1-402B3D553767}" dt="2023-06-01T17:52:12.133" v="4373" actId="478"/>
          <ac:spMkLst>
            <pc:docMk/>
            <pc:sldMk cId="365343772" sldId="282"/>
            <ac:spMk id="30" creationId="{64796495-1F7F-CC6C-26B2-A058172B47A1}"/>
          </ac:spMkLst>
        </pc:spChg>
        <pc:spChg chg="add del mod">
          <ac:chgData name="KONGKAEW, PUTTIWAT" userId="a8adac1e-848f-4d84-b961-6a7ffb648b49" providerId="ADAL" clId="{A21DEF96-7496-48B8-A3A1-402B3D553767}" dt="2023-06-01T17:31:30.930" v="3919" actId="478"/>
          <ac:spMkLst>
            <pc:docMk/>
            <pc:sldMk cId="365343772" sldId="282"/>
            <ac:spMk id="31" creationId="{85986802-7F89-8B6B-95C6-676968CAE24A}"/>
          </ac:spMkLst>
        </pc:spChg>
        <pc:spChg chg="add mod">
          <ac:chgData name="KONGKAEW, PUTTIWAT" userId="a8adac1e-848f-4d84-b961-6a7ffb648b49" providerId="ADAL" clId="{A21DEF96-7496-48B8-A3A1-402B3D553767}" dt="2023-06-01T18:38:39.093" v="4890" actId="20577"/>
          <ac:spMkLst>
            <pc:docMk/>
            <pc:sldMk cId="365343772" sldId="282"/>
            <ac:spMk id="40" creationId="{EE145A6C-A4F8-F2AE-BE81-2980B75E70E7}"/>
          </ac:spMkLst>
        </pc:spChg>
        <pc:spChg chg="add mod">
          <ac:chgData name="KONGKAEW, PUTTIWAT" userId="a8adac1e-848f-4d84-b961-6a7ffb648b49" providerId="ADAL" clId="{A21DEF96-7496-48B8-A3A1-402B3D553767}" dt="2023-06-01T17:57:10.863" v="4575" actId="1076"/>
          <ac:spMkLst>
            <pc:docMk/>
            <pc:sldMk cId="365343772" sldId="282"/>
            <ac:spMk id="49" creationId="{F20F1D66-542E-D900-F50B-BB039603FCA7}"/>
          </ac:spMkLst>
        </pc:spChg>
        <pc:spChg chg="add mod">
          <ac:chgData name="KONGKAEW, PUTTIWAT" userId="a8adac1e-848f-4d84-b961-6a7ffb648b49" providerId="ADAL" clId="{A21DEF96-7496-48B8-A3A1-402B3D553767}" dt="2023-06-01T18:26:14.978" v="4653" actId="5793"/>
          <ac:spMkLst>
            <pc:docMk/>
            <pc:sldMk cId="365343772" sldId="282"/>
            <ac:spMk id="52" creationId="{1D57AE36-88C7-F966-2AD1-C0EBDA7AF8D2}"/>
          </ac:spMkLst>
        </pc:spChg>
        <pc:picChg chg="del">
          <ac:chgData name="KONGKAEW, PUTTIWAT" userId="a8adac1e-848f-4d84-b961-6a7ffb648b49" providerId="ADAL" clId="{A21DEF96-7496-48B8-A3A1-402B3D553767}" dt="2023-06-01T17:15:36.437" v="3593" actId="478"/>
          <ac:picMkLst>
            <pc:docMk/>
            <pc:sldMk cId="365343772" sldId="282"/>
            <ac:picMk id="5" creationId="{A80D1966-7837-D70E-3D55-02B1A26B772D}"/>
          </ac:picMkLst>
        </pc:picChg>
        <pc:picChg chg="add mod ord">
          <ac:chgData name="KONGKAEW, PUTTIWAT" userId="a8adac1e-848f-4d84-b961-6a7ffb648b49" providerId="ADAL" clId="{A21DEF96-7496-48B8-A3A1-402B3D553767}" dt="2023-06-01T17:16:10.913" v="3603" actId="14100"/>
          <ac:picMkLst>
            <pc:docMk/>
            <pc:sldMk cId="365343772" sldId="282"/>
            <ac:picMk id="9" creationId="{155C979C-B437-6D7C-FCF5-2D27EB1C8040}"/>
          </ac:picMkLst>
        </pc:picChg>
        <pc:cxnChg chg="mod">
          <ac:chgData name="KONGKAEW, PUTTIWAT" userId="a8adac1e-848f-4d84-b961-6a7ffb648b49" providerId="ADAL" clId="{A21DEF96-7496-48B8-A3A1-402B3D553767}" dt="2023-06-01T17:54:25.357" v="4565" actId="20577"/>
          <ac:cxnSpMkLst>
            <pc:docMk/>
            <pc:sldMk cId="365343772" sldId="282"/>
            <ac:cxnSpMk id="8" creationId="{FC4EDA02-82FF-48D5-5AE9-E2365BCB7D64}"/>
          </ac:cxnSpMkLst>
        </pc:cxnChg>
        <pc:cxnChg chg="del">
          <ac:chgData name="KONGKAEW, PUTTIWAT" userId="a8adac1e-848f-4d84-b961-6a7ffb648b49" providerId="ADAL" clId="{A21DEF96-7496-48B8-A3A1-402B3D553767}" dt="2023-06-01T17:15:56.175" v="3598" actId="478"/>
          <ac:cxnSpMkLst>
            <pc:docMk/>
            <pc:sldMk cId="365343772" sldId="282"/>
            <ac:cxnSpMk id="12" creationId="{7E23EB05-B30E-0228-22E2-17B16DFC4633}"/>
          </ac:cxnSpMkLst>
        </pc:cxnChg>
        <pc:cxnChg chg="del">
          <ac:chgData name="KONGKAEW, PUTTIWAT" userId="a8adac1e-848f-4d84-b961-6a7ffb648b49" providerId="ADAL" clId="{A21DEF96-7496-48B8-A3A1-402B3D553767}" dt="2023-06-01T17:15:57.524" v="3599" actId="478"/>
          <ac:cxnSpMkLst>
            <pc:docMk/>
            <pc:sldMk cId="365343772" sldId="282"/>
            <ac:cxnSpMk id="15" creationId="{C3E06487-A636-6F0C-8E2B-29CCF33943CA}"/>
          </ac:cxnSpMkLst>
        </pc:cxnChg>
        <pc:cxnChg chg="del mod">
          <ac:chgData name="KONGKAEW, PUTTIWAT" userId="a8adac1e-848f-4d84-b961-6a7ffb648b49" providerId="ADAL" clId="{A21DEF96-7496-48B8-A3A1-402B3D553767}" dt="2023-06-01T17:16:11.997" v="3604" actId="478"/>
          <ac:cxnSpMkLst>
            <pc:docMk/>
            <pc:sldMk cId="365343772" sldId="282"/>
            <ac:cxnSpMk id="17" creationId="{F6246E3F-A453-12B9-12C2-97E93953F090}"/>
          </ac:cxnSpMkLst>
        </pc:cxnChg>
        <pc:cxnChg chg="add mod">
          <ac:chgData name="KONGKAEW, PUTTIWAT" userId="a8adac1e-848f-4d84-b961-6a7ffb648b49" providerId="ADAL" clId="{A21DEF96-7496-48B8-A3A1-402B3D553767}" dt="2023-06-01T17:53:24.665" v="4455" actId="20577"/>
          <ac:cxnSpMkLst>
            <pc:docMk/>
            <pc:sldMk cId="365343772" sldId="282"/>
            <ac:cxnSpMk id="19" creationId="{1B4FBBDF-D1FA-9E49-06BE-E8D5EC8CF5EF}"/>
          </ac:cxnSpMkLst>
        </pc:cxnChg>
        <pc:cxnChg chg="add del mod">
          <ac:chgData name="KONGKAEW, PUTTIWAT" userId="a8adac1e-848f-4d84-b961-6a7ffb648b49" providerId="ADAL" clId="{A21DEF96-7496-48B8-A3A1-402B3D553767}" dt="2023-06-01T17:51:37.821" v="4327" actId="478"/>
          <ac:cxnSpMkLst>
            <pc:docMk/>
            <pc:sldMk cId="365343772" sldId="282"/>
            <ac:cxnSpMk id="27" creationId="{88F76316-71C8-6EC0-2B95-39CFCAE039E6}"/>
          </ac:cxnSpMkLst>
        </pc:cxnChg>
        <pc:cxnChg chg="add mod">
          <ac:chgData name="KONGKAEW, PUTTIWAT" userId="a8adac1e-848f-4d84-b961-6a7ffb648b49" providerId="ADAL" clId="{A21DEF96-7496-48B8-A3A1-402B3D553767}" dt="2023-06-01T17:58:40.606" v="4641" actId="1035"/>
          <ac:cxnSpMkLst>
            <pc:docMk/>
            <pc:sldMk cId="365343772" sldId="282"/>
            <ac:cxnSpMk id="34" creationId="{3B2D602D-1A38-D727-2292-3B984644290E}"/>
          </ac:cxnSpMkLst>
        </pc:cxnChg>
        <pc:cxnChg chg="add mod">
          <ac:chgData name="KONGKAEW, PUTTIWAT" userId="a8adac1e-848f-4d84-b961-6a7ffb648b49" providerId="ADAL" clId="{A21DEF96-7496-48B8-A3A1-402B3D553767}" dt="2023-06-01T17:58:40.606" v="4641" actId="1035"/>
          <ac:cxnSpMkLst>
            <pc:docMk/>
            <pc:sldMk cId="365343772" sldId="282"/>
            <ac:cxnSpMk id="35" creationId="{FAFB421E-69D4-B094-7779-F240C88293CF}"/>
          </ac:cxnSpMkLst>
        </pc:cxnChg>
        <pc:cxnChg chg="add mod">
          <ac:chgData name="KONGKAEW, PUTTIWAT" userId="a8adac1e-848f-4d84-b961-6a7ffb648b49" providerId="ADAL" clId="{A21DEF96-7496-48B8-A3A1-402B3D553767}" dt="2023-06-01T17:58:40.606" v="4641" actId="1035"/>
          <ac:cxnSpMkLst>
            <pc:docMk/>
            <pc:sldMk cId="365343772" sldId="282"/>
            <ac:cxnSpMk id="36" creationId="{80606903-C4EE-B991-308F-8718F24D6E29}"/>
          </ac:cxnSpMkLst>
        </pc:cxnChg>
        <pc:cxnChg chg="add mod">
          <ac:chgData name="KONGKAEW, PUTTIWAT" userId="a8adac1e-848f-4d84-b961-6a7ffb648b49" providerId="ADAL" clId="{A21DEF96-7496-48B8-A3A1-402B3D553767}" dt="2023-06-01T17:58:40.606" v="4641" actId="1035"/>
          <ac:cxnSpMkLst>
            <pc:docMk/>
            <pc:sldMk cId="365343772" sldId="282"/>
            <ac:cxnSpMk id="37" creationId="{FA01EF04-2D37-C9DD-43A6-8FC6B27DC301}"/>
          </ac:cxnSpMkLst>
        </pc:cxnChg>
        <pc:cxnChg chg="add mod">
          <ac:chgData name="KONGKAEW, PUTTIWAT" userId="a8adac1e-848f-4d84-b961-6a7ffb648b49" providerId="ADAL" clId="{A21DEF96-7496-48B8-A3A1-402B3D553767}" dt="2023-06-01T17:58:40.606" v="4641" actId="1035"/>
          <ac:cxnSpMkLst>
            <pc:docMk/>
            <pc:sldMk cId="365343772" sldId="282"/>
            <ac:cxnSpMk id="38" creationId="{6BAE9D77-ED63-12C0-15DE-A0C408BDA512}"/>
          </ac:cxnSpMkLst>
        </pc:cxnChg>
        <pc:cxnChg chg="add mod">
          <ac:chgData name="KONGKAEW, PUTTIWAT" userId="a8adac1e-848f-4d84-b961-6a7ffb648b49" providerId="ADAL" clId="{A21DEF96-7496-48B8-A3A1-402B3D553767}" dt="2023-06-01T17:58:40.606" v="4641" actId="1035"/>
          <ac:cxnSpMkLst>
            <pc:docMk/>
            <pc:sldMk cId="365343772" sldId="282"/>
            <ac:cxnSpMk id="39" creationId="{EDD43A44-CFED-1E86-9B52-87CAFBF601DF}"/>
          </ac:cxnSpMkLst>
        </pc:cxnChg>
        <pc:cxnChg chg="add mod">
          <ac:chgData name="KONGKAEW, PUTTIWAT" userId="a8adac1e-848f-4d84-b961-6a7ffb648b49" providerId="ADAL" clId="{A21DEF96-7496-48B8-A3A1-402B3D553767}" dt="2023-06-01T18:39:21.647" v="4937" actId="14100"/>
          <ac:cxnSpMkLst>
            <pc:docMk/>
            <pc:sldMk cId="365343772" sldId="282"/>
            <ac:cxnSpMk id="41" creationId="{C7A37D16-1552-A14F-5135-C2FD5727216D}"/>
          </ac:cxnSpMkLst>
        </pc:cxnChg>
        <pc:cxnChg chg="add mod">
          <ac:chgData name="KONGKAEW, PUTTIWAT" userId="a8adac1e-848f-4d84-b961-6a7ffb648b49" providerId="ADAL" clId="{A21DEF96-7496-48B8-A3A1-402B3D553767}" dt="2023-06-01T17:58:44.829" v="4642" actId="14100"/>
          <ac:cxnSpMkLst>
            <pc:docMk/>
            <pc:sldMk cId="365343772" sldId="282"/>
            <ac:cxnSpMk id="50" creationId="{EE381CC3-59BD-F4AC-47ED-4CED1616C264}"/>
          </ac:cxnSpMkLst>
        </pc:cxnChg>
      </pc:sldChg>
      <pc:sldChg chg="addSp delSp modSp add mod modShow">
        <pc:chgData name="KONGKAEW, PUTTIWAT" userId="a8adac1e-848f-4d84-b961-6a7ffb648b49" providerId="ADAL" clId="{A21DEF96-7496-48B8-A3A1-402B3D553767}" dt="2023-06-01T18:57:48.504" v="5045"/>
        <pc:sldMkLst>
          <pc:docMk/>
          <pc:sldMk cId="947967762" sldId="283"/>
        </pc:sldMkLst>
        <pc:spChg chg="add mod">
          <ac:chgData name="KONGKAEW, PUTTIWAT" userId="a8adac1e-848f-4d84-b961-6a7ffb648b49" providerId="ADAL" clId="{A21DEF96-7496-48B8-A3A1-402B3D553767}" dt="2023-06-01T18:57:48.504" v="5045"/>
          <ac:spMkLst>
            <pc:docMk/>
            <pc:sldMk cId="947967762" sldId="283"/>
            <ac:spMk id="5" creationId="{0C0EB340-63EF-BB81-3312-5F323E651EC5}"/>
          </ac:spMkLst>
        </pc:spChg>
        <pc:spChg chg="add del mod">
          <ac:chgData name="KONGKAEW, PUTTIWAT" userId="a8adac1e-848f-4d84-b961-6a7ffb648b49" providerId="ADAL" clId="{A21DEF96-7496-48B8-A3A1-402B3D553767}" dt="2023-06-01T18:36:32.651" v="4852" actId="478"/>
          <ac:spMkLst>
            <pc:docMk/>
            <pc:sldMk cId="947967762" sldId="283"/>
            <ac:spMk id="6" creationId="{4B686916-464A-FAF1-07AB-8611E4D599F0}"/>
          </ac:spMkLst>
        </pc:spChg>
        <pc:spChg chg="mod">
          <ac:chgData name="KONGKAEW, PUTTIWAT" userId="a8adac1e-848f-4d84-b961-6a7ffb648b49" providerId="ADAL" clId="{A21DEF96-7496-48B8-A3A1-402B3D553767}" dt="2023-06-01T18:46:38.607" v="4956" actId="20577"/>
          <ac:spMkLst>
            <pc:docMk/>
            <pc:sldMk cId="947967762" sldId="283"/>
            <ac:spMk id="22" creationId="{1DDF89F7-2A0F-ECD3-6A85-A93E0EE0CE0D}"/>
          </ac:spMkLst>
        </pc:spChg>
        <pc:spChg chg="mod">
          <ac:chgData name="KONGKAEW, PUTTIWAT" userId="a8adac1e-848f-4d84-b961-6a7ffb648b49" providerId="ADAL" clId="{A21DEF96-7496-48B8-A3A1-402B3D553767}" dt="2023-06-01T18:39:01.244" v="4936" actId="20577"/>
          <ac:spMkLst>
            <pc:docMk/>
            <pc:sldMk cId="947967762" sldId="283"/>
            <ac:spMk id="40" creationId="{EE145A6C-A4F8-F2AE-BE81-2980B75E70E7}"/>
          </ac:spMkLst>
        </pc:spChg>
        <pc:spChg chg="mod">
          <ac:chgData name="KONGKAEW, PUTTIWAT" userId="a8adac1e-848f-4d84-b961-6a7ffb648b49" providerId="ADAL" clId="{A21DEF96-7496-48B8-A3A1-402B3D553767}" dt="2023-06-01T18:38:11.893" v="4874" actId="1076"/>
          <ac:spMkLst>
            <pc:docMk/>
            <pc:sldMk cId="947967762" sldId="283"/>
            <ac:spMk id="52" creationId="{1D57AE36-88C7-F966-2AD1-C0EBDA7AF8D2}"/>
          </ac:spMkLst>
        </pc:spChg>
        <pc:cxnChg chg="add mod">
          <ac:chgData name="KONGKAEW, PUTTIWAT" userId="a8adac1e-848f-4d84-b961-6a7ffb648b49" providerId="ADAL" clId="{A21DEF96-7496-48B8-A3A1-402B3D553767}" dt="2023-06-01T18:45:22.226" v="4949" actId="1035"/>
          <ac:cxnSpMkLst>
            <pc:docMk/>
            <pc:sldMk cId="947967762" sldId="283"/>
            <ac:cxnSpMk id="4" creationId="{B870BA73-3B52-B39C-6777-CE17D51D9D1F}"/>
          </ac:cxnSpMkLst>
        </pc:cxnChg>
        <pc:cxnChg chg="add del mod">
          <ac:chgData name="KONGKAEW, PUTTIWAT" userId="a8adac1e-848f-4d84-b961-6a7ffb648b49" providerId="ADAL" clId="{A21DEF96-7496-48B8-A3A1-402B3D553767}" dt="2023-06-01T18:36:32.690" v="4853" actId="478"/>
          <ac:cxnSpMkLst>
            <pc:docMk/>
            <pc:sldMk cId="947967762" sldId="283"/>
            <ac:cxnSpMk id="8" creationId="{FC4EDA02-82FF-48D5-5AE9-E2365BCB7D64}"/>
          </ac:cxnSpMkLst>
        </pc:cxnChg>
        <pc:cxnChg chg="mod">
          <ac:chgData name="KONGKAEW, PUTTIWAT" userId="a8adac1e-848f-4d84-b961-6a7ffb648b49" providerId="ADAL" clId="{A21DEF96-7496-48B8-A3A1-402B3D553767}" dt="2023-06-01T18:33:46.222" v="4701" actId="1076"/>
          <ac:cxnSpMkLst>
            <pc:docMk/>
            <pc:sldMk cId="947967762" sldId="283"/>
            <ac:cxnSpMk id="34" creationId="{3B2D602D-1A38-D727-2292-3B984644290E}"/>
          </ac:cxnSpMkLst>
        </pc:cxnChg>
        <pc:cxnChg chg="mod">
          <ac:chgData name="KONGKAEW, PUTTIWAT" userId="a8adac1e-848f-4d84-b961-6a7ffb648b49" providerId="ADAL" clId="{A21DEF96-7496-48B8-A3A1-402B3D553767}" dt="2023-06-01T18:33:42.117" v="4700" actId="1076"/>
          <ac:cxnSpMkLst>
            <pc:docMk/>
            <pc:sldMk cId="947967762" sldId="283"/>
            <ac:cxnSpMk id="35" creationId="{FAFB421E-69D4-B094-7779-F240C88293CF}"/>
          </ac:cxnSpMkLst>
        </pc:cxnChg>
        <pc:cxnChg chg="mod">
          <ac:chgData name="KONGKAEW, PUTTIWAT" userId="a8adac1e-848f-4d84-b961-6a7ffb648b49" providerId="ADAL" clId="{A21DEF96-7496-48B8-A3A1-402B3D553767}" dt="2023-06-01T18:27:57.363" v="4697" actId="1076"/>
          <ac:cxnSpMkLst>
            <pc:docMk/>
            <pc:sldMk cId="947967762" sldId="283"/>
            <ac:cxnSpMk id="36" creationId="{80606903-C4EE-B991-308F-8718F24D6E29}"/>
          </ac:cxnSpMkLst>
        </pc:cxnChg>
        <pc:cxnChg chg="mod">
          <ac:chgData name="KONGKAEW, PUTTIWAT" userId="a8adac1e-848f-4d84-b961-6a7ffb648b49" providerId="ADAL" clId="{A21DEF96-7496-48B8-A3A1-402B3D553767}" dt="2023-06-01T18:34:01.449" v="4702" actId="1076"/>
          <ac:cxnSpMkLst>
            <pc:docMk/>
            <pc:sldMk cId="947967762" sldId="283"/>
            <ac:cxnSpMk id="37" creationId="{FA01EF04-2D37-C9DD-43A6-8FC6B27DC301}"/>
          </ac:cxnSpMkLst>
        </pc:cxnChg>
        <pc:cxnChg chg="del">
          <ac:chgData name="KONGKAEW, PUTTIWAT" userId="a8adac1e-848f-4d84-b961-6a7ffb648b49" providerId="ADAL" clId="{A21DEF96-7496-48B8-A3A1-402B3D553767}" dt="2023-06-01T18:38:09.340" v="4872" actId="478"/>
          <ac:cxnSpMkLst>
            <pc:docMk/>
            <pc:sldMk cId="947967762" sldId="283"/>
            <ac:cxnSpMk id="38" creationId="{6BAE9D77-ED63-12C0-15DE-A0C408BDA512}"/>
          </ac:cxnSpMkLst>
        </pc:cxnChg>
        <pc:cxnChg chg="del">
          <ac:chgData name="KONGKAEW, PUTTIWAT" userId="a8adac1e-848f-4d84-b961-6a7ffb648b49" providerId="ADAL" clId="{A21DEF96-7496-48B8-A3A1-402B3D553767}" dt="2023-06-01T18:38:10.014" v="4873" actId="478"/>
          <ac:cxnSpMkLst>
            <pc:docMk/>
            <pc:sldMk cId="947967762" sldId="283"/>
            <ac:cxnSpMk id="39" creationId="{EDD43A44-CFED-1E86-9B52-87CAFBF601DF}"/>
          </ac:cxnSpMkLst>
        </pc:cxnChg>
        <pc:cxnChg chg="mod">
          <ac:chgData name="KONGKAEW, PUTTIWAT" userId="a8adac1e-848f-4d84-b961-6a7ffb648b49" providerId="ADAL" clId="{A21DEF96-7496-48B8-A3A1-402B3D553767}" dt="2023-06-01T18:36:32.885" v="4859" actId="14100"/>
          <ac:cxnSpMkLst>
            <pc:docMk/>
            <pc:sldMk cId="947967762" sldId="283"/>
            <ac:cxnSpMk id="41" creationId="{C7A37D16-1552-A14F-5135-C2FD5727216D}"/>
          </ac:cxnSpMkLst>
        </pc:cxnChg>
      </pc:sldChg>
      <pc:sldChg chg="addSp delSp modSp add del mod">
        <pc:chgData name="KONGKAEW, PUTTIWAT" userId="a8adac1e-848f-4d84-b961-6a7ffb648b49" providerId="ADAL" clId="{A21DEF96-7496-48B8-A3A1-402B3D553767}" dt="2023-06-01T17:54:48.428" v="4568" actId="47"/>
        <pc:sldMkLst>
          <pc:docMk/>
          <pc:sldMk cId="995575786" sldId="283"/>
        </pc:sldMkLst>
        <pc:spChg chg="add del mod">
          <ac:chgData name="KONGKAEW, PUTTIWAT" userId="a8adac1e-848f-4d84-b961-6a7ffb648b49" providerId="ADAL" clId="{A21DEF96-7496-48B8-A3A1-402B3D553767}" dt="2023-06-01T17:54:39.866" v="4566" actId="21"/>
          <ac:spMkLst>
            <pc:docMk/>
            <pc:sldMk cId="995575786" sldId="283"/>
            <ac:spMk id="3" creationId="{7A3016C5-6B35-CC3C-3AFC-39991990C8AD}"/>
          </ac:spMkLst>
        </pc:spChg>
        <pc:spChg chg="mod">
          <ac:chgData name="KONGKAEW, PUTTIWAT" userId="a8adac1e-848f-4d84-b961-6a7ffb648b49" providerId="ADAL" clId="{A21DEF96-7496-48B8-A3A1-402B3D553767}" dt="2023-06-01T17:46:11.462" v="4221" actId="1076"/>
          <ac:spMkLst>
            <pc:docMk/>
            <pc:sldMk cId="995575786" sldId="283"/>
            <ac:spMk id="18" creationId="{11D3F0A5-38CF-2EA1-C6ED-9D1422173A0D}"/>
          </ac:spMkLst>
        </pc:spChg>
        <pc:spChg chg="mod">
          <ac:chgData name="KONGKAEW, PUTTIWAT" userId="a8adac1e-848f-4d84-b961-6a7ffb648b49" providerId="ADAL" clId="{A21DEF96-7496-48B8-A3A1-402B3D553767}" dt="2023-06-01T17:47:18.655" v="4244" actId="20577"/>
          <ac:spMkLst>
            <pc:docMk/>
            <pc:sldMk cId="995575786" sldId="283"/>
            <ac:spMk id="22" creationId="{1DDF89F7-2A0F-ECD3-6A85-A93E0EE0CE0D}"/>
          </ac:spMkLst>
        </pc:spChg>
        <pc:spChg chg="del">
          <ac:chgData name="KONGKAEW, PUTTIWAT" userId="a8adac1e-848f-4d84-b961-6a7ffb648b49" providerId="ADAL" clId="{A21DEF96-7496-48B8-A3A1-402B3D553767}" dt="2023-06-01T17:48:15.045" v="4247" actId="478"/>
          <ac:spMkLst>
            <pc:docMk/>
            <pc:sldMk cId="995575786" sldId="283"/>
            <ac:spMk id="26" creationId="{4E6998E1-E7FD-F0CF-B91F-0178DF9195A0}"/>
          </ac:spMkLst>
        </pc:spChg>
        <pc:spChg chg="del">
          <ac:chgData name="KONGKAEW, PUTTIWAT" userId="a8adac1e-848f-4d84-b961-6a7ffb648b49" providerId="ADAL" clId="{A21DEF96-7496-48B8-A3A1-402B3D553767}" dt="2023-06-01T17:48:11.528" v="4246" actId="478"/>
          <ac:spMkLst>
            <pc:docMk/>
            <pc:sldMk cId="995575786" sldId="283"/>
            <ac:spMk id="30" creationId="{64796495-1F7F-CC6C-26B2-A058172B47A1}"/>
          </ac:spMkLst>
        </pc:spChg>
        <pc:cxnChg chg="add del mod">
          <ac:chgData name="KONGKAEW, PUTTIWAT" userId="a8adac1e-848f-4d84-b961-6a7ffb648b49" providerId="ADAL" clId="{A21DEF96-7496-48B8-A3A1-402B3D553767}" dt="2023-06-01T17:54:39.866" v="4566" actId="21"/>
          <ac:cxnSpMkLst>
            <pc:docMk/>
            <pc:sldMk cId="995575786" sldId="283"/>
            <ac:cxnSpMk id="4" creationId="{97BFAC80-6604-D7A0-E825-CBCBAA6F28DF}"/>
          </ac:cxnSpMkLst>
        </pc:cxnChg>
        <pc:cxnChg chg="del">
          <ac:chgData name="KONGKAEW, PUTTIWAT" userId="a8adac1e-848f-4d84-b961-6a7ffb648b49" providerId="ADAL" clId="{A21DEF96-7496-48B8-A3A1-402B3D553767}" dt="2023-06-01T17:48:15.045" v="4247" actId="478"/>
          <ac:cxnSpMkLst>
            <pc:docMk/>
            <pc:sldMk cId="995575786" sldId="283"/>
            <ac:cxnSpMk id="19" creationId="{1B4FBBDF-D1FA-9E49-06BE-E8D5EC8CF5EF}"/>
          </ac:cxnSpMkLst>
        </pc:cxnChg>
        <pc:cxnChg chg="del">
          <ac:chgData name="KONGKAEW, PUTTIWAT" userId="a8adac1e-848f-4d84-b961-6a7ffb648b49" providerId="ADAL" clId="{A21DEF96-7496-48B8-A3A1-402B3D553767}" dt="2023-06-01T17:48:11.528" v="4246" actId="478"/>
          <ac:cxnSpMkLst>
            <pc:docMk/>
            <pc:sldMk cId="995575786" sldId="283"/>
            <ac:cxnSpMk id="27" creationId="{88F76316-71C8-6EC0-2B95-39CFCAE039E6}"/>
          </ac:cxnSpMkLst>
        </pc:cxnChg>
        <pc:cxnChg chg="del">
          <ac:chgData name="KONGKAEW, PUTTIWAT" userId="a8adac1e-848f-4d84-b961-6a7ffb648b49" providerId="ADAL" clId="{A21DEF96-7496-48B8-A3A1-402B3D553767}" dt="2023-06-01T17:48:07.657" v="4245" actId="478"/>
          <ac:cxnSpMkLst>
            <pc:docMk/>
            <pc:sldMk cId="995575786" sldId="283"/>
            <ac:cxnSpMk id="34" creationId="{3B2D602D-1A38-D727-2292-3B984644290E}"/>
          </ac:cxnSpMkLst>
        </pc:cxnChg>
        <pc:cxnChg chg="del">
          <ac:chgData name="KONGKAEW, PUTTIWAT" userId="a8adac1e-848f-4d84-b961-6a7ffb648b49" providerId="ADAL" clId="{A21DEF96-7496-48B8-A3A1-402B3D553767}" dt="2023-06-01T17:48:07.657" v="4245" actId="478"/>
          <ac:cxnSpMkLst>
            <pc:docMk/>
            <pc:sldMk cId="995575786" sldId="283"/>
            <ac:cxnSpMk id="35" creationId="{FAFB421E-69D4-B094-7779-F240C88293CF}"/>
          </ac:cxnSpMkLst>
        </pc:cxnChg>
        <pc:cxnChg chg="del">
          <ac:chgData name="KONGKAEW, PUTTIWAT" userId="a8adac1e-848f-4d84-b961-6a7ffb648b49" providerId="ADAL" clId="{A21DEF96-7496-48B8-A3A1-402B3D553767}" dt="2023-06-01T17:48:07.657" v="4245" actId="478"/>
          <ac:cxnSpMkLst>
            <pc:docMk/>
            <pc:sldMk cId="995575786" sldId="283"/>
            <ac:cxnSpMk id="36" creationId="{80606903-C4EE-B991-308F-8718F24D6E29}"/>
          </ac:cxnSpMkLst>
        </pc:cxnChg>
        <pc:cxnChg chg="del">
          <ac:chgData name="KONGKAEW, PUTTIWAT" userId="a8adac1e-848f-4d84-b961-6a7ffb648b49" providerId="ADAL" clId="{A21DEF96-7496-48B8-A3A1-402B3D553767}" dt="2023-06-01T17:48:07.657" v="4245" actId="478"/>
          <ac:cxnSpMkLst>
            <pc:docMk/>
            <pc:sldMk cId="995575786" sldId="283"/>
            <ac:cxnSpMk id="37" creationId="{FA01EF04-2D37-C9DD-43A6-8FC6B27DC301}"/>
          </ac:cxnSpMkLst>
        </pc:cxnChg>
        <pc:cxnChg chg="del">
          <ac:chgData name="KONGKAEW, PUTTIWAT" userId="a8adac1e-848f-4d84-b961-6a7ffb648b49" providerId="ADAL" clId="{A21DEF96-7496-48B8-A3A1-402B3D553767}" dt="2023-06-01T17:48:07.657" v="4245" actId="478"/>
          <ac:cxnSpMkLst>
            <pc:docMk/>
            <pc:sldMk cId="995575786" sldId="283"/>
            <ac:cxnSpMk id="38" creationId="{6BAE9D77-ED63-12C0-15DE-A0C408BDA512}"/>
          </ac:cxnSpMkLst>
        </pc:cxnChg>
        <pc:cxnChg chg="del">
          <ac:chgData name="KONGKAEW, PUTTIWAT" userId="a8adac1e-848f-4d84-b961-6a7ffb648b49" providerId="ADAL" clId="{A21DEF96-7496-48B8-A3A1-402B3D553767}" dt="2023-06-01T17:48:07.657" v="4245" actId="478"/>
          <ac:cxnSpMkLst>
            <pc:docMk/>
            <pc:sldMk cId="995575786" sldId="283"/>
            <ac:cxnSpMk id="39" creationId="{EDD43A44-CFED-1E86-9B52-87CAFBF601DF}"/>
          </ac:cxnSpMkLst>
        </pc:cxnChg>
      </pc:sldChg>
      <pc:sldChg chg="delSp add del mod">
        <pc:chgData name="KONGKAEW, PUTTIWAT" userId="a8adac1e-848f-4d84-b961-6a7ffb648b49" providerId="ADAL" clId="{A21DEF96-7496-48B8-A3A1-402B3D553767}" dt="2023-06-01T17:39:03.123" v="4124" actId="47"/>
        <pc:sldMkLst>
          <pc:docMk/>
          <pc:sldMk cId="1352640996" sldId="283"/>
        </pc:sldMkLst>
        <pc:spChg chg="del">
          <ac:chgData name="KONGKAEW, PUTTIWAT" userId="a8adac1e-848f-4d84-b961-6a7ffb648b49" providerId="ADAL" clId="{A21DEF96-7496-48B8-A3A1-402B3D553767}" dt="2023-06-01T17:22:14.888" v="3755" actId="478"/>
          <ac:spMkLst>
            <pc:docMk/>
            <pc:sldMk cId="1352640996" sldId="283"/>
            <ac:spMk id="23" creationId="{1AAB38AD-9FA8-6B2F-C5BE-CFE5C952226D}"/>
          </ac:spMkLst>
        </pc:spChg>
      </pc:sldChg>
      <pc:sldChg chg="new del">
        <pc:chgData name="KONGKAEW, PUTTIWAT" userId="a8adac1e-848f-4d84-b961-6a7ffb648b49" providerId="ADAL" clId="{A21DEF96-7496-48B8-A3A1-402B3D553767}" dt="2023-06-01T18:46:24.558" v="4951" actId="47"/>
        <pc:sldMkLst>
          <pc:docMk/>
          <pc:sldMk cId="842648566" sldId="284"/>
        </pc:sldMkLst>
      </pc:sldChg>
      <pc:sldChg chg="new del">
        <pc:chgData name="KONGKAEW, PUTTIWAT" userId="a8adac1e-848f-4d84-b961-6a7ffb648b49" providerId="ADAL" clId="{A21DEF96-7496-48B8-A3A1-402B3D553767}" dt="2023-06-01T17:22:09.124" v="3754" actId="680"/>
        <pc:sldMkLst>
          <pc:docMk/>
          <pc:sldMk cId="3212489363" sldId="284"/>
        </pc:sldMkLst>
      </pc:sldChg>
      <pc:sldChg chg="addSp delSp modSp add del mod">
        <pc:chgData name="KONGKAEW, PUTTIWAT" userId="a8adac1e-848f-4d84-b961-6a7ffb648b49" providerId="ADAL" clId="{A21DEF96-7496-48B8-A3A1-402B3D553767}" dt="2023-06-01T19:06:23.337" v="5106" actId="1076"/>
        <pc:sldMkLst>
          <pc:docMk/>
          <pc:sldMk cId="3667473920" sldId="284"/>
        </pc:sldMkLst>
        <pc:spChg chg="add mod">
          <ac:chgData name="KONGKAEW, PUTTIWAT" userId="a8adac1e-848f-4d84-b961-6a7ffb648b49" providerId="ADAL" clId="{A21DEF96-7496-48B8-A3A1-402B3D553767}" dt="2023-06-01T19:06:23.337" v="5106" actId="1076"/>
          <ac:spMkLst>
            <pc:docMk/>
            <pc:sldMk cId="3667473920" sldId="284"/>
            <ac:spMk id="3" creationId="{0F60772A-06BC-53A2-2686-3796655B7781}"/>
          </ac:spMkLst>
        </pc:spChg>
        <pc:spChg chg="add mod">
          <ac:chgData name="KONGKAEW, PUTTIWAT" userId="a8adac1e-848f-4d84-b961-6a7ffb648b49" providerId="ADAL" clId="{A21DEF96-7496-48B8-A3A1-402B3D553767}" dt="2023-06-01T18:49:28.790" v="5024" actId="20577"/>
          <ac:spMkLst>
            <pc:docMk/>
            <pc:sldMk cId="3667473920" sldId="284"/>
            <ac:spMk id="6" creationId="{DF1BCFD2-4C7D-F3C4-40CD-6CBE0439F60B}"/>
          </ac:spMkLst>
        </pc:spChg>
        <pc:spChg chg="add mod">
          <ac:chgData name="KONGKAEW, PUTTIWAT" userId="a8adac1e-848f-4d84-b961-6a7ffb648b49" providerId="ADAL" clId="{A21DEF96-7496-48B8-A3A1-402B3D553767}" dt="2023-06-01T18:57:53.153" v="5047" actId="1076"/>
          <ac:spMkLst>
            <pc:docMk/>
            <pc:sldMk cId="3667473920" sldId="284"/>
            <ac:spMk id="10" creationId="{1C91CC04-EBD3-377C-BE3C-0102DE002D1A}"/>
          </ac:spMkLst>
        </pc:spChg>
        <pc:spChg chg="ord">
          <ac:chgData name="KONGKAEW, PUTTIWAT" userId="a8adac1e-848f-4d84-b961-6a7ffb648b49" providerId="ADAL" clId="{A21DEF96-7496-48B8-A3A1-402B3D553767}" dt="2023-06-01T18:47:37.690" v="4981" actId="166"/>
          <ac:spMkLst>
            <pc:docMk/>
            <pc:sldMk cId="3667473920" sldId="284"/>
            <ac:spMk id="18" creationId="{11D3F0A5-38CF-2EA1-C6ED-9D1422173A0D}"/>
          </ac:spMkLst>
        </pc:spChg>
        <pc:spChg chg="ord">
          <ac:chgData name="KONGKAEW, PUTTIWAT" userId="a8adac1e-848f-4d84-b961-6a7ffb648b49" providerId="ADAL" clId="{A21DEF96-7496-48B8-A3A1-402B3D553767}" dt="2023-06-01T18:47:31.641" v="4980" actId="166"/>
          <ac:spMkLst>
            <pc:docMk/>
            <pc:sldMk cId="3667473920" sldId="284"/>
            <ac:spMk id="22" creationId="{1DDF89F7-2A0F-ECD3-6A85-A93E0EE0CE0D}"/>
          </ac:spMkLst>
        </pc:spChg>
        <pc:spChg chg="mod">
          <ac:chgData name="KONGKAEW, PUTTIWAT" userId="a8adac1e-848f-4d84-b961-6a7ffb648b49" providerId="ADAL" clId="{A21DEF96-7496-48B8-A3A1-402B3D553767}" dt="2023-06-01T18:48:46.140" v="4999" actId="20577"/>
          <ac:spMkLst>
            <pc:docMk/>
            <pc:sldMk cId="3667473920" sldId="284"/>
            <ac:spMk id="26" creationId="{4E6998E1-E7FD-F0CF-B91F-0178DF9195A0}"/>
          </ac:spMkLst>
        </pc:spChg>
        <pc:spChg chg="add del mod">
          <ac:chgData name="KONGKAEW, PUTTIWAT" userId="a8adac1e-848f-4d84-b961-6a7ffb648b49" providerId="ADAL" clId="{A21DEF96-7496-48B8-A3A1-402B3D553767}" dt="2023-06-01T18:48:19.681" v="4985" actId="20577"/>
          <ac:spMkLst>
            <pc:docMk/>
            <pc:sldMk cId="3667473920" sldId="284"/>
            <ac:spMk id="40" creationId="{EE145A6C-A4F8-F2AE-BE81-2980B75E70E7}"/>
          </ac:spMkLst>
        </pc:spChg>
        <pc:spChg chg="add del">
          <ac:chgData name="KONGKAEW, PUTTIWAT" userId="a8adac1e-848f-4d84-b961-6a7ffb648b49" providerId="ADAL" clId="{A21DEF96-7496-48B8-A3A1-402B3D553767}" dt="2023-06-01T18:47:11.107" v="4973" actId="478"/>
          <ac:spMkLst>
            <pc:docMk/>
            <pc:sldMk cId="3667473920" sldId="284"/>
            <ac:spMk id="49" creationId="{F20F1D66-542E-D900-F50B-BB039603FCA7}"/>
          </ac:spMkLst>
        </pc:spChg>
        <pc:spChg chg="add del">
          <ac:chgData name="KONGKAEW, PUTTIWAT" userId="a8adac1e-848f-4d84-b961-6a7ffb648b49" providerId="ADAL" clId="{A21DEF96-7496-48B8-A3A1-402B3D553767}" dt="2023-06-01T18:47:12.657" v="4974" actId="478"/>
          <ac:spMkLst>
            <pc:docMk/>
            <pc:sldMk cId="3667473920" sldId="284"/>
            <ac:spMk id="52" creationId="{1D57AE36-88C7-F966-2AD1-C0EBDA7AF8D2}"/>
          </ac:spMkLst>
        </pc:spChg>
        <pc:picChg chg="add mod ord">
          <ac:chgData name="KONGKAEW, PUTTIWAT" userId="a8adac1e-848f-4d84-b961-6a7ffb648b49" providerId="ADAL" clId="{A21DEF96-7496-48B8-A3A1-402B3D553767}" dt="2023-06-01T18:47:27.042" v="4979" actId="1076"/>
          <ac:picMkLst>
            <pc:docMk/>
            <pc:sldMk cId="3667473920" sldId="284"/>
            <ac:picMk id="5" creationId="{026FC667-4D89-660E-5458-85A8B776D263}"/>
          </ac:picMkLst>
        </pc:picChg>
        <pc:picChg chg="add del">
          <ac:chgData name="KONGKAEW, PUTTIWAT" userId="a8adac1e-848f-4d84-b961-6a7ffb648b49" providerId="ADAL" clId="{A21DEF96-7496-48B8-A3A1-402B3D553767}" dt="2023-06-01T18:47:10.941" v="4972" actId="478"/>
          <ac:picMkLst>
            <pc:docMk/>
            <pc:sldMk cId="3667473920" sldId="284"/>
            <ac:picMk id="9" creationId="{155C979C-B437-6D7C-FCF5-2D27EB1C8040}"/>
          </ac:picMkLst>
        </pc:picChg>
        <pc:cxnChg chg="add del">
          <ac:chgData name="KONGKAEW, PUTTIWAT" userId="a8adac1e-848f-4d84-b961-6a7ffb648b49" providerId="ADAL" clId="{A21DEF96-7496-48B8-A3A1-402B3D553767}" dt="2023-06-01T18:47:11.107" v="4973" actId="478"/>
          <ac:cxnSpMkLst>
            <pc:docMk/>
            <pc:sldMk cId="3667473920" sldId="284"/>
            <ac:cxnSpMk id="4" creationId="{B870BA73-3B52-B39C-6777-CE17D51D9D1F}"/>
          </ac:cxnSpMkLst>
        </pc:cxnChg>
        <pc:cxnChg chg="add mod">
          <ac:chgData name="KONGKAEW, PUTTIWAT" userId="a8adac1e-848f-4d84-b961-6a7ffb648b49" providerId="ADAL" clId="{A21DEF96-7496-48B8-A3A1-402B3D553767}" dt="2023-06-01T18:48:00.768" v="4984" actId="1076"/>
          <ac:cxnSpMkLst>
            <pc:docMk/>
            <pc:sldMk cId="3667473920" sldId="284"/>
            <ac:cxnSpMk id="7" creationId="{A67C0FB2-CA39-60CC-C65C-6460A3E4817F}"/>
          </ac:cxnSpMkLst>
        </pc:cxnChg>
        <pc:cxnChg chg="add del mod">
          <ac:chgData name="KONGKAEW, PUTTIWAT" userId="a8adac1e-848f-4d84-b961-6a7ffb648b49" providerId="ADAL" clId="{A21DEF96-7496-48B8-A3A1-402B3D553767}" dt="2023-06-01T18:48:46.140" v="4999" actId="20577"/>
          <ac:cxnSpMkLst>
            <pc:docMk/>
            <pc:sldMk cId="3667473920" sldId="284"/>
            <ac:cxnSpMk id="19" creationId="{1B4FBBDF-D1FA-9E49-06BE-E8D5EC8CF5EF}"/>
          </ac:cxnSpMkLst>
        </pc:cxnChg>
        <pc:cxnChg chg="add del">
          <ac:chgData name="KONGKAEW, PUTTIWAT" userId="a8adac1e-848f-4d84-b961-6a7ffb648b49" providerId="ADAL" clId="{A21DEF96-7496-48B8-A3A1-402B3D553767}" dt="2023-06-01T18:47:11.107" v="4973" actId="478"/>
          <ac:cxnSpMkLst>
            <pc:docMk/>
            <pc:sldMk cId="3667473920" sldId="284"/>
            <ac:cxnSpMk id="34" creationId="{3B2D602D-1A38-D727-2292-3B984644290E}"/>
          </ac:cxnSpMkLst>
        </pc:cxnChg>
        <pc:cxnChg chg="add del">
          <ac:chgData name="KONGKAEW, PUTTIWAT" userId="a8adac1e-848f-4d84-b961-6a7ffb648b49" providerId="ADAL" clId="{A21DEF96-7496-48B8-A3A1-402B3D553767}" dt="2023-06-01T18:47:11.107" v="4973" actId="478"/>
          <ac:cxnSpMkLst>
            <pc:docMk/>
            <pc:sldMk cId="3667473920" sldId="284"/>
            <ac:cxnSpMk id="35" creationId="{FAFB421E-69D4-B094-7779-F240C88293CF}"/>
          </ac:cxnSpMkLst>
        </pc:cxnChg>
        <pc:cxnChg chg="add del">
          <ac:chgData name="KONGKAEW, PUTTIWAT" userId="a8adac1e-848f-4d84-b961-6a7ffb648b49" providerId="ADAL" clId="{A21DEF96-7496-48B8-A3A1-402B3D553767}" dt="2023-06-01T18:47:11.107" v="4973" actId="478"/>
          <ac:cxnSpMkLst>
            <pc:docMk/>
            <pc:sldMk cId="3667473920" sldId="284"/>
            <ac:cxnSpMk id="36" creationId="{80606903-C4EE-B991-308F-8718F24D6E29}"/>
          </ac:cxnSpMkLst>
        </pc:cxnChg>
        <pc:cxnChg chg="add del">
          <ac:chgData name="KONGKAEW, PUTTIWAT" userId="a8adac1e-848f-4d84-b961-6a7ffb648b49" providerId="ADAL" clId="{A21DEF96-7496-48B8-A3A1-402B3D553767}" dt="2023-06-01T18:47:11.107" v="4973" actId="478"/>
          <ac:cxnSpMkLst>
            <pc:docMk/>
            <pc:sldMk cId="3667473920" sldId="284"/>
            <ac:cxnSpMk id="37" creationId="{FA01EF04-2D37-C9DD-43A6-8FC6B27DC301}"/>
          </ac:cxnSpMkLst>
        </pc:cxnChg>
        <pc:cxnChg chg="add del">
          <ac:chgData name="KONGKAEW, PUTTIWAT" userId="a8adac1e-848f-4d84-b961-6a7ffb648b49" providerId="ADAL" clId="{A21DEF96-7496-48B8-A3A1-402B3D553767}" dt="2023-06-01T18:47:06.540" v="4966" actId="478"/>
          <ac:cxnSpMkLst>
            <pc:docMk/>
            <pc:sldMk cId="3667473920" sldId="284"/>
            <ac:cxnSpMk id="41" creationId="{C7A37D16-1552-A14F-5135-C2FD5727216D}"/>
          </ac:cxnSpMkLst>
        </pc:cxnChg>
        <pc:cxnChg chg="add del">
          <ac:chgData name="KONGKAEW, PUTTIWAT" userId="a8adac1e-848f-4d84-b961-6a7ffb648b49" providerId="ADAL" clId="{A21DEF96-7496-48B8-A3A1-402B3D553767}" dt="2023-06-01T18:47:11.107" v="4973" actId="478"/>
          <ac:cxnSpMkLst>
            <pc:docMk/>
            <pc:sldMk cId="3667473920" sldId="284"/>
            <ac:cxnSpMk id="50" creationId="{EE381CC3-59BD-F4AC-47ED-4CED1616C264}"/>
          </ac:cxnSpMkLst>
        </pc:cxnChg>
      </pc:sldChg>
      <pc:sldChg chg="delSp add del mod">
        <pc:chgData name="KONGKAEW, PUTTIWAT" userId="a8adac1e-848f-4d84-b961-6a7ffb648b49" providerId="ADAL" clId="{A21DEF96-7496-48B8-A3A1-402B3D553767}" dt="2023-06-01T19:02:19.647" v="5062" actId="47"/>
        <pc:sldMkLst>
          <pc:docMk/>
          <pc:sldMk cId="131443644" sldId="285"/>
        </pc:sldMkLst>
        <pc:picChg chg="del">
          <ac:chgData name="KONGKAEW, PUTTIWAT" userId="a8adac1e-848f-4d84-b961-6a7ffb648b49" providerId="ADAL" clId="{A21DEF96-7496-48B8-A3A1-402B3D553767}" dt="2023-06-01T19:01:25.770" v="5049" actId="478"/>
          <ac:picMkLst>
            <pc:docMk/>
            <pc:sldMk cId="131443644" sldId="285"/>
            <ac:picMk id="5" creationId="{026FC667-4D89-660E-5458-85A8B776D263}"/>
          </ac:picMkLst>
        </pc:picChg>
      </pc:sldChg>
      <pc:sldChg chg="addSp delSp modSp add mod">
        <pc:chgData name="KONGKAEW, PUTTIWAT" userId="a8adac1e-848f-4d84-b961-6a7ffb648b49" providerId="ADAL" clId="{A21DEF96-7496-48B8-A3A1-402B3D553767}" dt="2023-06-01T19:06:54.831" v="5108" actId="1076"/>
        <pc:sldMkLst>
          <pc:docMk/>
          <pc:sldMk cId="2839982954" sldId="286"/>
        </pc:sldMkLst>
        <pc:spChg chg="add mod">
          <ac:chgData name="KONGKAEW, PUTTIWAT" userId="a8adac1e-848f-4d84-b961-6a7ffb648b49" providerId="ADAL" clId="{A21DEF96-7496-48B8-A3A1-402B3D553767}" dt="2023-06-01T19:06:02.446" v="5093" actId="1076"/>
          <ac:spMkLst>
            <pc:docMk/>
            <pc:sldMk cId="2839982954" sldId="286"/>
            <ac:spMk id="3" creationId="{6491A261-8E4C-7BCB-6644-90B94E96E519}"/>
          </ac:spMkLst>
        </pc:spChg>
        <pc:spChg chg="mod">
          <ac:chgData name="KONGKAEW, PUTTIWAT" userId="a8adac1e-848f-4d84-b961-6a7ffb648b49" providerId="ADAL" clId="{A21DEF96-7496-48B8-A3A1-402B3D553767}" dt="2023-06-01T19:06:54.831" v="5108" actId="1076"/>
          <ac:spMkLst>
            <pc:docMk/>
            <pc:sldMk cId="2839982954" sldId="286"/>
            <ac:spMk id="6" creationId="{DF1BCFD2-4C7D-F3C4-40CD-6CBE0439F60B}"/>
          </ac:spMkLst>
        </pc:spChg>
        <pc:spChg chg="mod">
          <ac:chgData name="KONGKAEW, PUTTIWAT" userId="a8adac1e-848f-4d84-b961-6a7ffb648b49" providerId="ADAL" clId="{A21DEF96-7496-48B8-A3A1-402B3D553767}" dt="2023-06-01T19:02:44.621" v="5072" actId="20577"/>
          <ac:spMkLst>
            <pc:docMk/>
            <pc:sldMk cId="2839982954" sldId="286"/>
            <ac:spMk id="22" creationId="{1DDF89F7-2A0F-ECD3-6A85-A93E0EE0CE0D}"/>
          </ac:spMkLst>
        </pc:spChg>
        <pc:picChg chg="add mod ord">
          <ac:chgData name="KONGKAEW, PUTTIWAT" userId="a8adac1e-848f-4d84-b961-6a7ffb648b49" providerId="ADAL" clId="{A21DEF96-7496-48B8-A3A1-402B3D553767}" dt="2023-06-01T19:01:56.608" v="5058" actId="1076"/>
          <ac:picMkLst>
            <pc:docMk/>
            <pc:sldMk cId="2839982954" sldId="286"/>
            <ac:picMk id="4" creationId="{F477308A-DBC3-4F9D-0124-0F27416E5A87}"/>
          </ac:picMkLst>
        </pc:picChg>
        <pc:picChg chg="del mod">
          <ac:chgData name="KONGKAEW, PUTTIWAT" userId="a8adac1e-848f-4d84-b961-6a7ffb648b49" providerId="ADAL" clId="{A21DEF96-7496-48B8-A3A1-402B3D553767}" dt="2023-06-01T19:01:34.861" v="5052" actId="478"/>
          <ac:picMkLst>
            <pc:docMk/>
            <pc:sldMk cId="2839982954" sldId="286"/>
            <ac:picMk id="5" creationId="{026FC667-4D89-660E-5458-85A8B776D263}"/>
          </ac:picMkLst>
        </pc:picChg>
        <pc:cxnChg chg="mod">
          <ac:chgData name="KONGKAEW, PUTTIWAT" userId="a8adac1e-848f-4d84-b961-6a7ffb648b49" providerId="ADAL" clId="{A21DEF96-7496-48B8-A3A1-402B3D553767}" dt="2023-06-01T19:06:49.500" v="5107" actId="1076"/>
          <ac:cxnSpMkLst>
            <pc:docMk/>
            <pc:sldMk cId="2839982954" sldId="286"/>
            <ac:cxnSpMk id="7" creationId="{A67C0FB2-CA39-60CC-C65C-6460A3E4817F}"/>
          </ac:cxnSpMkLst>
        </pc:cxnChg>
        <pc:cxnChg chg="mod">
          <ac:chgData name="KONGKAEW, PUTTIWAT" userId="a8adac1e-848f-4d84-b961-6a7ffb648b49" providerId="ADAL" clId="{A21DEF96-7496-48B8-A3A1-402B3D553767}" dt="2023-06-01T19:01:59.556" v="5059" actId="14100"/>
          <ac:cxnSpMkLst>
            <pc:docMk/>
            <pc:sldMk cId="2839982954" sldId="286"/>
            <ac:cxnSpMk id="19" creationId="{1B4FBBDF-D1FA-9E49-06BE-E8D5EC8CF5EF}"/>
          </ac:cxnSpMkLst>
        </pc:cxnChg>
        <pc:cxnChg chg="mod">
          <ac:chgData name="KONGKAEW, PUTTIWAT" userId="a8adac1e-848f-4d84-b961-6a7ffb648b49" providerId="ADAL" clId="{A21DEF96-7496-48B8-A3A1-402B3D553767}" dt="2023-06-01T19:02:07.599" v="5061" actId="14100"/>
          <ac:cxnSpMkLst>
            <pc:docMk/>
            <pc:sldMk cId="2839982954" sldId="286"/>
            <ac:cxnSpMk id="41" creationId="{C7A37D16-1552-A14F-5135-C2FD5727216D}"/>
          </ac:cxnSpMkLst>
        </pc:cxnChg>
      </pc:sldChg>
      <pc:sldChg chg="addSp delSp modSp new mod modClrScheme chgLayout">
        <pc:chgData name="KONGKAEW, PUTTIWAT" userId="a8adac1e-848f-4d84-b961-6a7ffb648b49" providerId="ADAL" clId="{A21DEF96-7496-48B8-A3A1-402B3D553767}" dt="2023-06-05T14:25:13.739" v="5699" actId="20577"/>
        <pc:sldMkLst>
          <pc:docMk/>
          <pc:sldMk cId="1238491192" sldId="287"/>
        </pc:sldMkLst>
        <pc:spChg chg="del mod ord">
          <ac:chgData name="KONGKAEW, PUTTIWAT" userId="a8adac1e-848f-4d84-b961-6a7ffb648b49" providerId="ADAL" clId="{A21DEF96-7496-48B8-A3A1-402B3D553767}" dt="2023-06-05T14:16:48.374" v="5145" actId="700"/>
          <ac:spMkLst>
            <pc:docMk/>
            <pc:sldMk cId="1238491192" sldId="287"/>
            <ac:spMk id="2" creationId="{C8C100FB-FB11-4E64-6B6E-4639D64120E5}"/>
          </ac:spMkLst>
        </pc:spChg>
        <pc:spChg chg="del">
          <ac:chgData name="KONGKAEW, PUTTIWAT" userId="a8adac1e-848f-4d84-b961-6a7ffb648b49" providerId="ADAL" clId="{A21DEF96-7496-48B8-A3A1-402B3D553767}" dt="2023-06-05T14:16:48.374" v="5145" actId="700"/>
          <ac:spMkLst>
            <pc:docMk/>
            <pc:sldMk cId="1238491192" sldId="287"/>
            <ac:spMk id="3" creationId="{CB2BB91C-75F6-8E43-F497-2BB5B0E43EDA}"/>
          </ac:spMkLst>
        </pc:spChg>
        <pc:spChg chg="del mod ord">
          <ac:chgData name="KONGKAEW, PUTTIWAT" userId="a8adac1e-848f-4d84-b961-6a7ffb648b49" providerId="ADAL" clId="{A21DEF96-7496-48B8-A3A1-402B3D553767}" dt="2023-06-05T14:16:48.374" v="5145" actId="700"/>
          <ac:spMkLst>
            <pc:docMk/>
            <pc:sldMk cId="1238491192" sldId="287"/>
            <ac:spMk id="4" creationId="{05676020-015A-53B7-2918-D2D96E838406}"/>
          </ac:spMkLst>
        </pc:spChg>
        <pc:spChg chg="add mod ord">
          <ac:chgData name="KONGKAEW, PUTTIWAT" userId="a8adac1e-848f-4d84-b961-6a7ffb648b49" providerId="ADAL" clId="{A21DEF96-7496-48B8-A3A1-402B3D553767}" dt="2023-06-05T14:25:13.739" v="5699" actId="20577"/>
          <ac:spMkLst>
            <pc:docMk/>
            <pc:sldMk cId="1238491192" sldId="287"/>
            <ac:spMk id="5" creationId="{9ABD287C-612F-3B85-CCA0-E10916E5BA7F}"/>
          </ac:spMkLst>
        </pc:spChg>
        <pc:spChg chg="add mod ord">
          <ac:chgData name="KONGKAEW, PUTTIWAT" userId="a8adac1e-848f-4d84-b961-6a7ffb648b49" providerId="ADAL" clId="{A21DEF96-7496-48B8-A3A1-402B3D553767}" dt="2023-06-05T14:25:00.945" v="5675" actId="115"/>
          <ac:spMkLst>
            <pc:docMk/>
            <pc:sldMk cId="1238491192" sldId="287"/>
            <ac:spMk id="6" creationId="{22F9322E-C170-5F79-1BF6-EF1C76266255}"/>
          </ac:spMkLst>
        </pc:spChg>
      </pc:sldChg>
      <pc:sldChg chg="modSp new mod">
        <pc:chgData name="KONGKAEW, PUTTIWAT" userId="a8adac1e-848f-4d84-b961-6a7ffb648b49" providerId="ADAL" clId="{A21DEF96-7496-48B8-A3A1-402B3D553767}" dt="2023-06-05T14:31:22.289" v="6251" actId="20577"/>
        <pc:sldMkLst>
          <pc:docMk/>
          <pc:sldMk cId="736007268" sldId="288"/>
        </pc:sldMkLst>
        <pc:spChg chg="mod">
          <ac:chgData name="KONGKAEW, PUTTIWAT" userId="a8adac1e-848f-4d84-b961-6a7ffb648b49" providerId="ADAL" clId="{A21DEF96-7496-48B8-A3A1-402B3D553767}" dt="2023-06-05T14:25:30.935" v="5716" actId="20577"/>
          <ac:spMkLst>
            <pc:docMk/>
            <pc:sldMk cId="736007268" sldId="288"/>
            <ac:spMk id="2" creationId="{BD353D81-A5DC-A26A-494C-175D57A337B4}"/>
          </ac:spMkLst>
        </pc:spChg>
        <pc:spChg chg="mod">
          <ac:chgData name="KONGKAEW, PUTTIWAT" userId="a8adac1e-848f-4d84-b961-6a7ffb648b49" providerId="ADAL" clId="{A21DEF96-7496-48B8-A3A1-402B3D553767}" dt="2023-06-05T14:31:22.289" v="6251" actId="20577"/>
          <ac:spMkLst>
            <pc:docMk/>
            <pc:sldMk cId="736007268" sldId="288"/>
            <ac:spMk id="3" creationId="{4A1D545B-41A0-D604-10E8-BF221D93188C}"/>
          </ac:spMkLst>
        </pc:spChg>
      </pc:sldChg>
    </pc:docChg>
  </pc:docChgLst>
  <pc:docChgLst>
    <pc:chgData name="KONGKAEW, PUTTIWAT" userId="a8adac1e-848f-4d84-b961-6a7ffb648b49" providerId="ADAL" clId="{2F9C920F-B837-426B-B15A-4F4274BFBB22}"/>
    <pc:docChg chg="undo custSel addSld delSld modSld sldOrd">
      <pc:chgData name="KONGKAEW, PUTTIWAT" userId="a8adac1e-848f-4d84-b961-6a7ffb648b49" providerId="ADAL" clId="{2F9C920F-B837-426B-B15A-4F4274BFBB22}" dt="2023-05-23T11:11:11.964" v="7741" actId="20577"/>
      <pc:docMkLst>
        <pc:docMk/>
      </pc:docMkLst>
      <pc:sldChg chg="modSp new mod">
        <pc:chgData name="KONGKAEW, PUTTIWAT" userId="a8adac1e-848f-4d84-b961-6a7ffb648b49" providerId="ADAL" clId="{2F9C920F-B837-426B-B15A-4F4274BFBB22}" dt="2023-05-19T07:32:31.561" v="502" actId="20577"/>
        <pc:sldMkLst>
          <pc:docMk/>
          <pc:sldMk cId="1377385226" sldId="256"/>
        </pc:sldMkLst>
        <pc:spChg chg="mod">
          <ac:chgData name="KONGKAEW, PUTTIWAT" userId="a8adac1e-848f-4d84-b961-6a7ffb648b49" providerId="ADAL" clId="{2F9C920F-B837-426B-B15A-4F4274BFBB22}" dt="2023-05-19T07:26:33.696" v="58" actId="20577"/>
          <ac:spMkLst>
            <pc:docMk/>
            <pc:sldMk cId="1377385226" sldId="256"/>
            <ac:spMk id="2" creationId="{B1FCFEA5-F209-9E3C-F823-8A4935D7A412}"/>
          </ac:spMkLst>
        </pc:spChg>
        <pc:spChg chg="mod">
          <ac:chgData name="KONGKAEW, PUTTIWAT" userId="a8adac1e-848f-4d84-b961-6a7ffb648b49" providerId="ADAL" clId="{2F9C920F-B837-426B-B15A-4F4274BFBB22}" dt="2023-05-19T07:32:31.561" v="502" actId="20577"/>
          <ac:spMkLst>
            <pc:docMk/>
            <pc:sldMk cId="1377385226" sldId="256"/>
            <ac:spMk id="3" creationId="{786E36B1-8BE0-62FE-C505-EAE387BD19AE}"/>
          </ac:spMkLst>
        </pc:spChg>
      </pc:sldChg>
      <pc:sldChg chg="addSp delSp modSp new mod modClrScheme chgLayout">
        <pc:chgData name="KONGKAEW, PUTTIWAT" userId="a8adac1e-848f-4d84-b961-6a7ffb648b49" providerId="ADAL" clId="{2F9C920F-B837-426B-B15A-4F4274BFBB22}" dt="2023-05-19T08:06:55.913" v="1772" actId="27636"/>
        <pc:sldMkLst>
          <pc:docMk/>
          <pc:sldMk cId="941823532" sldId="257"/>
        </pc:sldMkLst>
        <pc:spChg chg="del mod ord">
          <ac:chgData name="KONGKAEW, PUTTIWAT" userId="a8adac1e-848f-4d84-b961-6a7ffb648b49" providerId="ADAL" clId="{2F9C920F-B837-426B-B15A-4F4274BFBB22}" dt="2023-05-19T07:27:15.182" v="71" actId="700"/>
          <ac:spMkLst>
            <pc:docMk/>
            <pc:sldMk cId="941823532" sldId="257"/>
            <ac:spMk id="2" creationId="{58C20DC3-C4E4-D591-E9A3-5B294F4CA083}"/>
          </ac:spMkLst>
        </pc:spChg>
        <pc:spChg chg="del mod ord">
          <ac:chgData name="KONGKAEW, PUTTIWAT" userId="a8adac1e-848f-4d84-b961-6a7ffb648b49" providerId="ADAL" clId="{2F9C920F-B837-426B-B15A-4F4274BFBB22}" dt="2023-05-19T07:27:15.182" v="71" actId="700"/>
          <ac:spMkLst>
            <pc:docMk/>
            <pc:sldMk cId="941823532" sldId="257"/>
            <ac:spMk id="3" creationId="{F37B4998-5B31-0E38-F52E-B876B7492E5D}"/>
          </ac:spMkLst>
        </pc:spChg>
        <pc:spChg chg="add mod ord">
          <ac:chgData name="KONGKAEW, PUTTIWAT" userId="a8adac1e-848f-4d84-b961-6a7ffb648b49" providerId="ADAL" clId="{2F9C920F-B837-426B-B15A-4F4274BFBB22}" dt="2023-05-19T07:27:20.177" v="79" actId="20577"/>
          <ac:spMkLst>
            <pc:docMk/>
            <pc:sldMk cId="941823532" sldId="257"/>
            <ac:spMk id="4" creationId="{5E81A1FB-969D-CA76-FEC8-ACCEB85F3DB8}"/>
          </ac:spMkLst>
        </pc:spChg>
        <pc:spChg chg="add mod ord">
          <ac:chgData name="KONGKAEW, PUTTIWAT" userId="a8adac1e-848f-4d84-b961-6a7ffb648b49" providerId="ADAL" clId="{2F9C920F-B837-426B-B15A-4F4274BFBB22}" dt="2023-05-19T08:06:55.913" v="1772" actId="27636"/>
          <ac:spMkLst>
            <pc:docMk/>
            <pc:sldMk cId="941823532" sldId="257"/>
            <ac:spMk id="5" creationId="{8BF00CE5-67BD-862A-FF10-18676DB6FD04}"/>
          </ac:spMkLst>
        </pc:spChg>
      </pc:sldChg>
      <pc:sldChg chg="modSp new mod ord">
        <pc:chgData name="KONGKAEW, PUTTIWAT" userId="a8adac1e-848f-4d84-b961-6a7ffb648b49" providerId="ADAL" clId="{2F9C920F-B837-426B-B15A-4F4274BFBB22}" dt="2023-05-22T10:55:39.939" v="6732"/>
        <pc:sldMkLst>
          <pc:docMk/>
          <pc:sldMk cId="2308169934" sldId="258"/>
        </pc:sldMkLst>
        <pc:spChg chg="mod">
          <ac:chgData name="KONGKAEW, PUTTIWAT" userId="a8adac1e-848f-4d84-b961-6a7ffb648b49" providerId="ADAL" clId="{2F9C920F-B837-426B-B15A-4F4274BFBB22}" dt="2023-05-19T08:06:03.303" v="1736" actId="20577"/>
          <ac:spMkLst>
            <pc:docMk/>
            <pc:sldMk cId="2308169934" sldId="258"/>
            <ac:spMk id="2" creationId="{A38D857D-41FD-0F6A-D9D1-6E13B0259390}"/>
          </ac:spMkLst>
        </pc:spChg>
        <pc:spChg chg="mod">
          <ac:chgData name="KONGKAEW, PUTTIWAT" userId="a8adac1e-848f-4d84-b961-6a7ffb648b49" providerId="ADAL" clId="{2F9C920F-B837-426B-B15A-4F4274BFBB22}" dt="2023-05-22T10:54:55.506" v="6720" actId="20577"/>
          <ac:spMkLst>
            <pc:docMk/>
            <pc:sldMk cId="2308169934" sldId="258"/>
            <ac:spMk id="3" creationId="{3307D7C0-2543-AF19-3CA4-6474A75C46DF}"/>
          </ac:spMkLst>
        </pc:spChg>
      </pc:sldChg>
      <pc:sldChg chg="modSp new mod ord">
        <pc:chgData name="KONGKAEW, PUTTIWAT" userId="a8adac1e-848f-4d84-b961-6a7ffb648b49" providerId="ADAL" clId="{2F9C920F-B837-426B-B15A-4F4274BFBB22}" dt="2023-05-22T10:55:22.347" v="6730"/>
        <pc:sldMkLst>
          <pc:docMk/>
          <pc:sldMk cId="1589057834" sldId="259"/>
        </pc:sldMkLst>
        <pc:spChg chg="mod">
          <ac:chgData name="KONGKAEW, PUTTIWAT" userId="a8adac1e-848f-4d84-b961-6a7ffb648b49" providerId="ADAL" clId="{2F9C920F-B837-426B-B15A-4F4274BFBB22}" dt="2023-05-19T08:05:57.039" v="1724" actId="20577"/>
          <ac:spMkLst>
            <pc:docMk/>
            <pc:sldMk cId="1589057834" sldId="259"/>
            <ac:spMk id="2" creationId="{5FE116D4-C509-3C55-8C56-52CC2FB3CA33}"/>
          </ac:spMkLst>
        </pc:spChg>
        <pc:spChg chg="mod">
          <ac:chgData name="KONGKAEW, PUTTIWAT" userId="a8adac1e-848f-4d84-b961-6a7ffb648b49" providerId="ADAL" clId="{2F9C920F-B837-426B-B15A-4F4274BFBB22}" dt="2023-05-22T10:55:06.813" v="6728" actId="20577"/>
          <ac:spMkLst>
            <pc:docMk/>
            <pc:sldMk cId="1589057834" sldId="259"/>
            <ac:spMk id="3" creationId="{FE022EB8-789B-D109-EE65-E06E89CC074E}"/>
          </ac:spMkLst>
        </pc:spChg>
      </pc:sldChg>
      <pc:sldChg chg="addSp modSp new mod">
        <pc:chgData name="KONGKAEW, PUTTIWAT" userId="a8adac1e-848f-4d84-b961-6a7ffb648b49" providerId="ADAL" clId="{2F9C920F-B837-426B-B15A-4F4274BFBB22}" dt="2023-05-22T14:19:52.681" v="7191" actId="403"/>
        <pc:sldMkLst>
          <pc:docMk/>
          <pc:sldMk cId="3512462657" sldId="260"/>
        </pc:sldMkLst>
        <pc:spChg chg="mod">
          <ac:chgData name="KONGKAEW, PUTTIWAT" userId="a8adac1e-848f-4d84-b961-6a7ffb648b49" providerId="ADAL" clId="{2F9C920F-B837-426B-B15A-4F4274BFBB22}" dt="2023-05-19T08:07:06.423" v="1806" actId="20577"/>
          <ac:spMkLst>
            <pc:docMk/>
            <pc:sldMk cId="3512462657" sldId="260"/>
            <ac:spMk id="2" creationId="{7DC9CE02-AB96-8FD1-550A-5EAD190CC38E}"/>
          </ac:spMkLst>
        </pc:spChg>
        <pc:spChg chg="mod">
          <ac:chgData name="KONGKAEW, PUTTIWAT" userId="a8adac1e-848f-4d84-b961-6a7ffb648b49" providerId="ADAL" clId="{2F9C920F-B837-426B-B15A-4F4274BFBB22}" dt="2023-05-19T08:37:10.809" v="2531" actId="20577"/>
          <ac:spMkLst>
            <pc:docMk/>
            <pc:sldMk cId="3512462657" sldId="260"/>
            <ac:spMk id="3" creationId="{FB271252-5477-A1BF-5944-6E9250CA12D4}"/>
          </ac:spMkLst>
        </pc:spChg>
        <pc:spChg chg="add mod">
          <ac:chgData name="KONGKAEW, PUTTIWAT" userId="a8adac1e-848f-4d84-b961-6a7ffb648b49" providerId="ADAL" clId="{2F9C920F-B837-426B-B15A-4F4274BFBB22}" dt="2023-05-22T14:19:52.681" v="7191" actId="403"/>
          <ac:spMkLst>
            <pc:docMk/>
            <pc:sldMk cId="3512462657" sldId="260"/>
            <ac:spMk id="4" creationId="{2BD8E3D8-D238-127E-0BC5-9F28016659C6}"/>
          </ac:spMkLst>
        </pc:spChg>
        <pc:picChg chg="add mod modCrop">
          <ac:chgData name="KONGKAEW, PUTTIWAT" userId="a8adac1e-848f-4d84-b961-6a7ffb648b49" providerId="ADAL" clId="{2F9C920F-B837-426B-B15A-4F4274BFBB22}" dt="2023-05-19T08:30:46.708" v="2019" actId="1076"/>
          <ac:picMkLst>
            <pc:docMk/>
            <pc:sldMk cId="3512462657" sldId="260"/>
            <ac:picMk id="5" creationId="{C068D99A-DD4D-6BE8-9DA1-8CA84F5AAD02}"/>
          </ac:picMkLst>
        </pc:picChg>
      </pc:sldChg>
      <pc:sldChg chg="add del">
        <pc:chgData name="KONGKAEW, PUTTIWAT" userId="a8adac1e-848f-4d84-b961-6a7ffb648b49" providerId="ADAL" clId="{2F9C920F-B837-426B-B15A-4F4274BFBB22}" dt="2023-05-19T08:44:21.391" v="2916" actId="47"/>
        <pc:sldMkLst>
          <pc:docMk/>
          <pc:sldMk cId="4024727555" sldId="261"/>
        </pc:sldMkLst>
      </pc:sldChg>
      <pc:sldChg chg="addSp delSp modSp add mod">
        <pc:chgData name="KONGKAEW, PUTTIWAT" userId="a8adac1e-848f-4d84-b961-6a7ffb648b49" providerId="ADAL" clId="{2F9C920F-B837-426B-B15A-4F4274BFBB22}" dt="2023-05-19T09:29:35.129" v="4526" actId="20577"/>
        <pc:sldMkLst>
          <pc:docMk/>
          <pc:sldMk cId="2826037868" sldId="262"/>
        </pc:sldMkLst>
        <pc:spChg chg="del mod">
          <ac:chgData name="KONGKAEW, PUTTIWAT" userId="a8adac1e-848f-4d84-b961-6a7ffb648b49" providerId="ADAL" clId="{2F9C920F-B837-426B-B15A-4F4274BFBB22}" dt="2023-05-19T08:45:38.376" v="2933" actId="478"/>
          <ac:spMkLst>
            <pc:docMk/>
            <pc:sldMk cId="2826037868" sldId="262"/>
            <ac:spMk id="3" creationId="{FB271252-5477-A1BF-5944-6E9250CA12D4}"/>
          </ac:spMkLst>
        </pc:spChg>
        <pc:spChg chg="add mod">
          <ac:chgData name="KONGKAEW, PUTTIWAT" userId="a8adac1e-848f-4d84-b961-6a7ffb648b49" providerId="ADAL" clId="{2F9C920F-B837-426B-B15A-4F4274BFBB22}" dt="2023-05-19T09:29:35.129" v="4526" actId="20577"/>
          <ac:spMkLst>
            <pc:docMk/>
            <pc:sldMk cId="2826037868" sldId="262"/>
            <ac:spMk id="7" creationId="{8470CB3F-8DBB-9E37-1AEE-859874923EEF}"/>
          </ac:spMkLst>
        </pc:spChg>
        <pc:picChg chg="add mod modCrop">
          <ac:chgData name="KONGKAEW, PUTTIWAT" userId="a8adac1e-848f-4d84-b961-6a7ffb648b49" providerId="ADAL" clId="{2F9C920F-B837-426B-B15A-4F4274BFBB22}" dt="2023-05-19T09:28:35.127" v="4430" actId="1076"/>
          <ac:picMkLst>
            <pc:docMk/>
            <pc:sldMk cId="2826037868" sldId="262"/>
            <ac:picMk id="4" creationId="{355C15AB-82DB-2A20-DFA3-A9B09D7E2891}"/>
          </ac:picMkLst>
        </pc:picChg>
        <pc:picChg chg="mod modCrop">
          <ac:chgData name="KONGKAEW, PUTTIWAT" userId="a8adac1e-848f-4d84-b961-6a7ffb648b49" providerId="ADAL" clId="{2F9C920F-B837-426B-B15A-4F4274BFBB22}" dt="2023-05-19T09:28:35.127" v="4430" actId="1076"/>
          <ac:picMkLst>
            <pc:docMk/>
            <pc:sldMk cId="2826037868" sldId="262"/>
            <ac:picMk id="5" creationId="{C068D99A-DD4D-6BE8-9DA1-8CA84F5AAD02}"/>
          </ac:picMkLst>
        </pc:picChg>
      </pc:sldChg>
      <pc:sldChg chg="addSp delSp modSp new mod modClrScheme chgLayout">
        <pc:chgData name="KONGKAEW, PUTTIWAT" userId="a8adac1e-848f-4d84-b961-6a7ffb648b49" providerId="ADAL" clId="{2F9C920F-B837-426B-B15A-4F4274BFBB22}" dt="2023-05-19T08:46:26.111" v="3014" actId="115"/>
        <pc:sldMkLst>
          <pc:docMk/>
          <pc:sldMk cId="4010335364" sldId="263"/>
        </pc:sldMkLst>
        <pc:spChg chg="mod ord">
          <ac:chgData name="KONGKAEW, PUTTIWAT" userId="a8adac1e-848f-4d84-b961-6a7ffb648b49" providerId="ADAL" clId="{2F9C920F-B837-426B-B15A-4F4274BFBB22}" dt="2023-05-19T08:32:53.702" v="2166" actId="700"/>
          <ac:spMkLst>
            <pc:docMk/>
            <pc:sldMk cId="4010335364" sldId="263"/>
            <ac:spMk id="2" creationId="{982045D4-330A-CF77-D36E-471A9BB23AE2}"/>
          </ac:spMkLst>
        </pc:spChg>
        <pc:spChg chg="del">
          <ac:chgData name="KONGKAEW, PUTTIWAT" userId="a8adac1e-848f-4d84-b961-6a7ffb648b49" providerId="ADAL" clId="{2F9C920F-B837-426B-B15A-4F4274BFBB22}" dt="2023-05-19T08:32:24.291" v="2158"/>
          <ac:spMkLst>
            <pc:docMk/>
            <pc:sldMk cId="4010335364" sldId="263"/>
            <ac:spMk id="3" creationId="{AA6297C0-74FC-925A-5282-2FFC127BC341}"/>
          </ac:spMkLst>
        </pc:spChg>
        <pc:spChg chg="add del mod ord">
          <ac:chgData name="KONGKAEW, PUTTIWAT" userId="a8adac1e-848f-4d84-b961-6a7ffb648b49" providerId="ADAL" clId="{2F9C920F-B837-426B-B15A-4F4274BFBB22}" dt="2023-05-19T08:32:53.702" v="2166" actId="700"/>
          <ac:spMkLst>
            <pc:docMk/>
            <pc:sldMk cId="4010335364" sldId="263"/>
            <ac:spMk id="6" creationId="{47F3AEE8-15FC-3746-4D62-5233228067FF}"/>
          </ac:spMkLst>
        </pc:spChg>
        <pc:spChg chg="add del mod ord">
          <ac:chgData name="KONGKAEW, PUTTIWAT" userId="a8adac1e-848f-4d84-b961-6a7ffb648b49" providerId="ADAL" clId="{2F9C920F-B837-426B-B15A-4F4274BFBB22}" dt="2023-05-19T08:33:19.617" v="2168"/>
          <ac:spMkLst>
            <pc:docMk/>
            <pc:sldMk cId="4010335364" sldId="263"/>
            <ac:spMk id="7" creationId="{66E3D461-27ED-8A6A-5FB4-B8B687A5A9BC}"/>
          </ac:spMkLst>
        </pc:spChg>
        <pc:spChg chg="add mod">
          <ac:chgData name="KONGKAEW, PUTTIWAT" userId="a8adac1e-848f-4d84-b961-6a7ffb648b49" providerId="ADAL" clId="{2F9C920F-B837-426B-B15A-4F4274BFBB22}" dt="2023-05-19T08:46:26.111" v="3014" actId="115"/>
          <ac:spMkLst>
            <pc:docMk/>
            <pc:sldMk cId="4010335364" sldId="263"/>
            <ac:spMk id="9" creationId="{2DB7ED98-808B-C010-9DA4-7643E791371A}"/>
          </ac:spMkLst>
        </pc:spChg>
        <pc:spChg chg="add mod">
          <ac:chgData name="KONGKAEW, PUTTIWAT" userId="a8adac1e-848f-4d84-b961-6a7ffb648b49" providerId="ADAL" clId="{2F9C920F-B837-426B-B15A-4F4274BFBB22}" dt="2023-05-19T08:39:00.816" v="2708" actId="1076"/>
          <ac:spMkLst>
            <pc:docMk/>
            <pc:sldMk cId="4010335364" sldId="263"/>
            <ac:spMk id="19" creationId="{8209912B-7BBE-148B-E38C-AFB5DCB93020}"/>
          </ac:spMkLst>
        </pc:spChg>
        <pc:picChg chg="add del mod ord">
          <ac:chgData name="KONGKAEW, PUTTIWAT" userId="a8adac1e-848f-4d84-b961-6a7ffb648b49" providerId="ADAL" clId="{2F9C920F-B837-426B-B15A-4F4274BFBB22}" dt="2023-05-19T08:32:54.897" v="2167" actId="478"/>
          <ac:picMkLst>
            <pc:docMk/>
            <pc:sldMk cId="4010335364" sldId="263"/>
            <ac:picMk id="5" creationId="{363FCA49-5CD2-906F-BCE6-928392724730}"/>
          </ac:picMkLst>
        </pc:picChg>
        <pc:picChg chg="add mod">
          <ac:chgData name="KONGKAEW, PUTTIWAT" userId="a8adac1e-848f-4d84-b961-6a7ffb648b49" providerId="ADAL" clId="{2F9C920F-B837-426B-B15A-4F4274BFBB22}" dt="2023-05-19T08:33:21.609" v="2169" actId="27614"/>
          <ac:picMkLst>
            <pc:docMk/>
            <pc:sldMk cId="4010335364" sldId="263"/>
            <ac:picMk id="11" creationId="{A407B89A-8E0C-26A4-3BEE-4CBF052C4176}"/>
          </ac:picMkLst>
        </pc:picChg>
        <pc:cxnChg chg="add mod">
          <ac:chgData name="KONGKAEW, PUTTIWAT" userId="a8adac1e-848f-4d84-b961-6a7ffb648b49" providerId="ADAL" clId="{2F9C920F-B837-426B-B15A-4F4274BFBB22}" dt="2023-05-19T08:38:39.076" v="2683" actId="14100"/>
          <ac:cxnSpMkLst>
            <pc:docMk/>
            <pc:sldMk cId="4010335364" sldId="263"/>
            <ac:cxnSpMk id="13" creationId="{4DAB03EB-A88C-4D00-F57C-EF95D19A84E4}"/>
          </ac:cxnSpMkLst>
        </pc:cxnChg>
        <pc:cxnChg chg="add mod">
          <ac:chgData name="KONGKAEW, PUTTIWAT" userId="a8adac1e-848f-4d84-b961-6a7ffb648b49" providerId="ADAL" clId="{2F9C920F-B837-426B-B15A-4F4274BFBB22}" dt="2023-05-19T08:38:47.378" v="2686" actId="14100"/>
          <ac:cxnSpMkLst>
            <pc:docMk/>
            <pc:sldMk cId="4010335364" sldId="263"/>
            <ac:cxnSpMk id="16" creationId="{A4BF7EA2-81F2-DE04-DBDA-EB75F16833A8}"/>
          </ac:cxnSpMkLst>
        </pc:cxnChg>
      </pc:sldChg>
      <pc:sldChg chg="modSp new mod ord">
        <pc:chgData name="KONGKAEW, PUTTIWAT" userId="a8adac1e-848f-4d84-b961-6a7ffb648b49" providerId="ADAL" clId="{2F9C920F-B837-426B-B15A-4F4274BFBB22}" dt="2023-05-19T08:35:16.642" v="2428" actId="20577"/>
        <pc:sldMkLst>
          <pc:docMk/>
          <pc:sldMk cId="4196541916" sldId="264"/>
        </pc:sldMkLst>
        <pc:spChg chg="mod">
          <ac:chgData name="KONGKAEW, PUTTIWAT" userId="a8adac1e-848f-4d84-b961-6a7ffb648b49" providerId="ADAL" clId="{2F9C920F-B837-426B-B15A-4F4274BFBB22}" dt="2023-05-19T08:33:58.992" v="2298" actId="20577"/>
          <ac:spMkLst>
            <pc:docMk/>
            <pc:sldMk cId="4196541916" sldId="264"/>
            <ac:spMk id="2" creationId="{FA75582B-44AA-052F-4F7D-CB73F3FED7E6}"/>
          </ac:spMkLst>
        </pc:spChg>
        <pc:spChg chg="mod">
          <ac:chgData name="KONGKAEW, PUTTIWAT" userId="a8adac1e-848f-4d84-b961-6a7ffb648b49" providerId="ADAL" clId="{2F9C920F-B837-426B-B15A-4F4274BFBB22}" dt="2023-05-19T08:35:16.642" v="2428" actId="20577"/>
          <ac:spMkLst>
            <pc:docMk/>
            <pc:sldMk cId="4196541916" sldId="264"/>
            <ac:spMk id="3" creationId="{1E6A3C6E-D438-3155-AFCB-6BD39A7188CF}"/>
          </ac:spMkLst>
        </pc:spChg>
      </pc:sldChg>
      <pc:sldChg chg="addSp delSp modSp new mod">
        <pc:chgData name="KONGKAEW, PUTTIWAT" userId="a8adac1e-848f-4d84-b961-6a7ffb648b49" providerId="ADAL" clId="{2F9C920F-B837-426B-B15A-4F4274BFBB22}" dt="2023-05-22T10:56:39.251" v="6737" actId="403"/>
        <pc:sldMkLst>
          <pc:docMk/>
          <pc:sldMk cId="2311548782" sldId="265"/>
        </pc:sldMkLst>
        <pc:spChg chg="del">
          <ac:chgData name="KONGKAEW, PUTTIWAT" userId="a8adac1e-848f-4d84-b961-6a7ffb648b49" providerId="ADAL" clId="{2F9C920F-B837-426B-B15A-4F4274BFBB22}" dt="2023-05-19T08:39:28.199" v="2711"/>
          <ac:spMkLst>
            <pc:docMk/>
            <pc:sldMk cId="2311548782" sldId="265"/>
            <ac:spMk id="2" creationId="{BFC24DE4-46D1-D9D6-F250-F4912905987A}"/>
          </ac:spMkLst>
        </pc:spChg>
        <pc:spChg chg="del">
          <ac:chgData name="KONGKAEW, PUTTIWAT" userId="a8adac1e-848f-4d84-b961-6a7ffb648b49" providerId="ADAL" clId="{2F9C920F-B837-426B-B15A-4F4274BFBB22}" dt="2023-05-19T08:39:34.259" v="2714"/>
          <ac:spMkLst>
            <pc:docMk/>
            <pc:sldMk cId="2311548782" sldId="265"/>
            <ac:spMk id="3" creationId="{54B50896-1F50-E5F6-625C-80BB370C6EB7}"/>
          </ac:spMkLst>
        </pc:spChg>
        <pc:spChg chg="mod">
          <ac:chgData name="KONGKAEW, PUTTIWAT" userId="a8adac1e-848f-4d84-b961-6a7ffb648b49" providerId="ADAL" clId="{2F9C920F-B837-426B-B15A-4F4274BFBB22}" dt="2023-05-19T08:40:22.775" v="2754" actId="20577"/>
          <ac:spMkLst>
            <pc:docMk/>
            <pc:sldMk cId="2311548782" sldId="265"/>
            <ac:spMk id="4" creationId="{F6F4724E-6847-3FB2-C7FA-4083CC5BD5A5}"/>
          </ac:spMkLst>
        </pc:spChg>
        <pc:spChg chg="add mod">
          <ac:chgData name="KONGKAEW, PUTTIWAT" userId="a8adac1e-848f-4d84-b961-6a7ffb648b49" providerId="ADAL" clId="{2F9C920F-B837-426B-B15A-4F4274BFBB22}" dt="2023-05-22T10:56:39.251" v="6737" actId="403"/>
          <ac:spMkLst>
            <pc:docMk/>
            <pc:sldMk cId="2311548782" sldId="265"/>
            <ac:spMk id="9" creationId="{D1BC6A47-0499-A3D0-D9A4-C1B955594EA2}"/>
          </ac:spMkLst>
        </pc:spChg>
        <pc:spChg chg="add mod">
          <ac:chgData name="KONGKAEW, PUTTIWAT" userId="a8adac1e-848f-4d84-b961-6a7ffb648b49" providerId="ADAL" clId="{2F9C920F-B837-426B-B15A-4F4274BFBB22}" dt="2023-05-22T10:56:28.718" v="6733" actId="207"/>
          <ac:spMkLst>
            <pc:docMk/>
            <pc:sldMk cId="2311548782" sldId="265"/>
            <ac:spMk id="14" creationId="{693E4F23-B533-DEED-0D22-63EF93B548F8}"/>
          </ac:spMkLst>
        </pc:spChg>
        <pc:spChg chg="add mod">
          <ac:chgData name="KONGKAEW, PUTTIWAT" userId="a8adac1e-848f-4d84-b961-6a7ffb648b49" providerId="ADAL" clId="{2F9C920F-B837-426B-B15A-4F4274BFBB22}" dt="2023-05-22T10:56:30.914" v="6734" actId="207"/>
          <ac:spMkLst>
            <pc:docMk/>
            <pc:sldMk cId="2311548782" sldId="265"/>
            <ac:spMk id="16" creationId="{CFEC5F96-60B7-7CAC-5F7F-853F7FC43516}"/>
          </ac:spMkLst>
        </pc:spChg>
        <pc:spChg chg="add del mod">
          <ac:chgData name="KONGKAEW, PUTTIWAT" userId="a8adac1e-848f-4d84-b961-6a7ffb648b49" providerId="ADAL" clId="{2F9C920F-B837-426B-B15A-4F4274BFBB22}" dt="2023-05-19T08:43:30.158" v="2865" actId="478"/>
          <ac:spMkLst>
            <pc:docMk/>
            <pc:sldMk cId="2311548782" sldId="265"/>
            <ac:spMk id="17" creationId="{F2E6DB58-0F3A-6936-565F-2A5FAEDD19F4}"/>
          </ac:spMkLst>
        </pc:spChg>
        <pc:picChg chg="add mod modCrop">
          <ac:chgData name="KONGKAEW, PUTTIWAT" userId="a8adac1e-848f-4d84-b961-6a7ffb648b49" providerId="ADAL" clId="{2F9C920F-B837-426B-B15A-4F4274BFBB22}" dt="2023-05-19T08:42:59.262" v="2822" actId="1076"/>
          <ac:picMkLst>
            <pc:docMk/>
            <pc:sldMk cId="2311548782" sldId="265"/>
            <ac:picMk id="6" creationId="{9F9D51E8-F4CD-C453-5281-C565FB49078D}"/>
          </ac:picMkLst>
        </pc:picChg>
        <pc:picChg chg="add mod modCrop">
          <ac:chgData name="KONGKAEW, PUTTIWAT" userId="a8adac1e-848f-4d84-b961-6a7ffb648b49" providerId="ADAL" clId="{2F9C920F-B837-426B-B15A-4F4274BFBB22}" dt="2023-05-19T08:42:45.057" v="2817" actId="732"/>
          <ac:picMkLst>
            <pc:docMk/>
            <pc:sldMk cId="2311548782" sldId="265"/>
            <ac:picMk id="8" creationId="{354184CC-52E9-0168-5C61-12D122E147F0}"/>
          </ac:picMkLst>
        </pc:picChg>
        <pc:picChg chg="add mod modCrop">
          <ac:chgData name="KONGKAEW, PUTTIWAT" userId="a8adac1e-848f-4d84-b961-6a7ffb648b49" providerId="ADAL" clId="{2F9C920F-B837-426B-B15A-4F4274BFBB22}" dt="2023-05-19T08:42:59.262" v="2822" actId="1076"/>
          <ac:picMkLst>
            <pc:docMk/>
            <pc:sldMk cId="2311548782" sldId="265"/>
            <ac:picMk id="10" creationId="{41C4892F-4BCD-20C1-0285-522737CE71F9}"/>
          </ac:picMkLst>
        </pc:picChg>
        <pc:picChg chg="add mod modCrop">
          <ac:chgData name="KONGKAEW, PUTTIWAT" userId="a8adac1e-848f-4d84-b961-6a7ffb648b49" providerId="ADAL" clId="{2F9C920F-B837-426B-B15A-4F4274BFBB22}" dt="2023-05-19T08:42:48.950" v="2818" actId="1076"/>
          <ac:picMkLst>
            <pc:docMk/>
            <pc:sldMk cId="2311548782" sldId="265"/>
            <ac:picMk id="11" creationId="{21FD727B-D7D3-8EDF-998A-3B57D5F55572}"/>
          </ac:picMkLst>
        </pc:picChg>
        <pc:picChg chg="add mod">
          <ac:chgData name="KONGKAEW, PUTTIWAT" userId="a8adac1e-848f-4d84-b961-6a7ffb648b49" providerId="ADAL" clId="{2F9C920F-B837-426B-B15A-4F4274BFBB22}" dt="2023-05-19T08:42:55.825" v="2821" actId="1076"/>
          <ac:picMkLst>
            <pc:docMk/>
            <pc:sldMk cId="2311548782" sldId="265"/>
            <ac:picMk id="12" creationId="{5C974149-A5E0-39AB-8322-B3A9F1FC1D29}"/>
          </ac:picMkLst>
        </pc:picChg>
        <pc:picChg chg="add mod">
          <ac:chgData name="KONGKAEW, PUTTIWAT" userId="a8adac1e-848f-4d84-b961-6a7ffb648b49" providerId="ADAL" clId="{2F9C920F-B837-426B-B15A-4F4274BFBB22}" dt="2023-05-19T08:42:55.825" v="2821" actId="1076"/>
          <ac:picMkLst>
            <pc:docMk/>
            <pc:sldMk cId="2311548782" sldId="265"/>
            <ac:picMk id="13" creationId="{6E178030-1D75-A012-F387-175324EBAA28}"/>
          </ac:picMkLst>
        </pc:picChg>
        <pc:picChg chg="add del mod">
          <ac:chgData name="KONGKAEW, PUTTIWAT" userId="a8adac1e-848f-4d84-b961-6a7ffb648b49" providerId="ADAL" clId="{2F9C920F-B837-426B-B15A-4F4274BFBB22}" dt="2023-05-19T08:43:13.125" v="2847"/>
          <ac:picMkLst>
            <pc:docMk/>
            <pc:sldMk cId="2311548782" sldId="265"/>
            <ac:picMk id="15" creationId="{5DB7E3FD-3E8A-D74A-B4FE-8C32BB7577B6}"/>
          </ac:picMkLst>
        </pc:picChg>
      </pc:sldChg>
      <pc:sldChg chg="modSp new del mod modShow">
        <pc:chgData name="KONGKAEW, PUTTIWAT" userId="a8adac1e-848f-4d84-b961-6a7ffb648b49" providerId="ADAL" clId="{2F9C920F-B837-426B-B15A-4F4274BFBB22}" dt="2023-05-22T10:54:38.127" v="6715" actId="47"/>
        <pc:sldMkLst>
          <pc:docMk/>
          <pc:sldMk cId="73811450" sldId="266"/>
        </pc:sldMkLst>
        <pc:spChg chg="mod">
          <ac:chgData name="KONGKAEW, PUTTIWAT" userId="a8adac1e-848f-4d84-b961-6a7ffb648b49" providerId="ADAL" clId="{2F9C920F-B837-426B-B15A-4F4274BFBB22}" dt="2023-05-19T08:46:48.580" v="3031" actId="20577"/>
          <ac:spMkLst>
            <pc:docMk/>
            <pc:sldMk cId="73811450" sldId="266"/>
            <ac:spMk id="2" creationId="{96B9DE51-921E-D3E0-E616-F3C061D61EFE}"/>
          </ac:spMkLst>
        </pc:spChg>
        <pc:spChg chg="mod">
          <ac:chgData name="KONGKAEW, PUTTIWAT" userId="a8adac1e-848f-4d84-b961-6a7ffb648b49" providerId="ADAL" clId="{2F9C920F-B837-426B-B15A-4F4274BFBB22}" dt="2023-05-19T08:50:21.597" v="3339" actId="20577"/>
          <ac:spMkLst>
            <pc:docMk/>
            <pc:sldMk cId="73811450" sldId="266"/>
            <ac:spMk id="3" creationId="{24AC48F0-EDF3-6068-0986-DB04C1E45B3E}"/>
          </ac:spMkLst>
        </pc:spChg>
      </pc:sldChg>
      <pc:sldChg chg="modSp new del mod">
        <pc:chgData name="KONGKAEW, PUTTIWAT" userId="a8adac1e-848f-4d84-b961-6a7ffb648b49" providerId="ADAL" clId="{2F9C920F-B837-426B-B15A-4F4274BFBB22}" dt="2023-05-19T08:44:19.775" v="2915" actId="47"/>
        <pc:sldMkLst>
          <pc:docMk/>
          <pc:sldMk cId="3018053352" sldId="266"/>
        </pc:sldMkLst>
        <pc:spChg chg="mod">
          <ac:chgData name="KONGKAEW, PUTTIWAT" userId="a8adac1e-848f-4d84-b961-6a7ffb648b49" providerId="ADAL" clId="{2F9C920F-B837-426B-B15A-4F4274BFBB22}" dt="2023-05-19T08:44:17.391" v="2914" actId="20577"/>
          <ac:spMkLst>
            <pc:docMk/>
            <pc:sldMk cId="3018053352" sldId="266"/>
            <ac:spMk id="4" creationId="{C2FEB822-7C15-DD4F-46AF-DA790D9A22D6}"/>
          </ac:spMkLst>
        </pc:spChg>
      </pc:sldChg>
      <pc:sldChg chg="modSp new mod">
        <pc:chgData name="KONGKAEW, PUTTIWAT" userId="a8adac1e-848f-4d84-b961-6a7ffb648b49" providerId="ADAL" clId="{2F9C920F-B837-426B-B15A-4F4274BFBB22}" dt="2023-05-19T09:35:56.409" v="5388" actId="20577"/>
        <pc:sldMkLst>
          <pc:docMk/>
          <pc:sldMk cId="2129425839" sldId="267"/>
        </pc:sldMkLst>
        <pc:spChg chg="mod">
          <ac:chgData name="KONGKAEW, PUTTIWAT" userId="a8adac1e-848f-4d84-b961-6a7ffb648b49" providerId="ADAL" clId="{2F9C920F-B837-426B-B15A-4F4274BFBB22}" dt="2023-05-19T08:51:01.706" v="3359" actId="20577"/>
          <ac:spMkLst>
            <pc:docMk/>
            <pc:sldMk cId="2129425839" sldId="267"/>
            <ac:spMk id="2" creationId="{D8689D0A-C7C1-4C13-F0F8-7A59F6EC0D86}"/>
          </ac:spMkLst>
        </pc:spChg>
        <pc:spChg chg="mod">
          <ac:chgData name="KONGKAEW, PUTTIWAT" userId="a8adac1e-848f-4d84-b961-6a7ffb648b49" providerId="ADAL" clId="{2F9C920F-B837-426B-B15A-4F4274BFBB22}" dt="2023-05-19T09:35:56.409" v="5388" actId="20577"/>
          <ac:spMkLst>
            <pc:docMk/>
            <pc:sldMk cId="2129425839" sldId="267"/>
            <ac:spMk id="3" creationId="{BCC3803E-6C2F-4F89-873A-33FF5D5F60CC}"/>
          </ac:spMkLst>
        </pc:spChg>
      </pc:sldChg>
      <pc:sldChg chg="addSp delSp modSp new mod modClrScheme chgLayout">
        <pc:chgData name="KONGKAEW, PUTTIWAT" userId="a8adac1e-848f-4d84-b961-6a7ffb648b49" providerId="ADAL" clId="{2F9C920F-B837-426B-B15A-4F4274BFBB22}" dt="2023-05-19T11:02:09.536" v="5538" actId="20577"/>
        <pc:sldMkLst>
          <pc:docMk/>
          <pc:sldMk cId="2224687866" sldId="268"/>
        </pc:sldMkLst>
        <pc:spChg chg="mod ord">
          <ac:chgData name="KONGKAEW, PUTTIWAT" userId="a8adac1e-848f-4d84-b961-6a7ffb648b49" providerId="ADAL" clId="{2F9C920F-B837-426B-B15A-4F4274BFBB22}" dt="2023-05-19T08:55:13.860" v="3821" actId="700"/>
          <ac:spMkLst>
            <pc:docMk/>
            <pc:sldMk cId="2224687866" sldId="268"/>
            <ac:spMk id="2" creationId="{96ED4BE1-D869-4DFF-92D7-4722B9555C99}"/>
          </ac:spMkLst>
        </pc:spChg>
        <pc:spChg chg="del">
          <ac:chgData name="KONGKAEW, PUTTIWAT" userId="a8adac1e-848f-4d84-b961-6a7ffb648b49" providerId="ADAL" clId="{2F9C920F-B837-426B-B15A-4F4274BFBB22}" dt="2023-05-19T08:54:43.023" v="3813"/>
          <ac:spMkLst>
            <pc:docMk/>
            <pc:sldMk cId="2224687866" sldId="268"/>
            <ac:spMk id="3" creationId="{30A39BC9-C4F4-3874-4E6B-CB5530F95E14}"/>
          </ac:spMkLst>
        </pc:spChg>
        <pc:spChg chg="add del mod ord">
          <ac:chgData name="KONGKAEW, PUTTIWAT" userId="a8adac1e-848f-4d84-b961-6a7ffb648b49" providerId="ADAL" clId="{2F9C920F-B837-426B-B15A-4F4274BFBB22}" dt="2023-05-19T08:55:17.650" v="3823"/>
          <ac:spMkLst>
            <pc:docMk/>
            <pc:sldMk cId="2224687866" sldId="268"/>
            <ac:spMk id="6" creationId="{8006A1C2-3F58-1D27-413C-5AD67782FF1D}"/>
          </ac:spMkLst>
        </pc:spChg>
        <pc:spChg chg="add mod">
          <ac:chgData name="KONGKAEW, PUTTIWAT" userId="a8adac1e-848f-4d84-b961-6a7ffb648b49" providerId="ADAL" clId="{2F9C920F-B837-426B-B15A-4F4274BFBB22}" dt="2023-05-19T09:24:47.972" v="4102" actId="20577"/>
          <ac:spMkLst>
            <pc:docMk/>
            <pc:sldMk cId="2224687866" sldId="268"/>
            <ac:spMk id="8" creationId="{33FD2692-136B-A8E2-AD6F-8348F9FE9623}"/>
          </ac:spMkLst>
        </pc:spChg>
        <pc:spChg chg="add mod">
          <ac:chgData name="KONGKAEW, PUTTIWAT" userId="a8adac1e-848f-4d84-b961-6a7ffb648b49" providerId="ADAL" clId="{2F9C920F-B837-426B-B15A-4F4274BFBB22}" dt="2023-05-19T09:24:57.061" v="4104" actId="20577"/>
          <ac:spMkLst>
            <pc:docMk/>
            <pc:sldMk cId="2224687866" sldId="268"/>
            <ac:spMk id="12" creationId="{2A00F1EC-6D6C-E77F-916D-26EF496055C1}"/>
          </ac:spMkLst>
        </pc:spChg>
        <pc:spChg chg="add mod">
          <ac:chgData name="KONGKAEW, PUTTIWAT" userId="a8adac1e-848f-4d84-b961-6a7ffb648b49" providerId="ADAL" clId="{2F9C920F-B837-426B-B15A-4F4274BFBB22}" dt="2023-05-19T09:25:19.561" v="4126" actId="20577"/>
          <ac:spMkLst>
            <pc:docMk/>
            <pc:sldMk cId="2224687866" sldId="268"/>
            <ac:spMk id="15" creationId="{405202DE-4685-6DCA-C502-F74D557BC16F}"/>
          </ac:spMkLst>
        </pc:spChg>
        <pc:spChg chg="add mod">
          <ac:chgData name="KONGKAEW, PUTTIWAT" userId="a8adac1e-848f-4d84-b961-6a7ffb648b49" providerId="ADAL" clId="{2F9C920F-B837-426B-B15A-4F4274BFBB22}" dt="2023-05-19T11:02:09.536" v="5538" actId="20577"/>
          <ac:spMkLst>
            <pc:docMk/>
            <pc:sldMk cId="2224687866" sldId="268"/>
            <ac:spMk id="16" creationId="{517A6605-9637-3E0B-FFE0-B92AE7F86E60}"/>
          </ac:spMkLst>
        </pc:spChg>
        <pc:spChg chg="add del mod">
          <ac:chgData name="KONGKAEW, PUTTIWAT" userId="a8adac1e-848f-4d84-b961-6a7ffb648b49" providerId="ADAL" clId="{2F9C920F-B837-426B-B15A-4F4274BFBB22}" dt="2023-05-19T11:02:02.856" v="5535" actId="478"/>
          <ac:spMkLst>
            <pc:docMk/>
            <pc:sldMk cId="2224687866" sldId="268"/>
            <ac:spMk id="17" creationId="{58ABFCFF-6E41-AA3C-0B72-013522F8F6DC}"/>
          </ac:spMkLst>
        </pc:spChg>
        <pc:picChg chg="add del mod ord">
          <ac:chgData name="KONGKAEW, PUTTIWAT" userId="a8adac1e-848f-4d84-b961-6a7ffb648b49" providerId="ADAL" clId="{2F9C920F-B837-426B-B15A-4F4274BFBB22}" dt="2023-05-19T08:55:16.243" v="3822" actId="21"/>
          <ac:picMkLst>
            <pc:docMk/>
            <pc:sldMk cId="2224687866" sldId="268"/>
            <ac:picMk id="5" creationId="{DAA0C4F3-34E0-275F-BC03-90BACEE2FA34}"/>
          </ac:picMkLst>
        </pc:picChg>
        <pc:picChg chg="add mod">
          <ac:chgData name="KONGKAEW, PUTTIWAT" userId="a8adac1e-848f-4d84-b961-6a7ffb648b49" providerId="ADAL" clId="{2F9C920F-B837-426B-B15A-4F4274BFBB22}" dt="2023-05-19T08:55:17.650" v="3823"/>
          <ac:picMkLst>
            <pc:docMk/>
            <pc:sldMk cId="2224687866" sldId="268"/>
            <ac:picMk id="9" creationId="{A14468BA-5426-B2BF-B06C-C3EF064C53C3}"/>
          </ac:picMkLst>
        </pc:picChg>
        <pc:cxnChg chg="add mod">
          <ac:chgData name="KONGKAEW, PUTTIWAT" userId="a8adac1e-848f-4d84-b961-6a7ffb648b49" providerId="ADAL" clId="{2F9C920F-B837-426B-B15A-4F4274BFBB22}" dt="2023-05-19T09:21:25.912" v="3910" actId="692"/>
          <ac:cxnSpMkLst>
            <pc:docMk/>
            <pc:sldMk cId="2224687866" sldId="268"/>
            <ac:cxnSpMk id="11" creationId="{792AEA43-734C-4248-9677-DD285147B35C}"/>
          </ac:cxnSpMkLst>
        </pc:cxnChg>
        <pc:cxnChg chg="add mod">
          <ac:chgData name="KONGKAEW, PUTTIWAT" userId="a8adac1e-848f-4d84-b961-6a7ffb648b49" providerId="ADAL" clId="{2F9C920F-B837-426B-B15A-4F4274BFBB22}" dt="2023-05-19T09:25:10.135" v="4106" actId="692"/>
          <ac:cxnSpMkLst>
            <pc:docMk/>
            <pc:sldMk cId="2224687866" sldId="268"/>
            <ac:cxnSpMk id="14" creationId="{72911DB9-C16E-D1E4-3EDB-8ADF198FE109}"/>
          </ac:cxnSpMkLst>
        </pc:cxnChg>
      </pc:sldChg>
      <pc:sldChg chg="addSp delSp modSp new mod modClrScheme chgLayout">
        <pc:chgData name="KONGKAEW, PUTTIWAT" userId="a8adac1e-848f-4d84-b961-6a7ffb648b49" providerId="ADAL" clId="{2F9C920F-B837-426B-B15A-4F4274BFBB22}" dt="2023-05-19T09:32:17.622" v="4916" actId="20577"/>
        <pc:sldMkLst>
          <pc:docMk/>
          <pc:sldMk cId="2363607066" sldId="269"/>
        </pc:sldMkLst>
        <pc:spChg chg="del mod ord">
          <ac:chgData name="KONGKAEW, PUTTIWAT" userId="a8adac1e-848f-4d84-b961-6a7ffb648b49" providerId="ADAL" clId="{2F9C920F-B837-426B-B15A-4F4274BFBB22}" dt="2023-05-19T09:29:52.094" v="4541" actId="700"/>
          <ac:spMkLst>
            <pc:docMk/>
            <pc:sldMk cId="2363607066" sldId="269"/>
            <ac:spMk id="2" creationId="{F40DF352-EBDB-20CB-FF3E-C0D41B967CEB}"/>
          </ac:spMkLst>
        </pc:spChg>
        <pc:spChg chg="del">
          <ac:chgData name="KONGKAEW, PUTTIWAT" userId="a8adac1e-848f-4d84-b961-6a7ffb648b49" providerId="ADAL" clId="{2F9C920F-B837-426B-B15A-4F4274BFBB22}" dt="2023-05-19T09:29:52.094" v="4541" actId="700"/>
          <ac:spMkLst>
            <pc:docMk/>
            <pc:sldMk cId="2363607066" sldId="269"/>
            <ac:spMk id="3" creationId="{7C607F05-5438-7E9D-9ACB-CD15DE373597}"/>
          </ac:spMkLst>
        </pc:spChg>
        <pc:spChg chg="mod ord">
          <ac:chgData name="KONGKAEW, PUTTIWAT" userId="a8adac1e-848f-4d84-b961-6a7ffb648b49" providerId="ADAL" clId="{2F9C920F-B837-426B-B15A-4F4274BFBB22}" dt="2023-05-19T09:29:52.094" v="4541" actId="700"/>
          <ac:spMkLst>
            <pc:docMk/>
            <pc:sldMk cId="2363607066" sldId="269"/>
            <ac:spMk id="4" creationId="{6F6F7F8C-C394-98EF-75FD-7F75B6319E97}"/>
          </ac:spMkLst>
        </pc:spChg>
        <pc:spChg chg="add mod ord">
          <ac:chgData name="KONGKAEW, PUTTIWAT" userId="a8adac1e-848f-4d84-b961-6a7ffb648b49" providerId="ADAL" clId="{2F9C920F-B837-426B-B15A-4F4274BFBB22}" dt="2023-05-19T09:32:17.622" v="4916" actId="20577"/>
          <ac:spMkLst>
            <pc:docMk/>
            <pc:sldMk cId="2363607066" sldId="269"/>
            <ac:spMk id="5" creationId="{380C93AC-0F2E-02D6-63F8-8C35656FDC00}"/>
          </ac:spMkLst>
        </pc:spChg>
      </pc:sldChg>
      <pc:sldChg chg="modSp new mod">
        <pc:chgData name="KONGKAEW, PUTTIWAT" userId="a8adac1e-848f-4d84-b961-6a7ffb648b49" providerId="ADAL" clId="{2F9C920F-B837-426B-B15A-4F4274BFBB22}" dt="2023-05-19T14:28:28.367" v="6284" actId="20577"/>
        <pc:sldMkLst>
          <pc:docMk/>
          <pc:sldMk cId="1627907822" sldId="270"/>
        </pc:sldMkLst>
        <pc:spChg chg="mod">
          <ac:chgData name="KONGKAEW, PUTTIWAT" userId="a8adac1e-848f-4d84-b961-6a7ffb648b49" providerId="ADAL" clId="{2F9C920F-B837-426B-B15A-4F4274BFBB22}" dt="2023-05-19T09:32:52.593" v="5012" actId="27636"/>
          <ac:spMkLst>
            <pc:docMk/>
            <pc:sldMk cId="1627907822" sldId="270"/>
            <ac:spMk id="2" creationId="{73227533-C574-CB4D-29B4-DFEC2E0CBA40}"/>
          </ac:spMkLst>
        </pc:spChg>
        <pc:spChg chg="mod">
          <ac:chgData name="KONGKAEW, PUTTIWAT" userId="a8adac1e-848f-4d84-b961-6a7ffb648b49" providerId="ADAL" clId="{2F9C920F-B837-426B-B15A-4F4274BFBB22}" dt="2023-05-19T14:28:28.367" v="6284" actId="20577"/>
          <ac:spMkLst>
            <pc:docMk/>
            <pc:sldMk cId="1627907822" sldId="270"/>
            <ac:spMk id="3" creationId="{306896E1-D6E1-A7A8-EB3C-A03BC49B167D}"/>
          </ac:spMkLst>
        </pc:spChg>
      </pc:sldChg>
      <pc:sldChg chg="modSp new mod">
        <pc:chgData name="KONGKAEW, PUTTIWAT" userId="a8adac1e-848f-4d84-b961-6a7ffb648b49" providerId="ADAL" clId="{2F9C920F-B837-426B-B15A-4F4274BFBB22}" dt="2023-05-19T14:28:48.471" v="6329" actId="20577"/>
        <pc:sldMkLst>
          <pc:docMk/>
          <pc:sldMk cId="4182190792" sldId="271"/>
        </pc:sldMkLst>
        <pc:spChg chg="mod">
          <ac:chgData name="KONGKAEW, PUTTIWAT" userId="a8adac1e-848f-4d84-b961-6a7ffb648b49" providerId="ADAL" clId="{2F9C920F-B837-426B-B15A-4F4274BFBB22}" dt="2023-05-19T09:36:05.575" v="5403" actId="20577"/>
          <ac:spMkLst>
            <pc:docMk/>
            <pc:sldMk cId="4182190792" sldId="271"/>
            <ac:spMk id="2" creationId="{56FEF44B-1618-6941-E21B-AD134B5ACBC0}"/>
          </ac:spMkLst>
        </pc:spChg>
        <pc:spChg chg="mod">
          <ac:chgData name="KONGKAEW, PUTTIWAT" userId="a8adac1e-848f-4d84-b961-6a7ffb648b49" providerId="ADAL" clId="{2F9C920F-B837-426B-B15A-4F4274BFBB22}" dt="2023-05-19T14:28:48.471" v="6329" actId="20577"/>
          <ac:spMkLst>
            <pc:docMk/>
            <pc:sldMk cId="4182190792" sldId="271"/>
            <ac:spMk id="3" creationId="{25C9FFEA-B0AE-0F88-F7C1-126BFFDD19FD}"/>
          </ac:spMkLst>
        </pc:spChg>
      </pc:sldChg>
      <pc:sldChg chg="addSp delSp modSp new mod modShow">
        <pc:chgData name="KONGKAEW, PUTTIWAT" userId="a8adac1e-848f-4d84-b961-6a7ffb648b49" providerId="ADAL" clId="{2F9C920F-B837-426B-B15A-4F4274BFBB22}" dt="2023-05-22T13:44:37.740" v="7149" actId="729"/>
        <pc:sldMkLst>
          <pc:docMk/>
          <pc:sldMk cId="228672105" sldId="272"/>
        </pc:sldMkLst>
        <pc:spChg chg="mod">
          <ac:chgData name="KONGKAEW, PUTTIWAT" userId="a8adac1e-848f-4d84-b961-6a7ffb648b49" providerId="ADAL" clId="{2F9C920F-B837-426B-B15A-4F4274BFBB22}" dt="2023-05-19T14:27:31.502" v="6195" actId="20577"/>
          <ac:spMkLst>
            <pc:docMk/>
            <pc:sldMk cId="228672105" sldId="272"/>
            <ac:spMk id="2" creationId="{9C15383D-38AA-980C-80ED-E182666FF970}"/>
          </ac:spMkLst>
        </pc:spChg>
        <pc:spChg chg="del">
          <ac:chgData name="KONGKAEW, PUTTIWAT" userId="a8adac1e-848f-4d84-b961-6a7ffb648b49" providerId="ADAL" clId="{2F9C920F-B837-426B-B15A-4F4274BFBB22}" dt="2023-05-19T14:27:26.914" v="6179"/>
          <ac:spMkLst>
            <pc:docMk/>
            <pc:sldMk cId="228672105" sldId="272"/>
            <ac:spMk id="3" creationId="{2FB79B6D-9E2E-322D-68D3-C98B149F1B7C}"/>
          </ac:spMkLst>
        </pc:spChg>
        <pc:spChg chg="add mod">
          <ac:chgData name="KONGKAEW, PUTTIWAT" userId="a8adac1e-848f-4d84-b961-6a7ffb648b49" providerId="ADAL" clId="{2F9C920F-B837-426B-B15A-4F4274BFBB22}" dt="2023-05-19T15:41:17.050" v="6678" actId="1076"/>
          <ac:spMkLst>
            <pc:docMk/>
            <pc:sldMk cId="228672105" sldId="272"/>
            <ac:spMk id="6" creationId="{43DF9946-D0A8-BACE-5B8F-BE07FD057DE2}"/>
          </ac:spMkLst>
        </pc:spChg>
        <pc:spChg chg="add del mod">
          <ac:chgData name="KONGKAEW, PUTTIWAT" userId="a8adac1e-848f-4d84-b961-6a7ffb648b49" providerId="ADAL" clId="{2F9C920F-B837-426B-B15A-4F4274BFBB22}" dt="2023-05-19T15:40:42.331" v="6621"/>
          <ac:spMkLst>
            <pc:docMk/>
            <pc:sldMk cId="228672105" sldId="272"/>
            <ac:spMk id="8" creationId="{0D0F7884-C871-9D17-0634-E7B48CD255A2}"/>
          </ac:spMkLst>
        </pc:spChg>
        <pc:spChg chg="add mod">
          <ac:chgData name="KONGKAEW, PUTTIWAT" userId="a8adac1e-848f-4d84-b961-6a7ffb648b49" providerId="ADAL" clId="{2F9C920F-B837-426B-B15A-4F4274BFBB22}" dt="2023-05-19T15:40:56.474" v="6638" actId="20577"/>
          <ac:spMkLst>
            <pc:docMk/>
            <pc:sldMk cId="228672105" sldId="272"/>
            <ac:spMk id="11" creationId="{9A7F8552-520A-8BFC-438D-717DA3C8B897}"/>
          </ac:spMkLst>
        </pc:spChg>
        <pc:spChg chg="add mod">
          <ac:chgData name="KONGKAEW, PUTTIWAT" userId="a8adac1e-848f-4d84-b961-6a7ffb648b49" providerId="ADAL" clId="{2F9C920F-B837-426B-B15A-4F4274BFBB22}" dt="2023-05-19T15:41:04.787" v="6659" actId="20577"/>
          <ac:spMkLst>
            <pc:docMk/>
            <pc:sldMk cId="228672105" sldId="272"/>
            <ac:spMk id="12" creationId="{E4F8C05F-E020-8EB0-4992-6E972DC50F12}"/>
          </ac:spMkLst>
        </pc:spChg>
        <pc:spChg chg="add mod">
          <ac:chgData name="KONGKAEW, PUTTIWAT" userId="a8adac1e-848f-4d84-b961-6a7ffb648b49" providerId="ADAL" clId="{2F9C920F-B837-426B-B15A-4F4274BFBB22}" dt="2023-05-22T12:56:02.759" v="7117" actId="20577"/>
          <ac:spMkLst>
            <pc:docMk/>
            <pc:sldMk cId="228672105" sldId="272"/>
            <ac:spMk id="13" creationId="{B21E3CE0-BB85-2628-242D-9D12A0755B03}"/>
          </ac:spMkLst>
        </pc:spChg>
        <pc:spChg chg="add mod">
          <ac:chgData name="KONGKAEW, PUTTIWAT" userId="a8adac1e-848f-4d84-b961-6a7ffb648b49" providerId="ADAL" clId="{2F9C920F-B837-426B-B15A-4F4274BFBB22}" dt="2023-05-19T15:42:35.685" v="6694" actId="20577"/>
          <ac:spMkLst>
            <pc:docMk/>
            <pc:sldMk cId="228672105" sldId="272"/>
            <ac:spMk id="25" creationId="{04C9D661-5CB2-ABD8-0B5A-36A5F88080F8}"/>
          </ac:spMkLst>
        </pc:spChg>
        <pc:picChg chg="add del mod">
          <ac:chgData name="KONGKAEW, PUTTIWAT" userId="a8adac1e-848f-4d84-b961-6a7ffb648b49" providerId="ADAL" clId="{2F9C920F-B837-426B-B15A-4F4274BFBB22}" dt="2023-05-19T15:09:36.082" v="6620" actId="478"/>
          <ac:picMkLst>
            <pc:docMk/>
            <pc:sldMk cId="228672105" sldId="272"/>
            <ac:picMk id="5" creationId="{9E7B82DD-938B-D28D-7EFB-867509E9F981}"/>
          </ac:picMkLst>
        </pc:picChg>
        <pc:picChg chg="add mod">
          <ac:chgData name="KONGKAEW, PUTTIWAT" userId="a8adac1e-848f-4d84-b961-6a7ffb648b49" providerId="ADAL" clId="{2F9C920F-B837-426B-B15A-4F4274BFBB22}" dt="2023-05-19T15:40:48.922" v="6625" actId="14100"/>
          <ac:picMkLst>
            <pc:docMk/>
            <pc:sldMk cId="228672105" sldId="272"/>
            <ac:picMk id="10" creationId="{E6433B86-FA50-7063-AEEB-6C2061D0F623}"/>
          </ac:picMkLst>
        </pc:picChg>
        <pc:cxnChg chg="add mod">
          <ac:chgData name="KONGKAEW, PUTTIWAT" userId="a8adac1e-848f-4d84-b961-6a7ffb648b49" providerId="ADAL" clId="{2F9C920F-B837-426B-B15A-4F4274BFBB22}" dt="2023-05-19T15:41:29.420" v="6681" actId="14100"/>
          <ac:cxnSpMkLst>
            <pc:docMk/>
            <pc:sldMk cId="228672105" sldId="272"/>
            <ac:cxnSpMk id="14" creationId="{1E8CE97E-4742-909A-AA13-E32F341A7478}"/>
          </ac:cxnSpMkLst>
        </pc:cxnChg>
        <pc:cxnChg chg="add mod">
          <ac:chgData name="KONGKAEW, PUTTIWAT" userId="a8adac1e-848f-4d84-b961-6a7ffb648b49" providerId="ADAL" clId="{2F9C920F-B837-426B-B15A-4F4274BFBB22}" dt="2023-05-19T15:41:56.155" v="6685" actId="14100"/>
          <ac:cxnSpMkLst>
            <pc:docMk/>
            <pc:sldMk cId="228672105" sldId="272"/>
            <ac:cxnSpMk id="17" creationId="{475EEC1C-C4F6-CD60-098B-6404EBD70E54}"/>
          </ac:cxnSpMkLst>
        </pc:cxnChg>
        <pc:cxnChg chg="add mod">
          <ac:chgData name="KONGKAEW, PUTTIWAT" userId="a8adac1e-848f-4d84-b961-6a7ffb648b49" providerId="ADAL" clId="{2F9C920F-B837-426B-B15A-4F4274BFBB22}" dt="2023-05-22T12:56:02.759" v="7117" actId="20577"/>
          <ac:cxnSpMkLst>
            <pc:docMk/>
            <pc:sldMk cId="228672105" sldId="272"/>
            <ac:cxnSpMk id="21" creationId="{BCF2407C-192E-82AD-266A-81523D79ED7C}"/>
          </ac:cxnSpMkLst>
        </pc:cxnChg>
        <pc:cxnChg chg="add mod">
          <ac:chgData name="KONGKAEW, PUTTIWAT" userId="a8adac1e-848f-4d84-b961-6a7ffb648b49" providerId="ADAL" clId="{2F9C920F-B837-426B-B15A-4F4274BFBB22}" dt="2023-05-19T15:42:54.536" v="6697" actId="14100"/>
          <ac:cxnSpMkLst>
            <pc:docMk/>
            <pc:sldMk cId="228672105" sldId="272"/>
            <ac:cxnSpMk id="26" creationId="{12EF6CE6-CC78-94B4-A7CB-A4B2AD25238C}"/>
          </ac:cxnSpMkLst>
        </pc:cxnChg>
      </pc:sldChg>
      <pc:sldChg chg="modSp new mod">
        <pc:chgData name="KONGKAEW, PUTTIWAT" userId="a8adac1e-848f-4d84-b961-6a7ffb648b49" providerId="ADAL" clId="{2F9C920F-B837-426B-B15A-4F4274BFBB22}" dt="2023-05-22T14:50:01.941" v="7688" actId="20577"/>
        <pc:sldMkLst>
          <pc:docMk/>
          <pc:sldMk cId="3517991577" sldId="273"/>
        </pc:sldMkLst>
        <pc:spChg chg="mod">
          <ac:chgData name="KONGKAEW, PUTTIWAT" userId="a8adac1e-848f-4d84-b961-6a7ffb648b49" providerId="ADAL" clId="{2F9C920F-B837-426B-B15A-4F4274BFBB22}" dt="2023-05-22T14:43:52.755" v="7377" actId="20577"/>
          <ac:spMkLst>
            <pc:docMk/>
            <pc:sldMk cId="3517991577" sldId="273"/>
            <ac:spMk id="2" creationId="{1D2FE50F-59E2-F91B-860F-D486549D775B}"/>
          </ac:spMkLst>
        </pc:spChg>
        <pc:spChg chg="mod">
          <ac:chgData name="KONGKAEW, PUTTIWAT" userId="a8adac1e-848f-4d84-b961-6a7ffb648b49" providerId="ADAL" clId="{2F9C920F-B837-426B-B15A-4F4274BFBB22}" dt="2023-05-22T14:50:01.941" v="7688" actId="20577"/>
          <ac:spMkLst>
            <pc:docMk/>
            <pc:sldMk cId="3517991577" sldId="273"/>
            <ac:spMk id="3" creationId="{0C88BBD9-4318-C664-79B4-5DC4019C0B90}"/>
          </ac:spMkLst>
        </pc:spChg>
      </pc:sldChg>
      <pc:sldChg chg="addSp delSp modSp add mod">
        <pc:chgData name="KONGKAEW, PUTTIWAT" userId="a8adac1e-848f-4d84-b961-6a7ffb648b49" providerId="ADAL" clId="{2F9C920F-B837-426B-B15A-4F4274BFBB22}" dt="2023-05-22T14:42:09.302" v="7376" actId="207"/>
        <pc:sldMkLst>
          <pc:docMk/>
          <pc:sldMk cId="1700130594" sldId="274"/>
        </pc:sldMkLst>
        <pc:spChg chg="add del mod">
          <ac:chgData name="KONGKAEW, PUTTIWAT" userId="a8adac1e-848f-4d84-b961-6a7ffb648b49" providerId="ADAL" clId="{2F9C920F-B837-426B-B15A-4F4274BFBB22}" dt="2023-05-22T10:41:34.272" v="6700"/>
          <ac:spMkLst>
            <pc:docMk/>
            <pc:sldMk cId="1700130594" sldId="274"/>
            <ac:spMk id="4" creationId="{D2115B99-2F44-F438-8BF7-0A503B85BF6C}"/>
          </ac:spMkLst>
        </pc:spChg>
        <pc:spChg chg="mod">
          <ac:chgData name="KONGKAEW, PUTTIWAT" userId="a8adac1e-848f-4d84-b961-6a7ffb648b49" providerId="ADAL" clId="{2F9C920F-B837-426B-B15A-4F4274BFBB22}" dt="2023-05-22T10:41:52.334" v="6706" actId="1076"/>
          <ac:spMkLst>
            <pc:docMk/>
            <pc:sldMk cId="1700130594" sldId="274"/>
            <ac:spMk id="11" creationId="{9A7F8552-520A-8BFC-438D-717DA3C8B897}"/>
          </ac:spMkLst>
        </pc:spChg>
        <pc:spChg chg="mod">
          <ac:chgData name="KONGKAEW, PUTTIWAT" userId="a8adac1e-848f-4d84-b961-6a7ffb648b49" providerId="ADAL" clId="{2F9C920F-B837-426B-B15A-4F4274BFBB22}" dt="2023-05-22T10:42:02.945" v="6707" actId="1076"/>
          <ac:spMkLst>
            <pc:docMk/>
            <pc:sldMk cId="1700130594" sldId="274"/>
            <ac:spMk id="12" creationId="{E4F8C05F-E020-8EB0-4992-6E972DC50F12}"/>
          </ac:spMkLst>
        </pc:spChg>
        <pc:spChg chg="mod">
          <ac:chgData name="KONGKAEW, PUTTIWAT" userId="a8adac1e-848f-4d84-b961-6a7ffb648b49" providerId="ADAL" clId="{2F9C920F-B837-426B-B15A-4F4274BFBB22}" dt="2023-05-22T12:55:52.759" v="7103" actId="20577"/>
          <ac:spMkLst>
            <pc:docMk/>
            <pc:sldMk cId="1700130594" sldId="274"/>
            <ac:spMk id="13" creationId="{B21E3CE0-BB85-2628-242D-9D12A0755B03}"/>
          </ac:spMkLst>
        </pc:spChg>
        <pc:spChg chg="mod">
          <ac:chgData name="KONGKAEW, PUTTIWAT" userId="a8adac1e-848f-4d84-b961-6a7ffb648b49" providerId="ADAL" clId="{2F9C920F-B837-426B-B15A-4F4274BFBB22}" dt="2023-05-22T10:42:45.244" v="6712" actId="14100"/>
          <ac:spMkLst>
            <pc:docMk/>
            <pc:sldMk cId="1700130594" sldId="274"/>
            <ac:spMk id="25" creationId="{04C9D661-5CB2-ABD8-0B5A-36A5F88080F8}"/>
          </ac:spMkLst>
        </pc:spChg>
        <pc:spChg chg="add del mod">
          <ac:chgData name="KONGKAEW, PUTTIWAT" userId="a8adac1e-848f-4d84-b961-6a7ffb648b49" providerId="ADAL" clId="{2F9C920F-B837-426B-B15A-4F4274BFBB22}" dt="2023-05-22T12:51:47.737" v="6794" actId="478"/>
          <ac:spMkLst>
            <pc:docMk/>
            <pc:sldMk cId="1700130594" sldId="274"/>
            <ac:spMk id="31" creationId="{9E513A5A-6AA7-AA2A-F615-AEB2D538A2EF}"/>
          </ac:spMkLst>
        </pc:spChg>
        <pc:spChg chg="add del mod">
          <ac:chgData name="KONGKAEW, PUTTIWAT" userId="a8adac1e-848f-4d84-b961-6a7ffb648b49" providerId="ADAL" clId="{2F9C920F-B837-426B-B15A-4F4274BFBB22}" dt="2023-05-22T12:51:47.737" v="6794" actId="478"/>
          <ac:spMkLst>
            <pc:docMk/>
            <pc:sldMk cId="1700130594" sldId="274"/>
            <ac:spMk id="32" creationId="{BDB47CF9-1691-68C8-EA10-59363EC2BF43}"/>
          </ac:spMkLst>
        </pc:spChg>
        <pc:spChg chg="add mod">
          <ac:chgData name="KONGKAEW, PUTTIWAT" userId="a8adac1e-848f-4d84-b961-6a7ffb648b49" providerId="ADAL" clId="{2F9C920F-B837-426B-B15A-4F4274BFBB22}" dt="2023-05-22T12:55:07.280" v="7087" actId="20577"/>
          <ac:spMkLst>
            <pc:docMk/>
            <pc:sldMk cId="1700130594" sldId="274"/>
            <ac:spMk id="33" creationId="{C91A1DDE-3A9A-1146-39A6-784A41BD5174}"/>
          </ac:spMkLst>
        </pc:spChg>
        <pc:spChg chg="add mod">
          <ac:chgData name="KONGKAEW, PUTTIWAT" userId="a8adac1e-848f-4d84-b961-6a7ffb648b49" providerId="ADAL" clId="{2F9C920F-B837-426B-B15A-4F4274BFBB22}" dt="2023-05-22T14:33:53.325" v="7249" actId="20577"/>
          <ac:spMkLst>
            <pc:docMk/>
            <pc:sldMk cId="1700130594" sldId="274"/>
            <ac:spMk id="34" creationId="{848B1A58-EEEE-7E68-6B2E-F773815F4C6C}"/>
          </ac:spMkLst>
        </pc:spChg>
        <pc:spChg chg="add mod">
          <ac:chgData name="KONGKAEW, PUTTIWAT" userId="a8adac1e-848f-4d84-b961-6a7ffb648b49" providerId="ADAL" clId="{2F9C920F-B837-426B-B15A-4F4274BFBB22}" dt="2023-05-22T14:37:20.334" v="7304" actId="207"/>
          <ac:spMkLst>
            <pc:docMk/>
            <pc:sldMk cId="1700130594" sldId="274"/>
            <ac:spMk id="35" creationId="{73611E5E-803F-0B4D-B854-E89546432B3B}"/>
          </ac:spMkLst>
        </pc:spChg>
        <pc:spChg chg="add mod">
          <ac:chgData name="KONGKAEW, PUTTIWAT" userId="a8adac1e-848f-4d84-b961-6a7ffb648b49" providerId="ADAL" clId="{2F9C920F-B837-426B-B15A-4F4274BFBB22}" dt="2023-05-22T14:42:09.302" v="7376" actId="207"/>
          <ac:spMkLst>
            <pc:docMk/>
            <pc:sldMk cId="1700130594" sldId="274"/>
            <ac:spMk id="38" creationId="{46D7D797-F7C9-390A-195B-2ED85755498E}"/>
          </ac:spMkLst>
        </pc:spChg>
        <pc:spChg chg="add mod">
          <ac:chgData name="KONGKAEW, PUTTIWAT" userId="a8adac1e-848f-4d84-b961-6a7ffb648b49" providerId="ADAL" clId="{2F9C920F-B837-426B-B15A-4F4274BFBB22}" dt="2023-05-22T14:40:41.781" v="7371" actId="207"/>
          <ac:spMkLst>
            <pc:docMk/>
            <pc:sldMk cId="1700130594" sldId="274"/>
            <ac:spMk id="42" creationId="{7B6087D4-9C65-50F0-74CB-DF4CCACB9CD2}"/>
          </ac:spMkLst>
        </pc:spChg>
        <pc:picChg chg="add mod ord">
          <ac:chgData name="KONGKAEW, PUTTIWAT" userId="a8adac1e-848f-4d84-b961-6a7ffb648b49" providerId="ADAL" clId="{2F9C920F-B837-426B-B15A-4F4274BFBB22}" dt="2023-05-22T14:00:02.713" v="7151" actId="1076"/>
          <ac:picMkLst>
            <pc:docMk/>
            <pc:sldMk cId="1700130594" sldId="274"/>
            <ac:picMk id="7" creationId="{85815A96-320B-70FB-7496-74C6D208519E}"/>
          </ac:picMkLst>
        </pc:picChg>
        <pc:picChg chg="del">
          <ac:chgData name="KONGKAEW, PUTTIWAT" userId="a8adac1e-848f-4d84-b961-6a7ffb648b49" providerId="ADAL" clId="{2F9C920F-B837-426B-B15A-4F4274BFBB22}" dt="2023-05-22T10:40:23.762" v="6699" actId="478"/>
          <ac:picMkLst>
            <pc:docMk/>
            <pc:sldMk cId="1700130594" sldId="274"/>
            <ac:picMk id="10" creationId="{E6433B86-FA50-7063-AEEB-6C2061D0F623}"/>
          </ac:picMkLst>
        </pc:picChg>
        <pc:picChg chg="add del mod">
          <ac:chgData name="KONGKAEW, PUTTIWAT" userId="a8adac1e-848f-4d84-b961-6a7ffb648b49" providerId="ADAL" clId="{2F9C920F-B837-426B-B15A-4F4274BFBB22}" dt="2023-05-22T12:47:19.200" v="6741" actId="478"/>
          <ac:picMkLst>
            <pc:docMk/>
            <pc:sldMk cId="1700130594" sldId="274"/>
            <ac:picMk id="20" creationId="{10743222-D5C5-A2A9-CE4D-507B429BF83D}"/>
          </ac:picMkLst>
        </pc:picChg>
        <pc:picChg chg="add del mod">
          <ac:chgData name="KONGKAEW, PUTTIWAT" userId="a8adac1e-848f-4d84-b961-6a7ffb648b49" providerId="ADAL" clId="{2F9C920F-B837-426B-B15A-4F4274BFBB22}" dt="2023-05-22T12:51:47.737" v="6794" actId="478"/>
          <ac:picMkLst>
            <pc:docMk/>
            <pc:sldMk cId="1700130594" sldId="274"/>
            <ac:picMk id="23" creationId="{C3979CA3-5ED5-AEAD-701E-38F216858D92}"/>
          </ac:picMkLst>
        </pc:picChg>
        <pc:cxnChg chg="mod">
          <ac:chgData name="KONGKAEW, PUTTIWAT" userId="a8adac1e-848f-4d84-b961-6a7ffb648b49" providerId="ADAL" clId="{2F9C920F-B837-426B-B15A-4F4274BFBB22}" dt="2023-05-22T10:41:52.334" v="6706" actId="1076"/>
          <ac:cxnSpMkLst>
            <pc:docMk/>
            <pc:sldMk cId="1700130594" sldId="274"/>
            <ac:cxnSpMk id="14" creationId="{1E8CE97E-4742-909A-AA13-E32F341A7478}"/>
          </ac:cxnSpMkLst>
        </pc:cxnChg>
        <pc:cxnChg chg="mod">
          <ac:chgData name="KONGKAEW, PUTTIWAT" userId="a8adac1e-848f-4d84-b961-6a7ffb648b49" providerId="ADAL" clId="{2F9C920F-B837-426B-B15A-4F4274BFBB22}" dt="2023-05-22T10:42:02.945" v="6707" actId="1076"/>
          <ac:cxnSpMkLst>
            <pc:docMk/>
            <pc:sldMk cId="1700130594" sldId="274"/>
            <ac:cxnSpMk id="17" creationId="{475EEC1C-C4F6-CD60-098B-6404EBD70E54}"/>
          </ac:cxnSpMkLst>
        </pc:cxnChg>
        <pc:cxnChg chg="mod">
          <ac:chgData name="KONGKAEW, PUTTIWAT" userId="a8adac1e-848f-4d84-b961-6a7ffb648b49" providerId="ADAL" clId="{2F9C920F-B837-426B-B15A-4F4274BFBB22}" dt="2023-05-22T12:55:49.151" v="7089" actId="20577"/>
          <ac:cxnSpMkLst>
            <pc:docMk/>
            <pc:sldMk cId="1700130594" sldId="274"/>
            <ac:cxnSpMk id="21" creationId="{BCF2407C-192E-82AD-266A-81523D79ED7C}"/>
          </ac:cxnSpMkLst>
        </pc:cxnChg>
        <pc:cxnChg chg="mod">
          <ac:chgData name="KONGKAEW, PUTTIWAT" userId="a8adac1e-848f-4d84-b961-6a7ffb648b49" providerId="ADAL" clId="{2F9C920F-B837-426B-B15A-4F4274BFBB22}" dt="2023-05-22T10:42:45.244" v="6712" actId="14100"/>
          <ac:cxnSpMkLst>
            <pc:docMk/>
            <pc:sldMk cId="1700130594" sldId="274"/>
            <ac:cxnSpMk id="26" creationId="{12EF6CE6-CC78-94B4-A7CB-A4B2AD25238C}"/>
          </ac:cxnSpMkLst>
        </pc:cxnChg>
        <pc:cxnChg chg="add del">
          <ac:chgData name="KONGKAEW, PUTTIWAT" userId="a8adac1e-848f-4d84-b961-6a7ffb648b49" providerId="ADAL" clId="{2F9C920F-B837-426B-B15A-4F4274BFBB22}" dt="2023-05-22T12:49:16.212" v="6750" actId="21"/>
          <ac:cxnSpMkLst>
            <pc:docMk/>
            <pc:sldMk cId="1700130594" sldId="274"/>
            <ac:cxnSpMk id="27" creationId="{EB942854-06E5-37E8-D8A6-0310502B4596}"/>
          </ac:cxnSpMkLst>
        </pc:cxnChg>
        <pc:cxnChg chg="add del mod">
          <ac:chgData name="KONGKAEW, PUTTIWAT" userId="a8adac1e-848f-4d84-b961-6a7ffb648b49" providerId="ADAL" clId="{2F9C920F-B837-426B-B15A-4F4274BFBB22}" dt="2023-05-22T12:51:47.737" v="6794" actId="478"/>
          <ac:cxnSpMkLst>
            <pc:docMk/>
            <pc:sldMk cId="1700130594" sldId="274"/>
            <ac:cxnSpMk id="28" creationId="{981B3EB8-AA1C-5629-D4AD-FBEA5B4D106D}"/>
          </ac:cxnSpMkLst>
        </pc:cxnChg>
        <pc:cxnChg chg="add">
          <ac:chgData name="KONGKAEW, PUTTIWAT" userId="a8adac1e-848f-4d84-b961-6a7ffb648b49" providerId="ADAL" clId="{2F9C920F-B837-426B-B15A-4F4274BFBB22}" dt="2023-05-22T14:38:57.204" v="7305" actId="11529"/>
          <ac:cxnSpMkLst>
            <pc:docMk/>
            <pc:sldMk cId="1700130594" sldId="274"/>
            <ac:cxnSpMk id="37" creationId="{434B670B-A4E9-FE66-2B14-DD4440328F24}"/>
          </ac:cxnSpMkLst>
        </pc:cxnChg>
        <pc:cxnChg chg="add mod">
          <ac:chgData name="KONGKAEW, PUTTIWAT" userId="a8adac1e-848f-4d84-b961-6a7ffb648b49" providerId="ADAL" clId="{2F9C920F-B837-426B-B15A-4F4274BFBB22}" dt="2023-05-22T14:40:27.989" v="7358" actId="14100"/>
          <ac:cxnSpMkLst>
            <pc:docMk/>
            <pc:sldMk cId="1700130594" sldId="274"/>
            <ac:cxnSpMk id="40" creationId="{8F15C6BF-7A11-432F-E305-4A6C4FA7E448}"/>
          </ac:cxnSpMkLst>
        </pc:cxnChg>
      </pc:sldChg>
      <pc:sldChg chg="addSp delSp modSp add mod modShow">
        <pc:chgData name="KONGKAEW, PUTTIWAT" userId="a8adac1e-848f-4d84-b961-6a7ffb648b49" providerId="ADAL" clId="{2F9C920F-B837-426B-B15A-4F4274BFBB22}" dt="2023-05-22T12:57:53.849" v="7148" actId="20577"/>
        <pc:sldMkLst>
          <pc:docMk/>
          <pc:sldMk cId="305923836" sldId="275"/>
        </pc:sldMkLst>
        <pc:spChg chg="add mod">
          <ac:chgData name="KONGKAEW, PUTTIWAT" userId="a8adac1e-848f-4d84-b961-6a7ffb648b49" providerId="ADAL" clId="{2F9C920F-B837-426B-B15A-4F4274BFBB22}" dt="2023-05-22T12:57:43.694" v="7144" actId="20577"/>
          <ac:spMkLst>
            <pc:docMk/>
            <pc:sldMk cId="305923836" sldId="275"/>
            <ac:spMk id="5" creationId="{8B300086-D99D-BE74-44F0-3BD946CCB3B7}"/>
          </ac:spMkLst>
        </pc:spChg>
        <pc:spChg chg="mod">
          <ac:chgData name="KONGKAEW, PUTTIWAT" userId="a8adac1e-848f-4d84-b961-6a7ffb648b49" providerId="ADAL" clId="{2F9C920F-B837-426B-B15A-4F4274BFBB22}" dt="2023-05-22T12:57:53.849" v="7148" actId="20577"/>
          <ac:spMkLst>
            <pc:docMk/>
            <pc:sldMk cId="305923836" sldId="275"/>
            <ac:spMk id="13" creationId="{B21E3CE0-BB85-2628-242D-9D12A0755B03}"/>
          </ac:spMkLst>
        </pc:spChg>
        <pc:spChg chg="mod">
          <ac:chgData name="KONGKAEW, PUTTIWAT" userId="a8adac1e-848f-4d84-b961-6a7ffb648b49" providerId="ADAL" clId="{2F9C920F-B837-426B-B15A-4F4274BFBB22}" dt="2023-05-22T12:53:31.042" v="6884" actId="1076"/>
          <ac:spMkLst>
            <pc:docMk/>
            <pc:sldMk cId="305923836" sldId="275"/>
            <ac:spMk id="32" creationId="{BDB47CF9-1691-68C8-EA10-59363EC2BF43}"/>
          </ac:spMkLst>
        </pc:spChg>
        <pc:cxnChg chg="add del">
          <ac:chgData name="KONGKAEW, PUTTIWAT" userId="a8adac1e-848f-4d84-b961-6a7ffb648b49" providerId="ADAL" clId="{2F9C920F-B837-426B-B15A-4F4274BFBB22}" dt="2023-05-22T12:57:12.712" v="7132" actId="11529"/>
          <ac:cxnSpMkLst>
            <pc:docMk/>
            <pc:sldMk cId="305923836" sldId="275"/>
            <ac:cxnSpMk id="4" creationId="{AAA89797-4A85-9C05-58A0-4E3CA4790E96}"/>
          </ac:cxnSpMkLst>
        </pc:cxnChg>
        <pc:cxnChg chg="add mod">
          <ac:chgData name="KONGKAEW, PUTTIWAT" userId="a8adac1e-848f-4d84-b961-6a7ffb648b49" providerId="ADAL" clId="{2F9C920F-B837-426B-B15A-4F4274BFBB22}" dt="2023-05-22T12:57:38.099" v="7141" actId="14100"/>
          <ac:cxnSpMkLst>
            <pc:docMk/>
            <pc:sldMk cId="305923836" sldId="275"/>
            <ac:cxnSpMk id="8" creationId="{F08313DB-D093-24B6-12FB-6D166D21FC25}"/>
          </ac:cxnSpMkLst>
        </pc:cxnChg>
        <pc:cxnChg chg="mod">
          <ac:chgData name="KONGKAEW, PUTTIWAT" userId="a8adac1e-848f-4d84-b961-6a7ffb648b49" providerId="ADAL" clId="{2F9C920F-B837-426B-B15A-4F4274BFBB22}" dt="2023-05-22T12:56:59.031" v="7119" actId="20577"/>
          <ac:cxnSpMkLst>
            <pc:docMk/>
            <pc:sldMk cId="305923836" sldId="275"/>
            <ac:cxnSpMk id="21" creationId="{BCF2407C-192E-82AD-266A-81523D79ED7C}"/>
          </ac:cxnSpMkLst>
        </pc:cxnChg>
      </pc:sldChg>
      <pc:sldChg chg="addSp delSp modSp add mod">
        <pc:chgData name="KONGKAEW, PUTTIWAT" userId="a8adac1e-848f-4d84-b961-6a7ffb648b49" providerId="ADAL" clId="{2F9C920F-B837-426B-B15A-4F4274BFBB22}" dt="2023-05-23T11:11:11.964" v="7741" actId="20577"/>
        <pc:sldMkLst>
          <pc:docMk/>
          <pc:sldMk cId="416478540" sldId="276"/>
        </pc:sldMkLst>
        <pc:spChg chg="add del mod">
          <ac:chgData name="KONGKAEW, PUTTIWAT" userId="a8adac1e-848f-4d84-b961-6a7ffb648b49" providerId="ADAL" clId="{2F9C920F-B837-426B-B15A-4F4274BFBB22}" dt="2023-05-23T11:08:25.732" v="7691"/>
          <ac:spMkLst>
            <pc:docMk/>
            <pc:sldMk cId="416478540" sldId="276"/>
            <ac:spMk id="4" creationId="{38027BAE-26BC-7F8A-22A3-5A8AC8E9C6C6}"/>
          </ac:spMkLst>
        </pc:spChg>
        <pc:spChg chg="mod">
          <ac:chgData name="KONGKAEW, PUTTIWAT" userId="a8adac1e-848f-4d84-b961-6a7ffb648b49" providerId="ADAL" clId="{2F9C920F-B837-426B-B15A-4F4274BFBB22}" dt="2023-05-23T11:10:32.498" v="7708" actId="20577"/>
          <ac:spMkLst>
            <pc:docMk/>
            <pc:sldMk cId="416478540" sldId="276"/>
            <ac:spMk id="12" creationId="{E4F8C05F-E020-8EB0-4992-6E972DC50F12}"/>
          </ac:spMkLst>
        </pc:spChg>
        <pc:spChg chg="del">
          <ac:chgData name="KONGKAEW, PUTTIWAT" userId="a8adac1e-848f-4d84-b961-6a7ffb648b49" providerId="ADAL" clId="{2F9C920F-B837-426B-B15A-4F4274BFBB22}" dt="2023-05-23T11:10:27.762" v="7705" actId="478"/>
          <ac:spMkLst>
            <pc:docMk/>
            <pc:sldMk cId="416478540" sldId="276"/>
            <ac:spMk id="13" creationId="{B21E3CE0-BB85-2628-242D-9D12A0755B03}"/>
          </ac:spMkLst>
        </pc:spChg>
        <pc:spChg chg="del">
          <ac:chgData name="KONGKAEW, PUTTIWAT" userId="a8adac1e-848f-4d84-b961-6a7ffb648b49" providerId="ADAL" clId="{2F9C920F-B837-426B-B15A-4F4274BFBB22}" dt="2023-05-23T11:10:41.526" v="7710" actId="478"/>
          <ac:spMkLst>
            <pc:docMk/>
            <pc:sldMk cId="416478540" sldId="276"/>
            <ac:spMk id="25" creationId="{04C9D661-5CB2-ABD8-0B5A-36A5F88080F8}"/>
          </ac:spMkLst>
        </pc:spChg>
        <pc:spChg chg="mod">
          <ac:chgData name="KONGKAEW, PUTTIWAT" userId="a8adac1e-848f-4d84-b961-6a7ffb648b49" providerId="ADAL" clId="{2F9C920F-B837-426B-B15A-4F4274BFBB22}" dt="2023-05-23T11:11:11.964" v="7741" actId="20577"/>
          <ac:spMkLst>
            <pc:docMk/>
            <pc:sldMk cId="416478540" sldId="276"/>
            <ac:spMk id="34" creationId="{848B1A58-EEEE-7E68-6B2E-F773815F4C6C}"/>
          </ac:spMkLst>
        </pc:spChg>
        <pc:spChg chg="mod">
          <ac:chgData name="KONGKAEW, PUTTIWAT" userId="a8adac1e-848f-4d84-b961-6a7ffb648b49" providerId="ADAL" clId="{2F9C920F-B837-426B-B15A-4F4274BFBB22}" dt="2023-05-23T11:10:53.281" v="7728" actId="20577"/>
          <ac:spMkLst>
            <pc:docMk/>
            <pc:sldMk cId="416478540" sldId="276"/>
            <ac:spMk id="38" creationId="{46D7D797-F7C9-390A-195B-2ED85755498E}"/>
          </ac:spMkLst>
        </pc:spChg>
        <pc:picChg chg="del">
          <ac:chgData name="KONGKAEW, PUTTIWAT" userId="a8adac1e-848f-4d84-b961-6a7ffb648b49" providerId="ADAL" clId="{2F9C920F-B837-426B-B15A-4F4274BFBB22}" dt="2023-05-23T11:08:19.114" v="7690" actId="478"/>
          <ac:picMkLst>
            <pc:docMk/>
            <pc:sldMk cId="416478540" sldId="276"/>
            <ac:picMk id="7" creationId="{85815A96-320B-70FB-7496-74C6D208519E}"/>
          </ac:picMkLst>
        </pc:picChg>
        <pc:picChg chg="add mod ord">
          <ac:chgData name="KONGKAEW, PUTTIWAT" userId="a8adac1e-848f-4d84-b961-6a7ffb648b49" providerId="ADAL" clId="{2F9C920F-B837-426B-B15A-4F4274BFBB22}" dt="2023-05-23T11:09:26.229" v="7702" actId="1076"/>
          <ac:picMkLst>
            <pc:docMk/>
            <pc:sldMk cId="416478540" sldId="276"/>
            <ac:picMk id="8" creationId="{A9990D27-8F06-EA45-443B-CFC54DCB4E44}"/>
          </ac:picMkLst>
        </pc:picChg>
        <pc:cxnChg chg="mod">
          <ac:chgData name="KONGKAEW, PUTTIWAT" userId="a8adac1e-848f-4d84-b961-6a7ffb648b49" providerId="ADAL" clId="{2F9C920F-B837-426B-B15A-4F4274BFBB22}" dt="2023-05-23T11:10:37.023" v="7709" actId="14100"/>
          <ac:cxnSpMkLst>
            <pc:docMk/>
            <pc:sldMk cId="416478540" sldId="276"/>
            <ac:cxnSpMk id="17" creationId="{475EEC1C-C4F6-CD60-098B-6404EBD70E54}"/>
          </ac:cxnSpMkLst>
        </pc:cxnChg>
        <pc:cxnChg chg="del mod">
          <ac:chgData name="KONGKAEW, PUTTIWAT" userId="a8adac1e-848f-4d84-b961-6a7ffb648b49" providerId="ADAL" clId="{2F9C920F-B837-426B-B15A-4F4274BFBB22}" dt="2023-05-23T11:10:27.762" v="7705" actId="478"/>
          <ac:cxnSpMkLst>
            <pc:docMk/>
            <pc:sldMk cId="416478540" sldId="276"/>
            <ac:cxnSpMk id="21" creationId="{BCF2407C-192E-82AD-266A-81523D79ED7C}"/>
          </ac:cxnSpMkLst>
        </pc:cxnChg>
        <pc:cxnChg chg="del mod">
          <ac:chgData name="KONGKAEW, PUTTIWAT" userId="a8adac1e-848f-4d84-b961-6a7ffb648b49" providerId="ADAL" clId="{2F9C920F-B837-426B-B15A-4F4274BFBB22}" dt="2023-05-23T11:10:41.526" v="7710" actId="478"/>
          <ac:cxnSpMkLst>
            <pc:docMk/>
            <pc:sldMk cId="416478540" sldId="276"/>
            <ac:cxnSpMk id="26" creationId="{12EF6CE6-CC78-94B4-A7CB-A4B2AD25238C}"/>
          </ac:cxnSpMkLst>
        </pc:cxnChg>
        <pc:cxnChg chg="mod">
          <ac:chgData name="KONGKAEW, PUTTIWAT" userId="a8adac1e-848f-4d84-b961-6a7ffb648b49" providerId="ADAL" clId="{2F9C920F-B837-426B-B15A-4F4274BFBB22}" dt="2023-05-23T11:10:45.843" v="7711" actId="14100"/>
          <ac:cxnSpMkLst>
            <pc:docMk/>
            <pc:sldMk cId="416478540" sldId="276"/>
            <ac:cxnSpMk id="37" creationId="{434B670B-A4E9-FE66-2B14-DD4440328F24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urham Title Slide - Purp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8A90D27-1EE3-F443-A7D2-5931046DA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58" y="328402"/>
            <a:ext cx="2295985" cy="1277465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30051" y="1715696"/>
            <a:ext cx="6110541" cy="1702976"/>
          </a:xfrm>
        </p:spPr>
        <p:txBody>
          <a:bodyPr lIns="0" tIns="0" rIns="0" bIns="0" anchor="t">
            <a:noAutofit/>
          </a:bodyPr>
          <a:lstStyle>
            <a:lvl1pPr algn="l">
              <a:lnSpc>
                <a:spcPct val="85000"/>
              </a:lnSpc>
              <a:defRPr sz="4267" b="1">
                <a:solidFill>
                  <a:srgbClr val="002A4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30339" y="3439328"/>
            <a:ext cx="4403661" cy="1752600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buNone/>
              <a:defRPr sz="2667">
                <a:solidFill>
                  <a:srgbClr val="002A41"/>
                </a:solidFill>
                <a:latin typeface="Arial"/>
                <a:cs typeface="Arial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00D209-29C3-9C4E-9400-620833672FB9}"/>
              </a:ext>
            </a:extLst>
          </p:cNvPr>
          <p:cNvSpPr/>
          <p:nvPr/>
        </p:nvSpPr>
        <p:spPr>
          <a:xfrm>
            <a:off x="242048" y="5970496"/>
            <a:ext cx="3917577" cy="887505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4210419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itle Slide –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3648C85-FF77-1243-A1BC-F5E119410692}"/>
              </a:ext>
            </a:extLst>
          </p:cNvPr>
          <p:cNvSpPr/>
          <p:nvPr/>
        </p:nvSpPr>
        <p:spPr>
          <a:xfrm>
            <a:off x="242048" y="5970496"/>
            <a:ext cx="3917577" cy="887505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520B00-F6B2-4044-9B7C-A0AF81CF1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58" y="328402"/>
            <a:ext cx="2295985" cy="127746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02FEB56D-D6F9-EA4A-875B-41EA14C50C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0339" y="1711007"/>
            <a:ext cx="6118854" cy="1717993"/>
          </a:xfrm>
        </p:spPr>
        <p:txBody>
          <a:bodyPr lIns="0" tIns="0" rIns="0" bIns="0" anchor="t">
            <a:noAutofit/>
          </a:bodyPr>
          <a:lstStyle>
            <a:lvl1pPr algn="l">
              <a:lnSpc>
                <a:spcPct val="85000"/>
              </a:lnSpc>
              <a:defRPr sz="4267" b="1">
                <a:solidFill>
                  <a:srgbClr val="002A4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6E8B3123-FF8C-844A-AF32-E398D5D5D1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0339" y="3440927"/>
            <a:ext cx="6118854" cy="1699080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buNone/>
              <a:defRPr sz="2667">
                <a:solidFill>
                  <a:srgbClr val="002A41"/>
                </a:solidFill>
                <a:latin typeface="Arial"/>
                <a:cs typeface="Arial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9405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itle Slide – Gold">
    <p:bg>
      <p:bgPr>
        <a:solidFill>
          <a:srgbClr val="B3BD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BF0C8EC-CEC1-1E49-8701-74845C657EC2}"/>
              </a:ext>
            </a:extLst>
          </p:cNvPr>
          <p:cNvSpPr/>
          <p:nvPr/>
        </p:nvSpPr>
        <p:spPr>
          <a:xfrm>
            <a:off x="242048" y="5970496"/>
            <a:ext cx="3917577" cy="88750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35D9F5-8496-B448-BDF3-A770A998C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58" y="328402"/>
            <a:ext cx="2295985" cy="127746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8280F61-58F6-B94E-BBDE-AF3A4DFEE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0339" y="1719320"/>
            <a:ext cx="4403661" cy="1709680"/>
          </a:xfrm>
        </p:spPr>
        <p:txBody>
          <a:bodyPr lIns="0" tIns="0" rIns="0" bIns="0" anchor="t">
            <a:noAutofit/>
          </a:bodyPr>
          <a:lstStyle>
            <a:lvl1pPr algn="l">
              <a:lnSpc>
                <a:spcPct val="85000"/>
              </a:lnSpc>
              <a:defRPr sz="4267" b="1">
                <a:solidFill>
                  <a:srgbClr val="002A4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CF0BB2C-981D-4648-84BF-3AB726E622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0339" y="3439328"/>
            <a:ext cx="6127166" cy="1752600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buNone/>
              <a:defRPr sz="2667">
                <a:solidFill>
                  <a:srgbClr val="002A41"/>
                </a:solidFill>
                <a:latin typeface="Arial"/>
                <a:cs typeface="Arial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34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itle Slide - Yellow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F271313-2368-ED48-883F-AF08E98CF128}"/>
              </a:ext>
            </a:extLst>
          </p:cNvPr>
          <p:cNvSpPr/>
          <p:nvPr/>
        </p:nvSpPr>
        <p:spPr>
          <a:xfrm>
            <a:off x="242048" y="5970496"/>
            <a:ext cx="3917577" cy="887505"/>
          </a:xfrm>
          <a:prstGeom prst="rect">
            <a:avLst/>
          </a:prstGeom>
          <a:solidFill>
            <a:srgbClr val="DAC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4096C1-E241-3841-A51E-4EF990D57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58" y="328402"/>
            <a:ext cx="2295985" cy="127746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54227E8B-64AA-9843-A1E6-D32FE5852D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201" y="1724673"/>
            <a:ext cx="6118241" cy="1704327"/>
          </a:xfrm>
        </p:spPr>
        <p:txBody>
          <a:bodyPr lIns="0" tIns="0" rIns="0" bIns="0" anchor="t">
            <a:noAutofit/>
          </a:bodyPr>
          <a:lstStyle>
            <a:lvl1pPr algn="l">
              <a:lnSpc>
                <a:spcPct val="85000"/>
              </a:lnSpc>
              <a:defRPr sz="4267" b="1">
                <a:solidFill>
                  <a:srgbClr val="002A4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DC2FE721-C486-E743-9679-11C2E688E5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0339" y="3439328"/>
            <a:ext cx="6114103" cy="1704327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buNone/>
              <a:defRPr sz="2667">
                <a:solidFill>
                  <a:srgbClr val="002A41"/>
                </a:solidFill>
                <a:latin typeface="Arial"/>
                <a:cs typeface="Arial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9879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itle Slide – Red">
    <p:bg>
      <p:bgPr>
        <a:solidFill>
          <a:srgbClr val="B6AA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957009D-7A2F-7A44-B9F1-CFA06BE5032A}"/>
              </a:ext>
            </a:extLst>
          </p:cNvPr>
          <p:cNvSpPr/>
          <p:nvPr/>
        </p:nvSpPr>
        <p:spPr>
          <a:xfrm>
            <a:off x="242048" y="5970496"/>
            <a:ext cx="3917577" cy="887505"/>
          </a:xfrm>
          <a:prstGeom prst="rect">
            <a:avLst/>
          </a:prstGeom>
          <a:solidFill>
            <a:srgbClr val="B6A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0AA60C-9C38-BA4B-B9D9-6891106194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58" y="328402"/>
            <a:ext cx="2295985" cy="127746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2AFD60E-A64B-454F-BB00-3D1D83D98A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8379" y="1715926"/>
            <a:ext cx="6113885" cy="1713074"/>
          </a:xfrm>
        </p:spPr>
        <p:txBody>
          <a:bodyPr lIns="0" tIns="0" rIns="0" bIns="0" anchor="t">
            <a:noAutofit/>
          </a:bodyPr>
          <a:lstStyle>
            <a:lvl1pPr algn="l">
              <a:lnSpc>
                <a:spcPct val="85000"/>
              </a:lnSpc>
              <a:defRPr sz="4267" b="1">
                <a:solidFill>
                  <a:srgbClr val="002A4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DD3B81F-1531-1847-8EF4-8084216DC8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0339" y="3439328"/>
            <a:ext cx="6111925" cy="1705598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buNone/>
              <a:defRPr sz="2667">
                <a:solidFill>
                  <a:srgbClr val="002A41"/>
                </a:solidFill>
                <a:latin typeface="Arial"/>
                <a:cs typeface="Arial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6374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ext Slide - 1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D505B6D-4F86-3C48-8080-517CB56B52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E636AD3-5CDC-4842-BDDA-E7E271BE33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E7925AB0-DC54-4225-AD89-292B8146BEAA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0E4F87FB-CC12-1443-BBFE-FF5434538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20D618D-B42D-4E4C-A0B2-CEAFFCAAE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2"/>
            <a:ext cx="10972800" cy="4312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06F19F1-A836-495E-8BB1-BD41C35C33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FE6ADD-7819-4EDC-8188-DF64732BE63F}" type="datetimeFigureOut">
              <a:rPr lang="en-GB" smtClean="0"/>
              <a:t>05/06/2023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752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ext Slide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E6CB52C-69D4-2E40-9C75-0B0A69BD46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595" y="1579431"/>
            <a:ext cx="5293399" cy="43050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19D9D73-9C44-CC4E-A499-A95DA698415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87013" y="1565379"/>
            <a:ext cx="5293399" cy="43050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339D52AB-719F-5148-B881-B55846584E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B653CFD-B1C0-FA4D-8CA5-5691079A54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E7925AB0-DC54-4225-AD89-292B8146BEAA}" type="slidenum">
              <a:rPr lang="en-GB" smtClean="0"/>
              <a:t>‹#›</a:t>
            </a:fld>
            <a:endParaRPr lang="en-GB"/>
          </a:p>
        </p:txBody>
      </p:sp>
      <p:sp>
        <p:nvSpPr>
          <p:cNvPr id="20" name="Title Placeholder 1">
            <a:extLst>
              <a:ext uri="{FF2B5EF4-FFF2-40B4-BE49-F238E27FC236}">
                <a16:creationId xmlns:a16="http://schemas.microsoft.com/office/drawing/2014/main" id="{2A40B989-2787-8842-9396-7B3DC6C10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97CA0D1-6FB0-40E3-9574-CB6FFB7EAB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FE6ADD-7819-4EDC-8188-DF64732BE63F}" type="datetimeFigureOut">
              <a:rPr lang="en-GB" smtClean="0"/>
              <a:t>05/06/2023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1462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Text Slide - 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71ACDF6-911F-3A46-9339-2E6D636F5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579432"/>
            <a:ext cx="3465875" cy="4357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4CDE47C-1C9C-EE43-941D-61ACDC43FA3C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363063" y="1579432"/>
            <a:ext cx="3465875" cy="4357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6D72344-2758-804A-83A6-874BE73F1E13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8116525" y="1579432"/>
            <a:ext cx="3465875" cy="4357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ECA4776C-6109-1B44-8627-BF9BF60267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FC3067B0-76E8-B24C-8BED-3E4D11544B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E7925AB0-DC54-4225-AD89-292B8146BEAA}" type="slidenum">
              <a:rPr lang="en-GB" smtClean="0"/>
              <a:t>‹#›</a:t>
            </a:fld>
            <a:endParaRPr lang="en-GB"/>
          </a:p>
        </p:txBody>
      </p:sp>
      <p:sp>
        <p:nvSpPr>
          <p:cNvPr id="22" name="Title Placeholder 1">
            <a:extLst>
              <a:ext uri="{FF2B5EF4-FFF2-40B4-BE49-F238E27FC236}">
                <a16:creationId xmlns:a16="http://schemas.microsoft.com/office/drawing/2014/main" id="{5CCEC413-2126-3A40-AB0C-7798BE145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D37EB5F9-DB81-4627-A50A-BC9BA90362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FE6ADD-7819-4EDC-8188-DF64732BE63F}" type="datetimeFigureOut">
              <a:rPr lang="en-GB" smtClean="0"/>
              <a:t>05/06/2023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453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rham Breaker Slide">
    <p:bg>
      <p:bgPr>
        <a:solidFill>
          <a:srgbClr val="A5C8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1"/>
          </p:nvPr>
        </p:nvSpPr>
        <p:spPr>
          <a:xfrm>
            <a:off x="2844658" y="1632944"/>
            <a:ext cx="6891867" cy="3886200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333"/>
              </a:spcBef>
              <a:buNone/>
              <a:defRPr sz="3200">
                <a:solidFill>
                  <a:srgbClr val="54145A"/>
                </a:solidFill>
                <a:latin typeface="Arial"/>
                <a:cs typeface="Arial"/>
              </a:defRPr>
            </a:lvl1pPr>
            <a:lvl2pPr marL="383990" indent="-383990">
              <a:spcBef>
                <a:spcPts val="1333"/>
              </a:spcBef>
              <a:buClr>
                <a:srgbClr val="68246D"/>
              </a:buClr>
              <a:buFont typeface="Arial"/>
              <a:buChar char="•"/>
              <a:defRPr sz="3200">
                <a:solidFill>
                  <a:srgbClr val="54145A"/>
                </a:solidFill>
                <a:latin typeface="Arial"/>
                <a:cs typeface="Arial"/>
              </a:defRPr>
            </a:lvl2pPr>
            <a:lvl3pPr marL="767981" indent="-383990">
              <a:spcBef>
                <a:spcPts val="1333"/>
              </a:spcBef>
              <a:buFont typeface="Lucida Grande"/>
              <a:buChar char="–"/>
              <a:defRPr sz="3200">
                <a:solidFill>
                  <a:srgbClr val="54145A"/>
                </a:solidFill>
                <a:latin typeface="Arial"/>
                <a:cs typeface="Arial"/>
              </a:defRPr>
            </a:lvl3pPr>
            <a:lvl4pPr>
              <a:defRPr sz="2400">
                <a:latin typeface="Arial"/>
                <a:cs typeface="Arial"/>
              </a:defRPr>
            </a:lvl4pPr>
            <a:lvl5pPr>
              <a:defRPr sz="2400">
                <a:latin typeface="Arial"/>
                <a:cs typeface="Arial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713C0271-61E8-3643-AC5E-CC5BA87682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6AEFB0F-5910-934A-9E01-33E678E781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E7925AB0-DC54-4225-AD89-292B8146BEAA}" type="slidenum">
              <a:rPr lang="en-GB" smtClean="0"/>
              <a:t>‹#›</a:t>
            </a:fld>
            <a:endParaRPr lang="en-GB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E9C77399-CCB3-4912-A057-95E89E3CE6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FE6ADD-7819-4EDC-8188-DF64732BE63F}" type="datetimeFigureOut">
              <a:rPr lang="en-GB" smtClean="0"/>
              <a:t>05/06/2023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2099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280124C-B70E-A34A-B7FE-6F2D1A25128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6895" y="6057176"/>
            <a:ext cx="1316861" cy="73268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297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E7925AB0-DC54-4225-AD89-292B8146BEAA}" type="slidenum">
              <a:rPr lang="en-GB" smtClean="0"/>
              <a:t>‹#›</a:t>
            </a:fld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77A3A-B0C4-4B8D-83EB-985F2FBB4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FE6ADD-7819-4EDC-8188-DF64732BE63F}" type="datetimeFigureOut">
              <a:rPr lang="en-GB" smtClean="0"/>
              <a:t>05/06/2023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838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l" defTabSz="609585" rtl="0" eaLnBrk="1" latinLnBrk="0" hangingPunct="1">
        <a:spcBef>
          <a:spcPct val="0"/>
        </a:spcBef>
        <a:buNone/>
        <a:defRPr sz="480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457189" indent="-457189" algn="l" defTabSz="609585" rtl="0" eaLnBrk="1" latinLnBrk="0" hangingPunct="1">
        <a:spcBef>
          <a:spcPct val="20000"/>
        </a:spcBef>
        <a:buFont typeface="Arial"/>
        <a:buChar char="•"/>
        <a:defRPr sz="3733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90575" indent="-380990" algn="l" defTabSz="609585" rtl="0" eaLnBrk="1" latinLnBrk="0" hangingPunct="1">
        <a:spcBef>
          <a:spcPct val="20000"/>
        </a:spcBef>
        <a:buFont typeface="Arial"/>
        <a:buChar char="–"/>
        <a:defRPr sz="3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523962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»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CFEA5-F209-9E3C-F823-8A4935D7A4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Checking SOAPY simulation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6E36B1-8BE0-62FE-C505-EAE387BD19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PhD meeting</a:t>
            </a:r>
          </a:p>
          <a:p>
            <a:r>
              <a:rPr lang="en-GB" dirty="0"/>
              <a:t>Puttiwat Kongkaew</a:t>
            </a:r>
          </a:p>
          <a:p>
            <a:r>
              <a:rPr lang="en-GB" dirty="0"/>
              <a:t>05 June 2023</a:t>
            </a:r>
          </a:p>
        </p:txBody>
      </p:sp>
    </p:spTree>
    <p:extLst>
      <p:ext uri="{BB962C8B-B14F-4D97-AF65-F5344CB8AC3E}">
        <p14:creationId xmlns:p14="http://schemas.microsoft.com/office/powerpoint/2010/main" val="1377385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81A1FB-969D-CA76-FEC8-ACCEB85F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Includes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BF00CE5-67BD-862A-FF10-18676DB6F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Review of 22/05/23 meeting</a:t>
            </a:r>
          </a:p>
          <a:p>
            <a:r>
              <a:rPr lang="en-GB" dirty="0"/>
              <a:t>This week research</a:t>
            </a:r>
          </a:p>
          <a:p>
            <a:r>
              <a:rPr lang="en-GB" dirty="0"/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941823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D857D-41FD-0F6A-D9D1-6E13B0259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 of 22/05/2023 meeting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7D7C0-2543-AF19-3CA4-6474A75C46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Meeting online with Tim</a:t>
            </a:r>
          </a:p>
          <a:p>
            <a:r>
              <a:rPr lang="en-GB" dirty="0"/>
              <a:t>No progress on new thesis chapter</a:t>
            </a:r>
          </a:p>
          <a:p>
            <a:r>
              <a:rPr lang="en-GB" dirty="0"/>
              <a:t>Skip analysis on phase screen and propagation.</a:t>
            </a:r>
          </a:p>
          <a:p>
            <a:r>
              <a:rPr lang="en-GB" dirty="0"/>
              <a:t>Generation of interaction and control matrix looks nice. </a:t>
            </a:r>
            <a:r>
              <a:rPr lang="en-GB" dirty="0">
                <a:solidFill>
                  <a:srgbClr val="FF0000"/>
                </a:solidFill>
              </a:rPr>
              <a:t>Must check performance dependence on </a:t>
            </a:r>
            <a:r>
              <a:rPr lang="en-GB" dirty="0" err="1">
                <a:solidFill>
                  <a:srgbClr val="FF0000"/>
                </a:solidFill>
              </a:rPr>
              <a:t>svd</a:t>
            </a:r>
            <a:r>
              <a:rPr lang="en-GB" dirty="0">
                <a:solidFill>
                  <a:srgbClr val="FF0000"/>
                </a:solidFill>
              </a:rPr>
              <a:t>.</a:t>
            </a:r>
          </a:p>
          <a:p>
            <a:r>
              <a:rPr lang="en-GB" dirty="0"/>
              <a:t>Reconstructor converges to theoretical performance (DM fitting error)</a:t>
            </a:r>
          </a:p>
          <a:p>
            <a:r>
              <a:rPr lang="en-GB" dirty="0"/>
              <a:t>Delay error looks promising. </a:t>
            </a:r>
            <a:r>
              <a:rPr lang="en-GB" dirty="0">
                <a:solidFill>
                  <a:srgbClr val="FF0000"/>
                </a:solidFill>
              </a:rPr>
              <a:t>Must reduce error bar.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081699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D857D-41FD-0F6A-D9D1-6E13B0259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 of 22/05/2023 meeting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7D7C0-2543-AF19-3CA4-6474A75C46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Plan for 23/05 – 05/06/2023</a:t>
            </a:r>
          </a:p>
          <a:p>
            <a:pPr lvl="1"/>
            <a:r>
              <a:rPr lang="en-GB" dirty="0"/>
              <a:t>Check reconstructor performance as </a:t>
            </a:r>
            <a:r>
              <a:rPr lang="en-GB" dirty="0" err="1"/>
              <a:t>svd</a:t>
            </a:r>
            <a:r>
              <a:rPr lang="en-GB" dirty="0"/>
              <a:t> changes.</a:t>
            </a:r>
          </a:p>
          <a:p>
            <a:pPr lvl="1"/>
            <a:r>
              <a:rPr lang="en-GB" dirty="0"/>
              <a:t>Reduce error bar on delay analysis.</a:t>
            </a:r>
          </a:p>
          <a:p>
            <a:pPr lvl="1"/>
            <a:r>
              <a:rPr lang="en-GB" dirty="0"/>
              <a:t>Turbulence Temporal PSD</a:t>
            </a:r>
          </a:p>
          <a:p>
            <a:pPr lvl="1"/>
            <a:r>
              <a:rPr lang="en-GB" dirty="0"/>
              <a:t>Slope covariance</a:t>
            </a:r>
          </a:p>
          <a:p>
            <a:pPr lvl="1"/>
            <a:r>
              <a:rPr lang="en-GB" dirty="0"/>
              <a:t>Study SLODAR</a:t>
            </a:r>
          </a:p>
        </p:txBody>
      </p:sp>
    </p:spTree>
    <p:extLst>
      <p:ext uri="{BB962C8B-B14F-4D97-AF65-F5344CB8AC3E}">
        <p14:creationId xmlns:p14="http://schemas.microsoft.com/office/powerpoint/2010/main" val="3779044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picture containing text, screenshot, line, diagram&#10;&#10;Description automatically generated">
            <a:extLst>
              <a:ext uri="{FF2B5EF4-FFF2-40B4-BE49-F238E27FC236}">
                <a16:creationId xmlns:a16="http://schemas.microsoft.com/office/drawing/2014/main" id="{4FDDEF55-CF73-B902-3457-4B34A85AF1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757" y="2056022"/>
            <a:ext cx="4901587" cy="3352381"/>
          </a:xfrm>
        </p:spPr>
      </p:pic>
      <p:pic>
        <p:nvPicPr>
          <p:cNvPr id="11" name="Content Placeholder 10" descr="A picture containing text, screenshot, line, diagram&#10;&#10;Description automatically generated">
            <a:extLst>
              <a:ext uri="{FF2B5EF4-FFF2-40B4-BE49-F238E27FC236}">
                <a16:creationId xmlns:a16="http://schemas.microsoft.com/office/drawing/2014/main" id="{A139E17E-CF5C-1B7F-0E18-AA5721D32A9B}"/>
              </a:ext>
            </a:extLst>
          </p:cNvPr>
          <p:cNvPicPr>
            <a:picLocks noGrp="1" noChangeAspect="1"/>
          </p:cNvPicPr>
          <p:nvPr>
            <p:ph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0" y="2052971"/>
            <a:ext cx="5294313" cy="3329907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F4BBE4-441D-E76A-D1FE-B7F7C4E51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Effect of SVD on reconstructor performance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82CD8B-A9CF-7251-964D-2479E51F8C66}"/>
              </a:ext>
            </a:extLst>
          </p:cNvPr>
          <p:cNvSpPr txBox="1"/>
          <p:nvPr/>
        </p:nvSpPr>
        <p:spPr>
          <a:xfrm>
            <a:off x="10888824" y="3163077"/>
            <a:ext cx="36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ym typeface="Wingdings" panose="05000000000000000000" pitchFamily="2" charset="2"/>
              </a:rPr>
              <a:t>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D339FE-7B6F-7B5B-0255-107C907D69C6}"/>
              </a:ext>
            </a:extLst>
          </p:cNvPr>
          <p:cNvSpPr txBox="1"/>
          <p:nvPr/>
        </p:nvSpPr>
        <p:spPr>
          <a:xfrm>
            <a:off x="10888824" y="3347743"/>
            <a:ext cx="36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ym typeface="Wingdings" panose="05000000000000000000" pitchFamily="2" charset="2"/>
              </a:rPr>
              <a:t>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8B0AD0-82B6-C301-3B5C-75CDCD1A46EB}"/>
              </a:ext>
            </a:extLst>
          </p:cNvPr>
          <p:cNvSpPr txBox="1"/>
          <p:nvPr/>
        </p:nvSpPr>
        <p:spPr>
          <a:xfrm>
            <a:off x="10888824" y="3522296"/>
            <a:ext cx="2134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ym typeface="Wingdings" panose="05000000000000000000" pitchFamily="2" charset="2"/>
              </a:rPr>
              <a:t>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4D97F4-E30A-23B4-C179-C090FCC4E672}"/>
              </a:ext>
            </a:extLst>
          </p:cNvPr>
          <p:cNvSpPr txBox="1"/>
          <p:nvPr/>
        </p:nvSpPr>
        <p:spPr>
          <a:xfrm>
            <a:off x="10888824" y="3696849"/>
            <a:ext cx="36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ym typeface="Wingdings" panose="05000000000000000000" pitchFamily="2" charset="2"/>
              </a:rPr>
              <a:t>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857F34-39AB-2A0A-E582-F53627CA3D2A}"/>
              </a:ext>
            </a:extLst>
          </p:cNvPr>
          <p:cNvSpPr txBox="1"/>
          <p:nvPr/>
        </p:nvSpPr>
        <p:spPr>
          <a:xfrm>
            <a:off x="10888824" y="3872546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ym typeface="Wingdings" panose="05000000000000000000" pitchFamily="2" charset="2"/>
              </a:rPr>
              <a:t>?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945C9B-2C4D-5A96-72D3-44F901130844}"/>
              </a:ext>
            </a:extLst>
          </p:cNvPr>
          <p:cNvSpPr txBox="1"/>
          <p:nvPr/>
        </p:nvSpPr>
        <p:spPr>
          <a:xfrm>
            <a:off x="10890737" y="2966372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ym typeface="Wingdings" panose="05000000000000000000" pitchFamily="2" charset="2"/>
              </a:rPr>
              <a:t></a:t>
            </a:r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6D67CD-1349-AF86-BA88-F5EEBACD3CF4}"/>
              </a:ext>
            </a:extLst>
          </p:cNvPr>
          <p:cNvSpPr txBox="1"/>
          <p:nvPr/>
        </p:nvSpPr>
        <p:spPr>
          <a:xfrm>
            <a:off x="10906457" y="4045955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ym typeface="Wingdings" panose="05000000000000000000" pitchFamily="2" charset="2"/>
              </a:rPr>
              <a:t>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E8484D-8F29-9F1A-5BD6-691B9AC76720}"/>
              </a:ext>
            </a:extLst>
          </p:cNvPr>
          <p:cNvSpPr txBox="1"/>
          <p:nvPr/>
        </p:nvSpPr>
        <p:spPr>
          <a:xfrm>
            <a:off x="10885374" y="4230621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ym typeface="Wingdings" panose="05000000000000000000" pitchFamily="2" charset="2"/>
              </a:rPr>
              <a:t></a:t>
            </a:r>
            <a:endParaRPr lang="en-GB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B73F6C7-9A6C-DD23-F733-7FFDFB5F3D17}"/>
              </a:ext>
            </a:extLst>
          </p:cNvPr>
          <p:cNvSpPr txBox="1"/>
          <p:nvPr/>
        </p:nvSpPr>
        <p:spPr>
          <a:xfrm>
            <a:off x="10893730" y="4384948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ym typeface="Wingdings" panose="05000000000000000000" pitchFamily="2" charset="2"/>
              </a:rPr>
              <a:t></a:t>
            </a:r>
            <a:endParaRPr lang="en-GB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D9A1A7-AC00-3EA3-A3F9-EC372F8F4A12}"/>
              </a:ext>
            </a:extLst>
          </p:cNvPr>
          <p:cNvSpPr txBox="1"/>
          <p:nvPr/>
        </p:nvSpPr>
        <p:spPr>
          <a:xfrm>
            <a:off x="10902086" y="4583982"/>
            <a:ext cx="33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ym typeface="Wingdings" panose="05000000000000000000" pitchFamily="2" charset="2"/>
              </a:rPr>
              <a:t></a:t>
            </a:r>
            <a:endParaRPr lang="en-GB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678382-987C-56DD-05CC-F0E69F29E453}"/>
              </a:ext>
            </a:extLst>
          </p:cNvPr>
          <p:cNvSpPr txBox="1"/>
          <p:nvPr/>
        </p:nvSpPr>
        <p:spPr>
          <a:xfrm>
            <a:off x="10493961" y="5220342"/>
            <a:ext cx="166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Before the drop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D5A4344-8468-41DA-C476-D75F350FA3C2}"/>
              </a:ext>
            </a:extLst>
          </p:cNvPr>
          <p:cNvCxnSpPr>
            <a:cxnSpLocks/>
          </p:cNvCxnSpPr>
          <p:nvPr/>
        </p:nvCxnSpPr>
        <p:spPr>
          <a:xfrm>
            <a:off x="11513342" y="3959441"/>
            <a:ext cx="0" cy="1260901"/>
          </a:xfrm>
          <a:prstGeom prst="straightConnector1">
            <a:avLst/>
          </a:prstGeom>
          <a:ln>
            <a:headEnd type="diamond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6D900EC-8E5A-6D45-7714-94338F577F20}"/>
              </a:ext>
            </a:extLst>
          </p:cNvPr>
          <p:cNvCxnSpPr>
            <a:cxnSpLocks/>
          </p:cNvCxnSpPr>
          <p:nvPr/>
        </p:nvCxnSpPr>
        <p:spPr>
          <a:xfrm flipV="1">
            <a:off x="11513342" y="1751154"/>
            <a:ext cx="0" cy="1490810"/>
          </a:xfrm>
          <a:prstGeom prst="straightConnector1">
            <a:avLst/>
          </a:prstGeom>
          <a:ln>
            <a:headEnd type="diamond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8C21189-2260-4102-F0AD-4AFE2621E35E}"/>
              </a:ext>
            </a:extLst>
          </p:cNvPr>
          <p:cNvSpPr txBox="1"/>
          <p:nvPr/>
        </p:nvSpPr>
        <p:spPr>
          <a:xfrm>
            <a:off x="10566385" y="1381822"/>
            <a:ext cx="1520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After the drop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4AE4B8-6691-7F07-FB1C-F0C6D9900396}"/>
              </a:ext>
            </a:extLst>
          </p:cNvPr>
          <p:cNvSpPr txBox="1"/>
          <p:nvPr/>
        </p:nvSpPr>
        <p:spPr>
          <a:xfrm>
            <a:off x="11113467" y="3456008"/>
            <a:ext cx="1013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between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61912E6-008D-EC1F-2945-06FA6F01EA96}"/>
              </a:ext>
            </a:extLst>
          </p:cNvPr>
          <p:cNvSpPr txBox="1"/>
          <p:nvPr/>
        </p:nvSpPr>
        <p:spPr>
          <a:xfrm>
            <a:off x="3500582" y="5800436"/>
            <a:ext cx="6025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Suitable value </a:t>
            </a:r>
            <a:r>
              <a:rPr lang="en-GB" dirty="0">
                <a:sym typeface="Wingdings" panose="05000000000000000000" pitchFamily="2" charset="2"/>
              </a:rPr>
              <a:t> any between the drop points (0.130 – 0.019)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2281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50" descr="A picture containing text, screenshot, line, diagram&#10;&#10;Description automatically generated">
            <a:extLst>
              <a:ext uri="{FF2B5EF4-FFF2-40B4-BE49-F238E27FC236}">
                <a16:creationId xmlns:a16="http://schemas.microsoft.com/office/drawing/2014/main" id="{A9FAA7CE-0CAA-8E3F-FDB2-74A0DAB690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5483" y="1952442"/>
            <a:ext cx="6112790" cy="42742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15383D-38AA-980C-80ED-E182666F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error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8B1A58-EEEE-7E68-6B2E-F773815F4C6C}"/>
              </a:ext>
            </a:extLst>
          </p:cNvPr>
          <p:cNvSpPr txBox="1"/>
          <p:nvPr/>
        </p:nvSpPr>
        <p:spPr>
          <a:xfrm>
            <a:off x="0" y="1151802"/>
            <a:ext cx="330558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Frame rate = 0.0025s</a:t>
            </a:r>
          </a:p>
          <a:p>
            <a:r>
              <a:rPr lang="en-GB" dirty="0"/>
              <a:t>R0 = 5cm</a:t>
            </a:r>
          </a:p>
          <a:p>
            <a:r>
              <a:rPr lang="en-GB" dirty="0"/>
              <a:t>Max error = 1.029(d/r)^(5/3)</a:t>
            </a:r>
          </a:p>
          <a:p>
            <a:r>
              <a:rPr lang="en-GB" dirty="0"/>
              <a:t>L0 = 8m</a:t>
            </a:r>
          </a:p>
          <a:p>
            <a:r>
              <a:rPr lang="en-GB" dirty="0"/>
              <a:t>Lenslet Diameter = 0.4m/8 = 5cm</a:t>
            </a:r>
          </a:p>
          <a:p>
            <a:r>
              <a:rPr lang="en-GB" dirty="0"/>
              <a:t>l0 = 1e-10 m (hard code in soapy)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C1FA424-A8BA-943C-9F2B-03F4AA4C8083}"/>
              </a:ext>
            </a:extLst>
          </p:cNvPr>
          <p:cNvSpPr txBox="1"/>
          <p:nvPr/>
        </p:nvSpPr>
        <p:spPr>
          <a:xfrm>
            <a:off x="9385869" y="4696288"/>
            <a:ext cx="233621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Plateau region is</a:t>
            </a:r>
          </a:p>
          <a:p>
            <a:r>
              <a:rPr lang="en-GB" dirty="0"/>
              <a:t>the lower of either</a:t>
            </a:r>
          </a:p>
          <a:p>
            <a:pPr marL="285750" indent="-285750">
              <a:buFontTx/>
              <a:buChar char="-"/>
            </a:pPr>
            <a:r>
              <a:rPr lang="en-GB" dirty="0"/>
              <a:t>Limited to r0/frame</a:t>
            </a:r>
          </a:p>
          <a:p>
            <a:r>
              <a:rPr lang="en-GB" dirty="0"/>
              <a:t>      or</a:t>
            </a:r>
          </a:p>
          <a:p>
            <a:pPr marL="285750" indent="-285750">
              <a:buFontTx/>
              <a:buChar char="-"/>
            </a:pPr>
            <a:r>
              <a:rPr lang="en-GB" dirty="0"/>
              <a:t>Noll’s telescope size</a:t>
            </a:r>
          </a:p>
        </p:txBody>
      </p:sp>
      <p:pic>
        <p:nvPicPr>
          <p:cNvPr id="46" name="Picture 45" descr="A picture containing text, screenshot, diagram, number&#10;&#10;Description automatically generated">
            <a:extLst>
              <a:ext uri="{FF2B5EF4-FFF2-40B4-BE49-F238E27FC236}">
                <a16:creationId xmlns:a16="http://schemas.microsoft.com/office/drawing/2014/main" id="{0D8FEC45-7537-7464-018B-0479B20E9F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9936" y="2028965"/>
            <a:ext cx="3752850" cy="2590800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9CD80F83-187A-DEC0-C18D-9A042EFE79EF}"/>
              </a:ext>
            </a:extLst>
          </p:cNvPr>
          <p:cNvSpPr txBox="1"/>
          <p:nvPr/>
        </p:nvSpPr>
        <p:spPr>
          <a:xfrm>
            <a:off x="8777201" y="198116"/>
            <a:ext cx="330558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Frame rate = 0.0025s</a:t>
            </a:r>
          </a:p>
          <a:p>
            <a:r>
              <a:rPr lang="en-GB" dirty="0"/>
              <a:t>R0 = 2.5cm – 75m</a:t>
            </a:r>
          </a:p>
          <a:p>
            <a:r>
              <a:rPr lang="en-GB" dirty="0"/>
              <a:t>Max error = 1.029(d/r)^(5/3)</a:t>
            </a:r>
          </a:p>
          <a:p>
            <a:r>
              <a:rPr lang="en-GB" dirty="0"/>
              <a:t>L0 = 8m</a:t>
            </a:r>
          </a:p>
          <a:p>
            <a:r>
              <a:rPr lang="en-GB" dirty="0"/>
              <a:t>Lenslet Diameter = 0.4m/8 = 5cm</a:t>
            </a:r>
          </a:p>
          <a:p>
            <a:r>
              <a:rPr lang="en-GB" dirty="0"/>
              <a:t>l0 = 1e-10 m (hard code in soapy)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A0DD4F-4335-AAE9-92F7-ACC84DF1CCF5}"/>
              </a:ext>
            </a:extLst>
          </p:cNvPr>
          <p:cNvSpPr txBox="1"/>
          <p:nvPr/>
        </p:nvSpPr>
        <p:spPr>
          <a:xfrm>
            <a:off x="4385569" y="1417639"/>
            <a:ext cx="3017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Coherence time instead of r0?</a:t>
            </a:r>
          </a:p>
        </p:txBody>
      </p:sp>
    </p:spTree>
    <p:extLst>
      <p:ext uri="{BB962C8B-B14F-4D97-AF65-F5344CB8AC3E}">
        <p14:creationId xmlns:p14="http://schemas.microsoft.com/office/powerpoint/2010/main" val="416478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82F12-41D2-0B94-908F-740B403FD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Turbulence Temporal PSD</a:t>
            </a:r>
          </a:p>
        </p:txBody>
      </p:sp>
      <p:pic>
        <p:nvPicPr>
          <p:cNvPr id="5" name="Content Placeholder 4" descr="A picture containing text, screenshot, plot, diagram&#10;&#10;Description automatically generated">
            <a:extLst>
              <a:ext uri="{FF2B5EF4-FFF2-40B4-BE49-F238E27FC236}">
                <a16:creationId xmlns:a16="http://schemas.microsoft.com/office/drawing/2014/main" id="{A80D1966-7837-D70E-3D55-02B1A26B77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8555" y="1413116"/>
            <a:ext cx="7380514" cy="504683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686916-464A-FAF1-07AB-8611E4D599F0}"/>
              </a:ext>
            </a:extLst>
          </p:cNvPr>
          <p:cNvSpPr txBox="1"/>
          <p:nvPr/>
        </p:nvSpPr>
        <p:spPr>
          <a:xfrm>
            <a:off x="9190653" y="5971592"/>
            <a:ext cx="2836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Starting to see noisy region?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4EDA02-82FF-48D5-5AE9-E2365BCB7D64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9713167" y="5337110"/>
            <a:ext cx="895791" cy="63448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6EE8DBB-30A2-2AE7-60D3-EB43D47EF5F0}"/>
              </a:ext>
            </a:extLst>
          </p:cNvPr>
          <p:cNvSpPr txBox="1"/>
          <p:nvPr/>
        </p:nvSpPr>
        <p:spPr>
          <a:xfrm>
            <a:off x="3603763" y="3000090"/>
            <a:ext cx="1482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AO correction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E23EB05-B30E-0228-22E2-17B16DFC4633}"/>
              </a:ext>
            </a:extLst>
          </p:cNvPr>
          <p:cNvCxnSpPr>
            <a:cxnSpLocks/>
          </p:cNvCxnSpPr>
          <p:nvPr/>
        </p:nvCxnSpPr>
        <p:spPr>
          <a:xfrm>
            <a:off x="3684233" y="3429000"/>
            <a:ext cx="424352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9944E85-81A1-C6BB-9DB7-C1389A33D64C}"/>
              </a:ext>
            </a:extLst>
          </p:cNvPr>
          <p:cNvSpPr txBox="1"/>
          <p:nvPr/>
        </p:nvSpPr>
        <p:spPr>
          <a:xfrm>
            <a:off x="4825059" y="89973"/>
            <a:ext cx="2448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Performance gain by AO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3E06487-A636-6F0C-8E2B-29CCF33943CA}"/>
              </a:ext>
            </a:extLst>
          </p:cNvPr>
          <p:cNvCxnSpPr>
            <a:cxnSpLocks/>
          </p:cNvCxnSpPr>
          <p:nvPr/>
        </p:nvCxnSpPr>
        <p:spPr>
          <a:xfrm flipH="1">
            <a:off x="5717219" y="479394"/>
            <a:ext cx="378781" cy="357629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495585-B114-3ACD-0BFB-9FD8A3F8D09F}"/>
              </a:ext>
            </a:extLst>
          </p:cNvPr>
          <p:cNvSpPr txBox="1"/>
          <p:nvPr/>
        </p:nvSpPr>
        <p:spPr>
          <a:xfrm>
            <a:off x="9330431" y="585926"/>
            <a:ext cx="1930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AO-amplified error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6246E3F-A453-12B9-12C2-97E93953F090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9190653" y="955258"/>
            <a:ext cx="1105011" cy="26034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DDF89F7-2A0F-ECD3-6A85-A93E0EE0CE0D}"/>
              </a:ext>
            </a:extLst>
          </p:cNvPr>
          <p:cNvSpPr txBox="1"/>
          <p:nvPr/>
        </p:nvSpPr>
        <p:spPr>
          <a:xfrm>
            <a:off x="101926" y="1293959"/>
            <a:ext cx="3024161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Frame = 0.001s</a:t>
            </a:r>
          </a:p>
          <a:p>
            <a:r>
              <a:rPr lang="en-GB" dirty="0"/>
              <a:t>Total time = 1s</a:t>
            </a:r>
          </a:p>
          <a:p>
            <a:r>
              <a:rPr lang="en-GB" dirty="0"/>
              <a:t>R0 = 5cm</a:t>
            </a:r>
          </a:p>
          <a:p>
            <a:r>
              <a:rPr lang="en-GB" dirty="0"/>
              <a:t>L0 = 10m</a:t>
            </a:r>
          </a:p>
          <a:p>
            <a:r>
              <a:rPr lang="en-GB" dirty="0"/>
              <a:t>Tel = 0.4m</a:t>
            </a:r>
          </a:p>
          <a:p>
            <a:r>
              <a:rPr lang="en-GB" dirty="0" err="1"/>
              <a:t>Nxsub</a:t>
            </a:r>
            <a:r>
              <a:rPr lang="en-GB" dirty="0"/>
              <a:t> = 8</a:t>
            </a:r>
          </a:p>
          <a:p>
            <a:r>
              <a:rPr lang="en-GB" dirty="0" err="1"/>
              <a:t>Pxlspersubap</a:t>
            </a:r>
            <a:r>
              <a:rPr lang="en-GB" dirty="0"/>
              <a:t> = 16</a:t>
            </a:r>
          </a:p>
          <a:p>
            <a:r>
              <a:rPr lang="en-GB" dirty="0"/>
              <a:t>dm gain = 1</a:t>
            </a:r>
          </a:p>
          <a:p>
            <a:r>
              <a:rPr lang="en-GB" dirty="0"/>
              <a:t>Vbar5/3=15.11m/s</a:t>
            </a:r>
          </a:p>
          <a:p>
            <a:r>
              <a:rPr lang="en-GB" dirty="0" err="1"/>
              <a:t>Vmin</a:t>
            </a:r>
            <a:r>
              <a:rPr lang="en-GB" dirty="0"/>
              <a:t> = 5m/s</a:t>
            </a:r>
          </a:p>
          <a:p>
            <a:r>
              <a:rPr lang="en-GB" dirty="0"/>
              <a:t>Vmax=34.53</a:t>
            </a:r>
          </a:p>
          <a:p>
            <a:r>
              <a:rPr lang="en-GB" dirty="0"/>
              <a:t>Tau0=1.04ms</a:t>
            </a:r>
          </a:p>
          <a:p>
            <a:r>
              <a:rPr lang="en-GB" dirty="0"/>
              <a:t>Fmax=1/2pixeltime</a:t>
            </a:r>
          </a:p>
          <a:p>
            <a:r>
              <a:rPr lang="en-GB" dirty="0"/>
              <a:t>pixel time = 0.4m/16/8/5m/s</a:t>
            </a:r>
          </a:p>
          <a:p>
            <a:r>
              <a:rPr lang="en-GB" dirty="0"/>
              <a:t> = 0.625ms</a:t>
            </a:r>
          </a:p>
          <a:p>
            <a:r>
              <a:rPr lang="en-GB" dirty="0"/>
              <a:t>max frequency = 1/(2*</a:t>
            </a:r>
            <a:r>
              <a:rPr lang="en-GB" dirty="0" err="1"/>
              <a:t>pxtime</a:t>
            </a:r>
            <a:r>
              <a:rPr lang="en-GB" dirty="0"/>
              <a:t>)</a:t>
            </a:r>
          </a:p>
          <a:p>
            <a:r>
              <a:rPr lang="en-GB" dirty="0"/>
              <a:t> = 1/(2*0.625ms) = 800Hz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418DAE-2663-FADB-E724-7FA66EA5437B}"/>
              </a:ext>
            </a:extLst>
          </p:cNvPr>
          <p:cNvSpPr txBox="1"/>
          <p:nvPr/>
        </p:nvSpPr>
        <p:spPr>
          <a:xfrm>
            <a:off x="1995438" y="2061520"/>
            <a:ext cx="1608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Correct units??</a:t>
            </a:r>
          </a:p>
        </p:txBody>
      </p:sp>
    </p:spTree>
    <p:extLst>
      <p:ext uri="{BB962C8B-B14F-4D97-AF65-F5344CB8AC3E}">
        <p14:creationId xmlns:p14="http://schemas.microsoft.com/office/powerpoint/2010/main" val="2121097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55C979C-B437-6D7C-FCF5-2D27EB1C8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750" y="1417639"/>
            <a:ext cx="7244495" cy="48296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EF82F12-41D2-0B94-908F-740B403FD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Turbulence Temporal PSD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686916-464A-FAF1-07AB-8611E4D599F0}"/>
              </a:ext>
            </a:extLst>
          </p:cNvPr>
          <p:cNvSpPr txBox="1"/>
          <p:nvPr/>
        </p:nvSpPr>
        <p:spPr>
          <a:xfrm>
            <a:off x="9190653" y="5971592"/>
            <a:ext cx="2053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What happen here?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4EDA02-82FF-48D5-5AE9-E2365BCB7D64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6102645" y="3209409"/>
            <a:ext cx="4114732" cy="276218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DDF89F7-2A0F-ECD3-6A85-A93E0EE0CE0D}"/>
              </a:ext>
            </a:extLst>
          </p:cNvPr>
          <p:cNvSpPr txBox="1"/>
          <p:nvPr/>
        </p:nvSpPr>
        <p:spPr>
          <a:xfrm>
            <a:off x="20369" y="1316486"/>
            <a:ext cx="195316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Frame = 0.0001s</a:t>
            </a:r>
          </a:p>
          <a:p>
            <a:r>
              <a:rPr lang="en-GB" dirty="0"/>
              <a:t>Total time = 0.25s</a:t>
            </a:r>
          </a:p>
          <a:p>
            <a:r>
              <a:rPr lang="en-GB" dirty="0"/>
              <a:t>R0 = 5cm</a:t>
            </a:r>
          </a:p>
          <a:p>
            <a:r>
              <a:rPr lang="en-GB" dirty="0"/>
              <a:t>L0 = 10m</a:t>
            </a:r>
          </a:p>
          <a:p>
            <a:r>
              <a:rPr lang="en-GB" dirty="0"/>
              <a:t>Tel = 0.4m</a:t>
            </a:r>
          </a:p>
          <a:p>
            <a:r>
              <a:rPr lang="en-GB" dirty="0" err="1"/>
              <a:t>Nxsub</a:t>
            </a:r>
            <a:r>
              <a:rPr lang="en-GB" dirty="0"/>
              <a:t> = 8</a:t>
            </a:r>
          </a:p>
          <a:p>
            <a:r>
              <a:rPr lang="en-GB" dirty="0" err="1"/>
              <a:t>Pxlspersubap</a:t>
            </a:r>
            <a:r>
              <a:rPr lang="en-GB" dirty="0"/>
              <a:t> = 16</a:t>
            </a:r>
          </a:p>
          <a:p>
            <a:r>
              <a:rPr lang="en-GB" dirty="0"/>
              <a:t>dm gain = 1</a:t>
            </a:r>
          </a:p>
          <a:p>
            <a:r>
              <a:rPr lang="en-GB" dirty="0"/>
              <a:t>Vbar5/3=15.11m/s</a:t>
            </a:r>
          </a:p>
          <a:p>
            <a:r>
              <a:rPr lang="en-GB" dirty="0" err="1"/>
              <a:t>Vmin</a:t>
            </a:r>
            <a:r>
              <a:rPr lang="en-GB" dirty="0"/>
              <a:t> = 5m/s</a:t>
            </a:r>
          </a:p>
          <a:p>
            <a:r>
              <a:rPr lang="en-GB" dirty="0"/>
              <a:t>Vmax=34.53</a:t>
            </a:r>
          </a:p>
          <a:p>
            <a:r>
              <a:rPr lang="en-GB" dirty="0"/>
              <a:t>Tau0=1.04ms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1D3F0A5-38CF-2EA1-C6ED-9D1422173A0D}"/>
              </a:ext>
            </a:extLst>
          </p:cNvPr>
          <p:cNvSpPr/>
          <p:nvPr/>
        </p:nvSpPr>
        <p:spPr>
          <a:xfrm>
            <a:off x="714000" y="1270143"/>
            <a:ext cx="1180730" cy="807232"/>
          </a:xfrm>
          <a:prstGeom prst="ellipse">
            <a:avLst/>
          </a:prstGeom>
          <a:noFill/>
          <a:ln w="571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B4FBBDF-D1FA-9E49-06BE-E8D5EC8CF5EF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8913181" y="1559182"/>
            <a:ext cx="1516451" cy="292404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E6998E1-E7FD-F0CF-B91F-0178DF9195A0}"/>
              </a:ext>
            </a:extLst>
          </p:cNvPr>
          <p:cNvSpPr txBox="1"/>
          <p:nvPr/>
        </p:nvSpPr>
        <p:spPr>
          <a:xfrm>
            <a:off x="9574846" y="358853"/>
            <a:ext cx="17095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Usual FT limit</a:t>
            </a:r>
          </a:p>
          <a:p>
            <a:r>
              <a:rPr lang="en-GB" dirty="0"/>
              <a:t>Calculation limit</a:t>
            </a:r>
          </a:p>
          <a:p>
            <a:r>
              <a:rPr lang="en-GB" dirty="0"/>
              <a:t>Can be fix by</a:t>
            </a:r>
          </a:p>
          <a:p>
            <a:r>
              <a:rPr lang="en-GB" dirty="0"/>
              <a:t>Frame rate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B2D602D-1A38-D727-2292-3B984644290E}"/>
              </a:ext>
            </a:extLst>
          </p:cNvPr>
          <p:cNvCxnSpPr>
            <a:cxnSpLocks/>
          </p:cNvCxnSpPr>
          <p:nvPr/>
        </p:nvCxnSpPr>
        <p:spPr>
          <a:xfrm flipV="1">
            <a:off x="7457241" y="1351168"/>
            <a:ext cx="0" cy="50974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AFB421E-69D4-B094-7779-F240C88293CF}"/>
              </a:ext>
            </a:extLst>
          </p:cNvPr>
          <p:cNvCxnSpPr>
            <a:cxnSpLocks/>
          </p:cNvCxnSpPr>
          <p:nvPr/>
        </p:nvCxnSpPr>
        <p:spPr>
          <a:xfrm flipV="1">
            <a:off x="7494228" y="1351168"/>
            <a:ext cx="0" cy="50974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0606903-C4EE-B991-308F-8718F24D6E29}"/>
              </a:ext>
            </a:extLst>
          </p:cNvPr>
          <p:cNvCxnSpPr>
            <a:cxnSpLocks/>
          </p:cNvCxnSpPr>
          <p:nvPr/>
        </p:nvCxnSpPr>
        <p:spPr>
          <a:xfrm flipV="1">
            <a:off x="7548975" y="1343769"/>
            <a:ext cx="0" cy="50974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A01EF04-2D37-C9DD-43A6-8FC6B27DC301}"/>
              </a:ext>
            </a:extLst>
          </p:cNvPr>
          <p:cNvCxnSpPr>
            <a:cxnSpLocks/>
          </p:cNvCxnSpPr>
          <p:nvPr/>
        </p:nvCxnSpPr>
        <p:spPr>
          <a:xfrm flipV="1">
            <a:off x="8180766" y="1362999"/>
            <a:ext cx="0" cy="50974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BAE9D77-ED63-12C0-15DE-A0C408BDA512}"/>
              </a:ext>
            </a:extLst>
          </p:cNvPr>
          <p:cNvCxnSpPr>
            <a:cxnSpLocks/>
          </p:cNvCxnSpPr>
          <p:nvPr/>
        </p:nvCxnSpPr>
        <p:spPr>
          <a:xfrm flipV="1">
            <a:off x="8404190" y="1373354"/>
            <a:ext cx="0" cy="50974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DD43A44-CFED-1E86-9B52-87CAFBF601DF}"/>
              </a:ext>
            </a:extLst>
          </p:cNvPr>
          <p:cNvCxnSpPr>
            <a:cxnSpLocks/>
          </p:cNvCxnSpPr>
          <p:nvPr/>
        </p:nvCxnSpPr>
        <p:spPr>
          <a:xfrm flipV="1">
            <a:off x="8944248" y="1362999"/>
            <a:ext cx="0" cy="50974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EE145A6C-A4F8-F2AE-BE81-2980B75E70E7}"/>
              </a:ext>
            </a:extLst>
          </p:cNvPr>
          <p:cNvSpPr txBox="1"/>
          <p:nvPr/>
        </p:nvSpPr>
        <p:spPr>
          <a:xfrm>
            <a:off x="9816576" y="2967335"/>
            <a:ext cx="204524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Pixel shift limit</a:t>
            </a:r>
          </a:p>
          <a:p>
            <a:r>
              <a:rPr lang="en-GB" dirty="0" err="1"/>
              <a:t>Atm</a:t>
            </a:r>
            <a:r>
              <a:rPr lang="en-GB" dirty="0"/>
              <a:t> Layers</a:t>
            </a:r>
          </a:p>
          <a:p>
            <a:r>
              <a:rPr lang="en-GB" dirty="0"/>
              <a:t> = Not what happen</a:t>
            </a:r>
          </a:p>
          <a:p>
            <a:r>
              <a:rPr lang="en-GB" dirty="0"/>
              <a:t>Physically</a:t>
            </a:r>
          </a:p>
          <a:p>
            <a:r>
              <a:rPr lang="en-GB" dirty="0"/>
              <a:t>Can be fix by</a:t>
            </a:r>
          </a:p>
          <a:p>
            <a:r>
              <a:rPr lang="en-GB" dirty="0"/>
              <a:t>reducing pixel scale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7A37D16-1552-A14F-5135-C2FD5727216D}"/>
              </a:ext>
            </a:extLst>
          </p:cNvPr>
          <p:cNvCxnSpPr>
            <a:cxnSpLocks/>
          </p:cNvCxnSpPr>
          <p:nvPr/>
        </p:nvCxnSpPr>
        <p:spPr>
          <a:xfrm flipV="1">
            <a:off x="7494228" y="3404586"/>
            <a:ext cx="2322348" cy="24414"/>
          </a:xfrm>
          <a:prstGeom prst="straightConnector1">
            <a:avLst/>
          </a:prstGeom>
          <a:ln>
            <a:headEnd type="diamond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20F1D66-542E-D900-F50B-BB039603FCA7}"/>
              </a:ext>
            </a:extLst>
          </p:cNvPr>
          <p:cNvSpPr txBox="1"/>
          <p:nvPr/>
        </p:nvSpPr>
        <p:spPr>
          <a:xfrm>
            <a:off x="2591768" y="6340924"/>
            <a:ext cx="1398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L0 frequency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E381CC3-59BD-F4AC-47ED-4CED1616C264}"/>
              </a:ext>
            </a:extLst>
          </p:cNvPr>
          <p:cNvCxnSpPr>
            <a:cxnSpLocks/>
          </p:cNvCxnSpPr>
          <p:nvPr/>
        </p:nvCxnSpPr>
        <p:spPr>
          <a:xfrm flipV="1">
            <a:off x="3219631" y="1270143"/>
            <a:ext cx="0" cy="507078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1D57AE36-88C7-F966-2AD1-C0EBDA7AF8D2}"/>
              </a:ext>
            </a:extLst>
          </p:cNvPr>
          <p:cNvSpPr txBox="1"/>
          <p:nvPr/>
        </p:nvSpPr>
        <p:spPr>
          <a:xfrm>
            <a:off x="6369861" y="6389082"/>
            <a:ext cx="3301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Nyquist frequencies of each layer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7F1298-5941-F0BF-A188-3304D75C4736}"/>
              </a:ext>
            </a:extLst>
          </p:cNvPr>
          <p:cNvSpPr txBox="1"/>
          <p:nvPr/>
        </p:nvSpPr>
        <p:spPr>
          <a:xfrm>
            <a:off x="1913956" y="1892709"/>
            <a:ext cx="1608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Correct units??</a:t>
            </a:r>
          </a:p>
        </p:txBody>
      </p:sp>
    </p:spTree>
    <p:extLst>
      <p:ext uri="{BB962C8B-B14F-4D97-AF65-F5344CB8AC3E}">
        <p14:creationId xmlns:p14="http://schemas.microsoft.com/office/powerpoint/2010/main" val="365343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55C979C-B437-6D7C-FCF5-2D27EB1C8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750" y="1417639"/>
            <a:ext cx="7244495" cy="48296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EF82F12-41D2-0B94-908F-740B403FD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Turbulence Temporal PSD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DF89F7-2A0F-ECD3-6A85-A93E0EE0CE0D}"/>
              </a:ext>
            </a:extLst>
          </p:cNvPr>
          <p:cNvSpPr txBox="1"/>
          <p:nvPr/>
        </p:nvSpPr>
        <p:spPr>
          <a:xfrm>
            <a:off x="20369" y="1316486"/>
            <a:ext cx="195316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Frame = 0.0001s</a:t>
            </a:r>
          </a:p>
          <a:p>
            <a:r>
              <a:rPr lang="en-GB" dirty="0"/>
              <a:t>Total time = 0.25s</a:t>
            </a:r>
          </a:p>
          <a:p>
            <a:r>
              <a:rPr lang="en-GB" dirty="0"/>
              <a:t>R0 = 5cm</a:t>
            </a:r>
          </a:p>
          <a:p>
            <a:r>
              <a:rPr lang="en-GB" dirty="0"/>
              <a:t>L0 = 10m</a:t>
            </a:r>
          </a:p>
          <a:p>
            <a:r>
              <a:rPr lang="en-GB" dirty="0"/>
              <a:t>Tel = 0.4m</a:t>
            </a:r>
          </a:p>
          <a:p>
            <a:r>
              <a:rPr lang="en-GB" dirty="0" err="1"/>
              <a:t>Nxsub</a:t>
            </a:r>
            <a:r>
              <a:rPr lang="en-GB" dirty="0"/>
              <a:t> = 8</a:t>
            </a:r>
          </a:p>
          <a:p>
            <a:r>
              <a:rPr lang="en-GB" dirty="0" err="1"/>
              <a:t>Pxlspersubap</a:t>
            </a:r>
            <a:r>
              <a:rPr lang="en-GB" dirty="0"/>
              <a:t> = 16</a:t>
            </a:r>
          </a:p>
          <a:p>
            <a:r>
              <a:rPr lang="en-GB" dirty="0"/>
              <a:t>dm gain = 1</a:t>
            </a:r>
          </a:p>
          <a:p>
            <a:r>
              <a:rPr lang="en-GB" dirty="0"/>
              <a:t>Vbar5/3=15.11m/s</a:t>
            </a:r>
          </a:p>
          <a:p>
            <a:r>
              <a:rPr lang="en-GB" dirty="0" err="1"/>
              <a:t>Vmin</a:t>
            </a:r>
            <a:r>
              <a:rPr lang="en-GB" dirty="0"/>
              <a:t> = 5m/s</a:t>
            </a:r>
          </a:p>
          <a:p>
            <a:r>
              <a:rPr lang="en-GB" dirty="0"/>
              <a:t>Vmax=34.53</a:t>
            </a:r>
          </a:p>
          <a:p>
            <a:r>
              <a:rPr lang="en-GB" dirty="0"/>
              <a:t>Tau0=1.04ms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1D3F0A5-38CF-2EA1-C6ED-9D1422173A0D}"/>
              </a:ext>
            </a:extLst>
          </p:cNvPr>
          <p:cNvSpPr/>
          <p:nvPr/>
        </p:nvSpPr>
        <p:spPr>
          <a:xfrm>
            <a:off x="714000" y="1270143"/>
            <a:ext cx="1180730" cy="807232"/>
          </a:xfrm>
          <a:prstGeom prst="ellipse">
            <a:avLst/>
          </a:prstGeom>
          <a:noFill/>
          <a:ln w="571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B4FBBDF-D1FA-9E49-06BE-E8D5EC8CF5EF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8913181" y="1559182"/>
            <a:ext cx="1516451" cy="292404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E6998E1-E7FD-F0CF-B91F-0178DF9195A0}"/>
              </a:ext>
            </a:extLst>
          </p:cNvPr>
          <p:cNvSpPr txBox="1"/>
          <p:nvPr/>
        </p:nvSpPr>
        <p:spPr>
          <a:xfrm>
            <a:off x="9574846" y="358853"/>
            <a:ext cx="17095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Usual FT limit</a:t>
            </a:r>
          </a:p>
          <a:p>
            <a:r>
              <a:rPr lang="en-GB" dirty="0"/>
              <a:t>Calculation limit</a:t>
            </a:r>
          </a:p>
          <a:p>
            <a:r>
              <a:rPr lang="en-GB" dirty="0"/>
              <a:t>Can be fix by</a:t>
            </a:r>
          </a:p>
          <a:p>
            <a:r>
              <a:rPr lang="en-GB" dirty="0"/>
              <a:t>Frame rate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B2D602D-1A38-D727-2292-3B984644290E}"/>
              </a:ext>
            </a:extLst>
          </p:cNvPr>
          <p:cNvCxnSpPr>
            <a:cxnSpLocks/>
          </p:cNvCxnSpPr>
          <p:nvPr/>
        </p:nvCxnSpPr>
        <p:spPr>
          <a:xfrm flipV="1">
            <a:off x="6800293" y="1417639"/>
            <a:ext cx="0" cy="50974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AFB421E-69D4-B094-7779-F240C88293CF}"/>
              </a:ext>
            </a:extLst>
          </p:cNvPr>
          <p:cNvCxnSpPr>
            <a:cxnSpLocks/>
          </p:cNvCxnSpPr>
          <p:nvPr/>
        </p:nvCxnSpPr>
        <p:spPr>
          <a:xfrm flipV="1">
            <a:off x="6528773" y="1351168"/>
            <a:ext cx="0" cy="50974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0606903-C4EE-B991-308F-8718F24D6E29}"/>
              </a:ext>
            </a:extLst>
          </p:cNvPr>
          <p:cNvCxnSpPr>
            <a:cxnSpLocks/>
          </p:cNvCxnSpPr>
          <p:nvPr/>
        </p:nvCxnSpPr>
        <p:spPr>
          <a:xfrm flipV="1">
            <a:off x="5835585" y="1316486"/>
            <a:ext cx="0" cy="50974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A01EF04-2D37-C9DD-43A6-8FC6B27DC301}"/>
              </a:ext>
            </a:extLst>
          </p:cNvPr>
          <p:cNvCxnSpPr>
            <a:cxnSpLocks/>
          </p:cNvCxnSpPr>
          <p:nvPr/>
        </p:nvCxnSpPr>
        <p:spPr>
          <a:xfrm flipV="1">
            <a:off x="7355143" y="1362999"/>
            <a:ext cx="0" cy="50974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EE145A6C-A4F8-F2AE-BE81-2980B75E70E7}"/>
              </a:ext>
            </a:extLst>
          </p:cNvPr>
          <p:cNvSpPr txBox="1"/>
          <p:nvPr/>
        </p:nvSpPr>
        <p:spPr>
          <a:xfrm>
            <a:off x="9816576" y="2967335"/>
            <a:ext cx="189571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subap</a:t>
            </a:r>
            <a:r>
              <a:rPr lang="en-GB" dirty="0"/>
              <a:t> shift limit</a:t>
            </a:r>
          </a:p>
          <a:p>
            <a:r>
              <a:rPr lang="en-GB" dirty="0" err="1"/>
              <a:t>Atm</a:t>
            </a:r>
            <a:r>
              <a:rPr lang="en-GB" dirty="0"/>
              <a:t> Layers</a:t>
            </a:r>
          </a:p>
          <a:p>
            <a:r>
              <a:rPr lang="en-GB" dirty="0"/>
              <a:t>= is what </a:t>
            </a:r>
            <a:r>
              <a:rPr lang="en-GB" dirty="0" err="1"/>
              <a:t>ao</a:t>
            </a:r>
            <a:r>
              <a:rPr lang="en-GB" dirty="0"/>
              <a:t> see</a:t>
            </a:r>
          </a:p>
          <a:p>
            <a:r>
              <a:rPr lang="en-GB" dirty="0"/>
              <a:t>So this is legit still.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7A37D16-1552-A14F-5135-C2FD5727216D}"/>
              </a:ext>
            </a:extLst>
          </p:cNvPr>
          <p:cNvCxnSpPr>
            <a:cxnSpLocks/>
          </p:cNvCxnSpPr>
          <p:nvPr/>
        </p:nvCxnSpPr>
        <p:spPr>
          <a:xfrm>
            <a:off x="5899210" y="3415683"/>
            <a:ext cx="3917366" cy="0"/>
          </a:xfrm>
          <a:prstGeom prst="straightConnector1">
            <a:avLst/>
          </a:prstGeom>
          <a:ln>
            <a:headEnd type="diamond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20F1D66-542E-D900-F50B-BB039603FCA7}"/>
              </a:ext>
            </a:extLst>
          </p:cNvPr>
          <p:cNvSpPr txBox="1"/>
          <p:nvPr/>
        </p:nvSpPr>
        <p:spPr>
          <a:xfrm>
            <a:off x="2591768" y="6340924"/>
            <a:ext cx="1398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L0 frequency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E381CC3-59BD-F4AC-47ED-4CED1616C264}"/>
              </a:ext>
            </a:extLst>
          </p:cNvPr>
          <p:cNvCxnSpPr>
            <a:cxnSpLocks/>
          </p:cNvCxnSpPr>
          <p:nvPr/>
        </p:nvCxnSpPr>
        <p:spPr>
          <a:xfrm flipV="1">
            <a:off x="3219631" y="1270143"/>
            <a:ext cx="0" cy="507078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1D57AE36-88C7-F966-2AD1-C0EBDA7AF8D2}"/>
              </a:ext>
            </a:extLst>
          </p:cNvPr>
          <p:cNvSpPr txBox="1"/>
          <p:nvPr/>
        </p:nvSpPr>
        <p:spPr>
          <a:xfrm>
            <a:off x="5222233" y="6443266"/>
            <a:ext cx="3156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subap</a:t>
            </a:r>
            <a:r>
              <a:rPr lang="en-GB" dirty="0"/>
              <a:t> frequencies of each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70BA73-3B52-B39C-6777-CE17D51D9D1F}"/>
              </a:ext>
            </a:extLst>
          </p:cNvPr>
          <p:cNvCxnSpPr>
            <a:cxnSpLocks/>
          </p:cNvCxnSpPr>
          <p:nvPr/>
        </p:nvCxnSpPr>
        <p:spPr>
          <a:xfrm flipV="1">
            <a:off x="5899210" y="1328859"/>
            <a:ext cx="0" cy="50974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C0EB340-63EF-BB81-3312-5F323E651EC5}"/>
              </a:ext>
            </a:extLst>
          </p:cNvPr>
          <p:cNvSpPr txBox="1"/>
          <p:nvPr/>
        </p:nvSpPr>
        <p:spPr>
          <a:xfrm>
            <a:off x="1913956" y="1892709"/>
            <a:ext cx="1608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Correct units??</a:t>
            </a:r>
          </a:p>
        </p:txBody>
      </p:sp>
    </p:spTree>
    <p:extLst>
      <p:ext uri="{BB962C8B-B14F-4D97-AF65-F5344CB8AC3E}">
        <p14:creationId xmlns:p14="http://schemas.microsoft.com/office/powerpoint/2010/main" val="947967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6FC667-4D89-660E-5458-85A8B776D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130" y="1316486"/>
            <a:ext cx="7309416" cy="487294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EF82F12-41D2-0B94-908F-740B403FD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Turbulence Temporal PSD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B4FBBDF-D1FA-9E49-06BE-E8D5EC8CF5EF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8804336" y="1559182"/>
            <a:ext cx="1773605" cy="336792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E6998E1-E7FD-F0CF-B91F-0178DF9195A0}"/>
              </a:ext>
            </a:extLst>
          </p:cNvPr>
          <p:cNvSpPr txBox="1"/>
          <p:nvPr/>
        </p:nvSpPr>
        <p:spPr>
          <a:xfrm>
            <a:off x="9574846" y="358853"/>
            <a:ext cx="20061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Usual FT limit</a:t>
            </a:r>
          </a:p>
          <a:p>
            <a:r>
              <a:rPr lang="en-GB" dirty="0"/>
              <a:t>Calculation limit</a:t>
            </a:r>
          </a:p>
          <a:p>
            <a:r>
              <a:rPr lang="en-GB" dirty="0"/>
              <a:t>Can be fix by</a:t>
            </a:r>
          </a:p>
          <a:p>
            <a:r>
              <a:rPr lang="en-GB" dirty="0"/>
              <a:t>Increase frame rate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145A6C-A4F8-F2AE-BE81-2980B75E70E7}"/>
              </a:ext>
            </a:extLst>
          </p:cNvPr>
          <p:cNvSpPr txBox="1"/>
          <p:nvPr/>
        </p:nvSpPr>
        <p:spPr>
          <a:xfrm>
            <a:off x="9816576" y="2967335"/>
            <a:ext cx="18957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subap</a:t>
            </a:r>
            <a:r>
              <a:rPr lang="en-GB" dirty="0"/>
              <a:t> shift limit</a:t>
            </a:r>
          </a:p>
          <a:p>
            <a:r>
              <a:rPr lang="en-GB" dirty="0"/>
              <a:t>= is what </a:t>
            </a:r>
            <a:r>
              <a:rPr lang="en-GB" dirty="0" err="1"/>
              <a:t>ao</a:t>
            </a:r>
            <a:r>
              <a:rPr lang="en-GB" dirty="0"/>
              <a:t> see</a:t>
            </a:r>
          </a:p>
          <a:p>
            <a:r>
              <a:rPr lang="en-GB" dirty="0"/>
              <a:t>So this is legit still.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7A37D16-1552-A14F-5135-C2FD5727216D}"/>
              </a:ext>
            </a:extLst>
          </p:cNvPr>
          <p:cNvCxnSpPr>
            <a:cxnSpLocks/>
          </p:cNvCxnSpPr>
          <p:nvPr/>
        </p:nvCxnSpPr>
        <p:spPr>
          <a:xfrm>
            <a:off x="5899210" y="3415683"/>
            <a:ext cx="3917366" cy="0"/>
          </a:xfrm>
          <a:prstGeom prst="straightConnector1">
            <a:avLst/>
          </a:prstGeom>
          <a:ln>
            <a:headEnd type="diamond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DDF89F7-2A0F-ECD3-6A85-A93E0EE0CE0D}"/>
              </a:ext>
            </a:extLst>
          </p:cNvPr>
          <p:cNvSpPr txBox="1"/>
          <p:nvPr/>
        </p:nvSpPr>
        <p:spPr>
          <a:xfrm>
            <a:off x="20369" y="1316486"/>
            <a:ext cx="195316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Frame = 0.0001s</a:t>
            </a:r>
          </a:p>
          <a:p>
            <a:r>
              <a:rPr lang="en-GB" dirty="0"/>
              <a:t>Total time = 0.25s</a:t>
            </a:r>
          </a:p>
          <a:p>
            <a:r>
              <a:rPr lang="en-GB" dirty="0"/>
              <a:t>R0 = 5cm</a:t>
            </a:r>
          </a:p>
          <a:p>
            <a:r>
              <a:rPr lang="en-GB" dirty="0"/>
              <a:t>L0 = 10m</a:t>
            </a:r>
          </a:p>
          <a:p>
            <a:r>
              <a:rPr lang="en-GB" dirty="0"/>
              <a:t>Tel = 0.4m</a:t>
            </a:r>
          </a:p>
          <a:p>
            <a:r>
              <a:rPr lang="en-GB" dirty="0" err="1"/>
              <a:t>Nxsub</a:t>
            </a:r>
            <a:r>
              <a:rPr lang="en-GB" dirty="0"/>
              <a:t> = 8</a:t>
            </a:r>
          </a:p>
          <a:p>
            <a:r>
              <a:rPr lang="en-GB" dirty="0" err="1"/>
              <a:t>Pxlspersubap</a:t>
            </a:r>
            <a:r>
              <a:rPr lang="en-GB" dirty="0"/>
              <a:t> = 16</a:t>
            </a:r>
          </a:p>
          <a:p>
            <a:r>
              <a:rPr lang="en-GB" dirty="0"/>
              <a:t>dm gain = 1</a:t>
            </a:r>
          </a:p>
          <a:p>
            <a:r>
              <a:rPr lang="en-GB" dirty="0"/>
              <a:t>Vbar5/3=15.11m/s</a:t>
            </a:r>
          </a:p>
          <a:p>
            <a:r>
              <a:rPr lang="en-GB" dirty="0" err="1"/>
              <a:t>Vmin</a:t>
            </a:r>
            <a:r>
              <a:rPr lang="en-GB" dirty="0"/>
              <a:t> = 5m/s</a:t>
            </a:r>
          </a:p>
          <a:p>
            <a:r>
              <a:rPr lang="en-GB" dirty="0"/>
              <a:t>Vmax=34.53</a:t>
            </a:r>
          </a:p>
          <a:p>
            <a:r>
              <a:rPr lang="en-GB" dirty="0"/>
              <a:t>Tau0=1.04ms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1D3F0A5-38CF-2EA1-C6ED-9D1422173A0D}"/>
              </a:ext>
            </a:extLst>
          </p:cNvPr>
          <p:cNvSpPr/>
          <p:nvPr/>
        </p:nvSpPr>
        <p:spPr>
          <a:xfrm>
            <a:off x="714000" y="1270143"/>
            <a:ext cx="1180730" cy="807232"/>
          </a:xfrm>
          <a:prstGeom prst="ellipse">
            <a:avLst/>
          </a:prstGeom>
          <a:noFill/>
          <a:ln w="571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1BCFD2-4C7D-F3C4-40CD-6CBE0439F60B}"/>
              </a:ext>
            </a:extLst>
          </p:cNvPr>
          <p:cNvSpPr txBox="1"/>
          <p:nvPr/>
        </p:nvSpPr>
        <p:spPr>
          <a:xfrm>
            <a:off x="9816576" y="4698654"/>
            <a:ext cx="200907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Pixel shift limit</a:t>
            </a:r>
          </a:p>
          <a:p>
            <a:r>
              <a:rPr lang="en-GB" dirty="0"/>
              <a:t>- Not what happen</a:t>
            </a:r>
            <a:br>
              <a:rPr lang="en-GB" dirty="0"/>
            </a:br>
            <a:r>
              <a:rPr lang="en-GB" dirty="0"/>
              <a:t>physically</a:t>
            </a:r>
          </a:p>
          <a:p>
            <a:r>
              <a:rPr lang="en-GB" dirty="0"/>
              <a:t>- Can be fix by</a:t>
            </a:r>
          </a:p>
          <a:p>
            <a:r>
              <a:rPr lang="en-GB" dirty="0"/>
              <a:t>reducing pixel scale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67C0FB2-CA39-60CC-C65C-6460A3E4817F}"/>
              </a:ext>
            </a:extLst>
          </p:cNvPr>
          <p:cNvCxnSpPr>
            <a:cxnSpLocks/>
          </p:cNvCxnSpPr>
          <p:nvPr/>
        </p:nvCxnSpPr>
        <p:spPr>
          <a:xfrm flipV="1">
            <a:off x="7494228" y="5135905"/>
            <a:ext cx="2322348" cy="24414"/>
          </a:xfrm>
          <a:prstGeom prst="straightConnector1">
            <a:avLst/>
          </a:prstGeom>
          <a:ln>
            <a:headEnd type="diamond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C91CC04-EBD3-377C-BE3C-0102DE002D1A}"/>
              </a:ext>
            </a:extLst>
          </p:cNvPr>
          <p:cNvSpPr txBox="1"/>
          <p:nvPr/>
        </p:nvSpPr>
        <p:spPr>
          <a:xfrm>
            <a:off x="1863000" y="1823155"/>
            <a:ext cx="1608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Correct units??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0772A-06BC-53A2-2686-3796655B7781}"/>
              </a:ext>
            </a:extLst>
          </p:cNvPr>
          <p:cNvSpPr txBox="1"/>
          <p:nvPr/>
        </p:nvSpPr>
        <p:spPr>
          <a:xfrm>
            <a:off x="7423464" y="2192487"/>
            <a:ext cx="16098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400" dirty="0">
                <a:solidFill>
                  <a:srgbClr val="FF0000"/>
                </a:solidFill>
              </a:rPr>
              <a:t>error</a:t>
            </a:r>
          </a:p>
        </p:txBody>
      </p:sp>
    </p:spTree>
    <p:extLst>
      <p:ext uri="{BB962C8B-B14F-4D97-AF65-F5344CB8AC3E}">
        <p14:creationId xmlns:p14="http://schemas.microsoft.com/office/powerpoint/2010/main" val="36674739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477308A-DBC3-4F9D-0124-0F27416E5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022" y="1711463"/>
            <a:ext cx="6891532" cy="45943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EF82F12-41D2-0B94-908F-740B403FD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Turbulence Temporal PSD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B4FBBDF-D1FA-9E49-06BE-E8D5EC8CF5EF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9108489" y="1559182"/>
            <a:ext cx="1469452" cy="266658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E6998E1-E7FD-F0CF-B91F-0178DF9195A0}"/>
              </a:ext>
            </a:extLst>
          </p:cNvPr>
          <p:cNvSpPr txBox="1"/>
          <p:nvPr/>
        </p:nvSpPr>
        <p:spPr>
          <a:xfrm>
            <a:off x="9574846" y="358853"/>
            <a:ext cx="20061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Usual FT limit</a:t>
            </a:r>
          </a:p>
          <a:p>
            <a:r>
              <a:rPr lang="en-GB" dirty="0"/>
              <a:t>Calculation limit</a:t>
            </a:r>
          </a:p>
          <a:p>
            <a:r>
              <a:rPr lang="en-GB" dirty="0"/>
              <a:t>Can be fix by</a:t>
            </a:r>
          </a:p>
          <a:p>
            <a:r>
              <a:rPr lang="en-GB" dirty="0"/>
              <a:t>Increase frame rate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145A6C-A4F8-F2AE-BE81-2980B75E70E7}"/>
              </a:ext>
            </a:extLst>
          </p:cNvPr>
          <p:cNvSpPr txBox="1"/>
          <p:nvPr/>
        </p:nvSpPr>
        <p:spPr>
          <a:xfrm>
            <a:off x="9816576" y="2967335"/>
            <a:ext cx="18957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subap</a:t>
            </a:r>
            <a:r>
              <a:rPr lang="en-GB" dirty="0"/>
              <a:t> shift limit</a:t>
            </a:r>
          </a:p>
          <a:p>
            <a:r>
              <a:rPr lang="en-GB" dirty="0"/>
              <a:t>= is what </a:t>
            </a:r>
            <a:r>
              <a:rPr lang="en-GB" dirty="0" err="1"/>
              <a:t>ao</a:t>
            </a:r>
            <a:r>
              <a:rPr lang="en-GB" dirty="0"/>
              <a:t> see</a:t>
            </a:r>
          </a:p>
          <a:p>
            <a:r>
              <a:rPr lang="en-GB" dirty="0"/>
              <a:t>So this is legit still.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7A37D16-1552-A14F-5135-C2FD5727216D}"/>
              </a:ext>
            </a:extLst>
          </p:cNvPr>
          <p:cNvCxnSpPr>
            <a:cxnSpLocks/>
          </p:cNvCxnSpPr>
          <p:nvPr/>
        </p:nvCxnSpPr>
        <p:spPr>
          <a:xfrm flipV="1">
            <a:off x="7324078" y="3415683"/>
            <a:ext cx="2492498" cy="13317"/>
          </a:xfrm>
          <a:prstGeom prst="straightConnector1">
            <a:avLst/>
          </a:prstGeom>
          <a:ln>
            <a:headEnd type="diamond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DDF89F7-2A0F-ECD3-6A85-A93E0EE0CE0D}"/>
              </a:ext>
            </a:extLst>
          </p:cNvPr>
          <p:cNvSpPr txBox="1"/>
          <p:nvPr/>
        </p:nvSpPr>
        <p:spPr>
          <a:xfrm>
            <a:off x="20369" y="1316486"/>
            <a:ext cx="195316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Frame = 0.000625s</a:t>
            </a:r>
          </a:p>
          <a:p>
            <a:r>
              <a:rPr lang="en-GB" dirty="0"/>
              <a:t>Total time </a:t>
            </a:r>
            <a:r>
              <a:rPr lang="en-GB"/>
              <a:t>= 1s</a:t>
            </a:r>
            <a:endParaRPr lang="en-GB" dirty="0"/>
          </a:p>
          <a:p>
            <a:r>
              <a:rPr lang="en-GB" dirty="0"/>
              <a:t>R0 = 5cm</a:t>
            </a:r>
          </a:p>
          <a:p>
            <a:r>
              <a:rPr lang="en-GB" dirty="0"/>
              <a:t>L0 = 10m</a:t>
            </a:r>
          </a:p>
          <a:p>
            <a:r>
              <a:rPr lang="en-GB" dirty="0"/>
              <a:t>Tel = 0.4m</a:t>
            </a:r>
          </a:p>
          <a:p>
            <a:r>
              <a:rPr lang="en-GB" dirty="0" err="1"/>
              <a:t>Nxsub</a:t>
            </a:r>
            <a:r>
              <a:rPr lang="en-GB" dirty="0"/>
              <a:t> = 8</a:t>
            </a:r>
          </a:p>
          <a:p>
            <a:r>
              <a:rPr lang="en-GB" dirty="0" err="1"/>
              <a:t>Pxlspersubap</a:t>
            </a:r>
            <a:r>
              <a:rPr lang="en-GB" dirty="0"/>
              <a:t> = 16</a:t>
            </a:r>
          </a:p>
          <a:p>
            <a:r>
              <a:rPr lang="en-GB" dirty="0"/>
              <a:t>dm gain = 1</a:t>
            </a:r>
          </a:p>
          <a:p>
            <a:r>
              <a:rPr lang="en-GB" dirty="0"/>
              <a:t>Vbar5/3=15.11m/s</a:t>
            </a:r>
          </a:p>
          <a:p>
            <a:r>
              <a:rPr lang="en-GB" dirty="0" err="1"/>
              <a:t>Vmin</a:t>
            </a:r>
            <a:r>
              <a:rPr lang="en-GB" dirty="0"/>
              <a:t> = 5m/s</a:t>
            </a:r>
          </a:p>
          <a:p>
            <a:r>
              <a:rPr lang="en-GB" dirty="0"/>
              <a:t>Vmax=34.53</a:t>
            </a:r>
          </a:p>
          <a:p>
            <a:r>
              <a:rPr lang="en-GB" dirty="0"/>
              <a:t>Tau0=1.04ms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1D3F0A5-38CF-2EA1-C6ED-9D1422173A0D}"/>
              </a:ext>
            </a:extLst>
          </p:cNvPr>
          <p:cNvSpPr/>
          <p:nvPr/>
        </p:nvSpPr>
        <p:spPr>
          <a:xfrm>
            <a:off x="714000" y="1270143"/>
            <a:ext cx="1180730" cy="807232"/>
          </a:xfrm>
          <a:prstGeom prst="ellipse">
            <a:avLst/>
          </a:prstGeom>
          <a:noFill/>
          <a:ln w="571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1BCFD2-4C7D-F3C4-40CD-6CBE0439F60B}"/>
              </a:ext>
            </a:extLst>
          </p:cNvPr>
          <p:cNvSpPr txBox="1"/>
          <p:nvPr/>
        </p:nvSpPr>
        <p:spPr>
          <a:xfrm>
            <a:off x="9814055" y="4451468"/>
            <a:ext cx="200907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Pixel shift limit</a:t>
            </a:r>
          </a:p>
          <a:p>
            <a:r>
              <a:rPr lang="en-GB" dirty="0"/>
              <a:t>- Not what happen</a:t>
            </a:r>
            <a:br>
              <a:rPr lang="en-GB" dirty="0"/>
            </a:br>
            <a:r>
              <a:rPr lang="en-GB" dirty="0"/>
              <a:t>physically</a:t>
            </a:r>
          </a:p>
          <a:p>
            <a:r>
              <a:rPr lang="en-GB" dirty="0"/>
              <a:t>- Can be fix by</a:t>
            </a:r>
          </a:p>
          <a:p>
            <a:r>
              <a:rPr lang="en-GB" dirty="0"/>
              <a:t>reducing pixel scale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67C0FB2-CA39-60CC-C65C-6460A3E4817F}"/>
              </a:ext>
            </a:extLst>
          </p:cNvPr>
          <p:cNvCxnSpPr>
            <a:cxnSpLocks/>
          </p:cNvCxnSpPr>
          <p:nvPr/>
        </p:nvCxnSpPr>
        <p:spPr>
          <a:xfrm flipV="1">
            <a:off x="9178033" y="4693338"/>
            <a:ext cx="636022" cy="10632"/>
          </a:xfrm>
          <a:prstGeom prst="straightConnector1">
            <a:avLst/>
          </a:prstGeom>
          <a:ln>
            <a:headEnd type="diamond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C91CC04-EBD3-377C-BE3C-0102DE002D1A}"/>
              </a:ext>
            </a:extLst>
          </p:cNvPr>
          <p:cNvSpPr txBox="1"/>
          <p:nvPr/>
        </p:nvSpPr>
        <p:spPr>
          <a:xfrm>
            <a:off x="1863000" y="1823155"/>
            <a:ext cx="1608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Correct units??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91A261-8E4C-7BCB-6644-90B94E96E519}"/>
              </a:ext>
            </a:extLst>
          </p:cNvPr>
          <p:cNvSpPr txBox="1"/>
          <p:nvPr/>
        </p:nvSpPr>
        <p:spPr>
          <a:xfrm>
            <a:off x="5339382" y="1220202"/>
            <a:ext cx="1513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correct</a:t>
            </a:r>
          </a:p>
        </p:txBody>
      </p:sp>
    </p:spTree>
    <p:extLst>
      <p:ext uri="{BB962C8B-B14F-4D97-AF65-F5344CB8AC3E}">
        <p14:creationId xmlns:p14="http://schemas.microsoft.com/office/powerpoint/2010/main" val="2839982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Content Placeholder 14" descr="A picture containing screenshot, colorfulness, line&#10;&#10;Description automatically generated">
            <a:extLst>
              <a:ext uri="{FF2B5EF4-FFF2-40B4-BE49-F238E27FC236}">
                <a16:creationId xmlns:a16="http://schemas.microsoft.com/office/drawing/2014/main" id="{7FBF035B-7E5D-979B-7B25-BDD2A7EABA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579" y="1565380"/>
            <a:ext cx="5022516" cy="4305014"/>
          </a:xfr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463D294-8E22-DBA1-1515-9619181CB489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drop over larger distance on the same </a:t>
            </a:r>
            <a:r>
              <a:rPr lang="en-GB" dirty="0" err="1"/>
              <a:t>wfs</a:t>
            </a:r>
            <a:endParaRPr lang="en-GB" dirty="0"/>
          </a:p>
          <a:p>
            <a:r>
              <a:rPr lang="en-GB" dirty="0"/>
              <a:t>shift by the distance because 1&amp;2 pointing on different direction</a:t>
            </a:r>
          </a:p>
          <a:p>
            <a:r>
              <a:rPr lang="en-GB" dirty="0"/>
              <a:t>No correlation on independent axis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05477A-B330-185B-DA16-629378A1C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Slope covariance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88E8C4-F95F-E05A-1AC0-CCEFC5D80630}"/>
              </a:ext>
            </a:extLst>
          </p:cNvPr>
          <p:cNvSpPr txBox="1"/>
          <p:nvPr/>
        </p:nvSpPr>
        <p:spPr>
          <a:xfrm>
            <a:off x="1271277" y="1555434"/>
            <a:ext cx="867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WFS1 x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CDF906-D13F-CD7C-3794-5A89616D688E}"/>
              </a:ext>
            </a:extLst>
          </p:cNvPr>
          <p:cNvSpPr/>
          <p:nvPr/>
        </p:nvSpPr>
        <p:spPr>
          <a:xfrm>
            <a:off x="2138759" y="1547623"/>
            <a:ext cx="1798759" cy="3593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C01D3A-4903-7FBF-20A0-4709CA76F99D}"/>
              </a:ext>
            </a:extLst>
          </p:cNvPr>
          <p:cNvSpPr txBox="1"/>
          <p:nvPr/>
        </p:nvSpPr>
        <p:spPr>
          <a:xfrm>
            <a:off x="3077945" y="1529867"/>
            <a:ext cx="867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WFS2 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B071F3-0998-14D8-A9A6-BC3139DFFBFA}"/>
              </a:ext>
            </a:extLst>
          </p:cNvPr>
          <p:cNvSpPr txBox="1"/>
          <p:nvPr/>
        </p:nvSpPr>
        <p:spPr>
          <a:xfrm>
            <a:off x="2205655" y="1538745"/>
            <a:ext cx="872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WFS1 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4B5D47-25F1-9573-E32D-B3866080A66B}"/>
              </a:ext>
            </a:extLst>
          </p:cNvPr>
          <p:cNvSpPr txBox="1"/>
          <p:nvPr/>
        </p:nvSpPr>
        <p:spPr>
          <a:xfrm>
            <a:off x="3937518" y="1529867"/>
            <a:ext cx="872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WFS2 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DA2E8A-E993-3FBC-5CFA-74D76DCAD5CA}"/>
              </a:ext>
            </a:extLst>
          </p:cNvPr>
          <p:cNvSpPr txBox="1"/>
          <p:nvPr/>
        </p:nvSpPr>
        <p:spPr>
          <a:xfrm>
            <a:off x="81854" y="2169473"/>
            <a:ext cx="867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WFS1 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D011B6-AF03-88C2-3A97-F7BC43F5FF7C}"/>
              </a:ext>
            </a:extLst>
          </p:cNvPr>
          <p:cNvSpPr txBox="1"/>
          <p:nvPr/>
        </p:nvSpPr>
        <p:spPr>
          <a:xfrm>
            <a:off x="47187" y="3105973"/>
            <a:ext cx="872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WFS1 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31A472-083F-B705-D607-571CF96C3606}"/>
              </a:ext>
            </a:extLst>
          </p:cNvPr>
          <p:cNvSpPr txBox="1"/>
          <p:nvPr/>
        </p:nvSpPr>
        <p:spPr>
          <a:xfrm>
            <a:off x="0" y="3857807"/>
            <a:ext cx="867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WFS2 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AF7059-C3F9-8661-0D38-C455C1C8EF36}"/>
              </a:ext>
            </a:extLst>
          </p:cNvPr>
          <p:cNvSpPr txBox="1"/>
          <p:nvPr/>
        </p:nvSpPr>
        <p:spPr>
          <a:xfrm>
            <a:off x="8653" y="4679434"/>
            <a:ext cx="872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WFS2 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41EC22-1793-CB25-62E4-1BA5CD4EDF3B}"/>
              </a:ext>
            </a:extLst>
          </p:cNvPr>
          <p:cNvSpPr txBox="1"/>
          <p:nvPr/>
        </p:nvSpPr>
        <p:spPr>
          <a:xfrm>
            <a:off x="5972292" y="89973"/>
            <a:ext cx="5922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Need to reshape covariance to pupil shape for better analysis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9F3CF02-F8B3-DE43-3C9D-16E755403CDF}"/>
              </a:ext>
            </a:extLst>
          </p:cNvPr>
          <p:cNvCxnSpPr>
            <a:cxnSpLocks/>
          </p:cNvCxnSpPr>
          <p:nvPr/>
        </p:nvCxnSpPr>
        <p:spPr>
          <a:xfrm flipH="1">
            <a:off x="1917577" y="1899199"/>
            <a:ext cx="4522330" cy="38343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7714A25-C944-F956-046F-71A03118435E}"/>
              </a:ext>
            </a:extLst>
          </p:cNvPr>
          <p:cNvCxnSpPr>
            <a:cxnSpLocks/>
          </p:cNvCxnSpPr>
          <p:nvPr/>
        </p:nvCxnSpPr>
        <p:spPr>
          <a:xfrm flipH="1" flipV="1">
            <a:off x="3639845" y="2538805"/>
            <a:ext cx="2800062" cy="74593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D63A107-EC55-5298-7C79-20036FE2FBE5}"/>
              </a:ext>
            </a:extLst>
          </p:cNvPr>
          <p:cNvCxnSpPr>
            <a:cxnSpLocks/>
          </p:cNvCxnSpPr>
          <p:nvPr/>
        </p:nvCxnSpPr>
        <p:spPr>
          <a:xfrm flipH="1" flipV="1">
            <a:off x="2805344" y="2538805"/>
            <a:ext cx="3527680" cy="232529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87F72BC9-FAF8-528B-5A28-C0DC99CA123D}"/>
              </a:ext>
            </a:extLst>
          </p:cNvPr>
          <p:cNvSpPr txBox="1"/>
          <p:nvPr/>
        </p:nvSpPr>
        <p:spPr>
          <a:xfrm>
            <a:off x="5690013" y="458090"/>
            <a:ext cx="56387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nIters</a:t>
            </a:r>
            <a:r>
              <a:rPr lang="en-GB" dirty="0"/>
              <a:t> = 1000, </a:t>
            </a:r>
            <a:r>
              <a:rPr lang="en-GB" dirty="0" err="1"/>
              <a:t>loopTime</a:t>
            </a:r>
            <a:r>
              <a:rPr lang="en-GB" dirty="0"/>
              <a:t>=0.0025, </a:t>
            </a:r>
            <a:r>
              <a:rPr lang="en-GB" dirty="0" err="1"/>
              <a:t>scrnHeights</a:t>
            </a:r>
            <a:r>
              <a:rPr lang="en-GB" dirty="0"/>
              <a:t>=[20km],</a:t>
            </a:r>
          </a:p>
          <a:p>
            <a:r>
              <a:rPr lang="en-GB" dirty="0" err="1"/>
              <a:t>windDirs</a:t>
            </a:r>
            <a:r>
              <a:rPr lang="en-GB" dirty="0"/>
              <a:t> = 90, r0=0.05, </a:t>
            </a:r>
            <a:r>
              <a:rPr lang="en-GB" dirty="0" err="1"/>
              <a:t>windSpeeds</a:t>
            </a:r>
            <a:r>
              <a:rPr lang="en-GB" dirty="0"/>
              <a:t> = 17.94m/s, L0=10m,</a:t>
            </a:r>
          </a:p>
          <a:p>
            <a:r>
              <a:rPr lang="en-GB" dirty="0"/>
              <a:t>Tel=0.4m, </a:t>
            </a:r>
            <a:r>
              <a:rPr lang="en-GB" dirty="0" err="1"/>
              <a:t>subapFOV</a:t>
            </a:r>
            <a:r>
              <a:rPr lang="en-GB" dirty="0"/>
              <a:t>=16”, </a:t>
            </a:r>
            <a:r>
              <a:rPr lang="en-GB" dirty="0" err="1"/>
              <a:t>nxSubaps</a:t>
            </a:r>
            <a:r>
              <a:rPr lang="en-GB" dirty="0"/>
              <a:t>=8, </a:t>
            </a:r>
            <a:r>
              <a:rPr lang="en-GB" dirty="0" err="1"/>
              <a:t>pxlsPerSubap</a:t>
            </a:r>
            <a:r>
              <a:rPr lang="en-GB" dirty="0"/>
              <a:t>=16,</a:t>
            </a:r>
          </a:p>
          <a:p>
            <a:r>
              <a:rPr lang="en-GB" dirty="0" err="1"/>
              <a:t>GSPosition</a:t>
            </a:r>
            <a:r>
              <a:rPr lang="en-GB" dirty="0"/>
              <a:t> = [0,1”] &amp; [0,-1”]</a:t>
            </a:r>
          </a:p>
        </p:txBody>
      </p:sp>
    </p:spTree>
    <p:extLst>
      <p:ext uri="{BB962C8B-B14F-4D97-AF65-F5344CB8AC3E}">
        <p14:creationId xmlns:p14="http://schemas.microsoft.com/office/powerpoint/2010/main" val="17686947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ABD287C-612F-3B85-CCA0-E10916E5B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am I doing again?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F9322E-C170-5F79-1BF6-EF1C76266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Usually </a:t>
            </a:r>
            <a:r>
              <a:rPr lang="en-GB" dirty="0" err="1"/>
              <a:t>slodar</a:t>
            </a:r>
            <a:r>
              <a:rPr lang="en-GB" dirty="0"/>
              <a:t> is in open loop</a:t>
            </a:r>
          </a:p>
          <a:p>
            <a:r>
              <a:rPr lang="en-GB" dirty="0"/>
              <a:t>Solar </a:t>
            </a:r>
            <a:r>
              <a:rPr lang="en-GB" dirty="0" err="1"/>
              <a:t>mcao</a:t>
            </a:r>
            <a:r>
              <a:rPr lang="en-GB" dirty="0"/>
              <a:t> have data in close loop</a:t>
            </a:r>
          </a:p>
          <a:p>
            <a:r>
              <a:rPr lang="en-GB" dirty="0"/>
              <a:t>Solar </a:t>
            </a:r>
            <a:r>
              <a:rPr lang="en-GB" dirty="0" err="1"/>
              <a:t>ao</a:t>
            </a:r>
            <a:r>
              <a:rPr lang="en-GB" dirty="0"/>
              <a:t> want to have </a:t>
            </a:r>
            <a:r>
              <a:rPr lang="en-GB" dirty="0" err="1"/>
              <a:t>slodar</a:t>
            </a:r>
            <a:r>
              <a:rPr lang="en-GB" dirty="0"/>
              <a:t> measurement along with it</a:t>
            </a:r>
          </a:p>
          <a:p>
            <a:r>
              <a:rPr lang="en-GB" dirty="0"/>
              <a:t>Why solar </a:t>
            </a:r>
            <a:r>
              <a:rPr lang="en-GB" dirty="0" err="1"/>
              <a:t>ao</a:t>
            </a:r>
            <a:r>
              <a:rPr lang="en-GB" dirty="0"/>
              <a:t> wants </a:t>
            </a:r>
            <a:r>
              <a:rPr lang="en-GB" dirty="0" err="1"/>
              <a:t>slodar</a:t>
            </a:r>
            <a:r>
              <a:rPr lang="en-GB" dirty="0"/>
              <a:t> measurement?</a:t>
            </a:r>
          </a:p>
          <a:p>
            <a:pPr lvl="1"/>
            <a:r>
              <a:rPr lang="en-GB" dirty="0"/>
              <a:t>Profiling has more details in elevation</a:t>
            </a:r>
          </a:p>
          <a:p>
            <a:pPr lvl="1"/>
            <a:r>
              <a:rPr lang="en-GB" b="1" u="sng" dirty="0"/>
              <a:t>Do literature research on this</a:t>
            </a:r>
          </a:p>
          <a:p>
            <a:r>
              <a:rPr lang="en-GB" dirty="0"/>
              <a:t>That’s why it has to be pseudo open loop</a:t>
            </a:r>
          </a:p>
          <a:p>
            <a:endParaRPr lang="en-GB" dirty="0"/>
          </a:p>
          <a:p>
            <a:r>
              <a:rPr lang="en-GB" dirty="0" err="1"/>
              <a:t>Slodar</a:t>
            </a:r>
            <a:r>
              <a:rPr lang="en-GB" dirty="0"/>
              <a:t> in pseudo open loop</a:t>
            </a:r>
          </a:p>
          <a:p>
            <a:endParaRPr lang="en-GB" dirty="0"/>
          </a:p>
          <a:p>
            <a:r>
              <a:rPr lang="en-GB" dirty="0"/>
              <a:t>Pseudo-open loop = close loop slope + dm shape</a:t>
            </a:r>
          </a:p>
          <a:p>
            <a:r>
              <a:rPr lang="en-GB" dirty="0"/>
              <a:t>In </a:t>
            </a:r>
            <a:r>
              <a:rPr lang="en-GB" dirty="0" err="1"/>
              <a:t>mcao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384911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53D81-A5DC-A26A-494C-175D57A33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D545B-41A0-D604-10E8-BF221D931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 err="1"/>
              <a:t>Im</a:t>
            </a:r>
            <a:r>
              <a:rPr lang="en-GB" dirty="0"/>
              <a:t> confident with soapy now</a:t>
            </a:r>
          </a:p>
          <a:p>
            <a:r>
              <a:rPr lang="en-GB" dirty="0"/>
              <a:t>Now the </a:t>
            </a:r>
            <a:r>
              <a:rPr lang="en-GB" dirty="0" err="1"/>
              <a:t>slodar</a:t>
            </a:r>
            <a:r>
              <a:rPr lang="en-GB" dirty="0"/>
              <a:t> test run / study in open loop</a:t>
            </a:r>
          </a:p>
          <a:p>
            <a:pPr lvl="1"/>
            <a:r>
              <a:rPr lang="en-GB" dirty="0"/>
              <a:t>Check with people</a:t>
            </a:r>
          </a:p>
          <a:p>
            <a:endParaRPr lang="en-GB" dirty="0"/>
          </a:p>
          <a:p>
            <a:r>
              <a:rPr lang="en-GB" dirty="0"/>
              <a:t>Research why am I doing this/importance</a:t>
            </a:r>
          </a:p>
          <a:p>
            <a:endParaRPr lang="en-GB" dirty="0"/>
          </a:p>
          <a:p>
            <a:r>
              <a:rPr lang="en-GB" dirty="0"/>
              <a:t>Compare </a:t>
            </a:r>
            <a:r>
              <a:rPr lang="en-GB" dirty="0" err="1"/>
              <a:t>slodar</a:t>
            </a:r>
            <a:r>
              <a:rPr lang="en-GB" dirty="0"/>
              <a:t> in open loop vs pseudo open loop</a:t>
            </a:r>
          </a:p>
          <a:p>
            <a:pPr lvl="1"/>
            <a:r>
              <a:rPr lang="en-GB" dirty="0"/>
              <a:t>Pseudo open loop </a:t>
            </a:r>
          </a:p>
          <a:p>
            <a:pPr lvl="1"/>
            <a:endParaRPr lang="en-GB" dirty="0"/>
          </a:p>
          <a:p>
            <a:r>
              <a:rPr lang="en-GB" dirty="0" err="1"/>
              <a:t>Slodar</a:t>
            </a:r>
            <a:r>
              <a:rPr lang="en-GB" dirty="0"/>
              <a:t> without propagation </a:t>
            </a:r>
            <a:r>
              <a:rPr lang="en-GB" dirty="0">
                <a:sym typeface="Wingdings" panose="05000000000000000000" pitchFamily="2" charset="2"/>
              </a:rPr>
              <a:t> general cases</a:t>
            </a:r>
            <a:endParaRPr lang="en-GB" dirty="0"/>
          </a:p>
          <a:p>
            <a:r>
              <a:rPr lang="en-GB" dirty="0" err="1"/>
              <a:t>Slodar</a:t>
            </a:r>
            <a:r>
              <a:rPr lang="en-GB" dirty="0"/>
              <a:t> with propagation in atmosphere </a:t>
            </a:r>
            <a:r>
              <a:rPr lang="en-GB" dirty="0">
                <a:sym typeface="Wingdings" panose="05000000000000000000" pitchFamily="2" charset="2"/>
              </a:rPr>
              <a:t> open loop  Ryan</a:t>
            </a:r>
            <a:endParaRPr lang="en-GB" dirty="0"/>
          </a:p>
          <a:p>
            <a:r>
              <a:rPr lang="en-GB" dirty="0" err="1"/>
              <a:t>Slodar</a:t>
            </a:r>
            <a:r>
              <a:rPr lang="en-GB" dirty="0"/>
              <a:t> with propagation in atmosphere and </a:t>
            </a:r>
            <a:r>
              <a:rPr lang="en-GB" dirty="0" err="1"/>
              <a:t>dms</a:t>
            </a:r>
            <a:r>
              <a:rPr lang="en-GB" dirty="0"/>
              <a:t> </a:t>
            </a:r>
            <a:r>
              <a:rPr lang="en-GB" dirty="0">
                <a:sym typeface="Wingdings" panose="05000000000000000000" pitchFamily="2" charset="2"/>
              </a:rPr>
              <a:t> pseudo open loop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6007268"/>
      </p:ext>
    </p:extLst>
  </p:cSld>
  <p:clrMapOvr>
    <a:masterClrMapping/>
  </p:clrMapOvr>
</p:sld>
</file>

<file path=ppt/theme/theme1.xml><?xml version="1.0" encoding="utf-8"?>
<a:theme xmlns:a="http://schemas.openxmlformats.org/drawingml/2006/main" name="CfAI_adjusted2">
  <a:themeElements>
    <a:clrScheme name="Durham University">
      <a:dk1>
        <a:srgbClr val="002A41"/>
      </a:dk1>
      <a:lt1>
        <a:sysClr val="window" lastClr="FFFFFF"/>
      </a:lt1>
      <a:dk2>
        <a:srgbClr val="54145A"/>
      </a:dk2>
      <a:lt2>
        <a:srgbClr val="CBA8B1"/>
      </a:lt2>
      <a:accent1>
        <a:srgbClr val="00AEEF"/>
      </a:accent1>
      <a:accent2>
        <a:srgbClr val="A5C8D0"/>
      </a:accent2>
      <a:accent3>
        <a:srgbClr val="AFA961"/>
      </a:accent3>
      <a:accent4>
        <a:srgbClr val="B3BDB1"/>
      </a:accent4>
      <a:accent5>
        <a:srgbClr val="FFD53A"/>
      </a:accent5>
      <a:accent6>
        <a:srgbClr val="DACDA2"/>
      </a:accent6>
      <a:hlink>
        <a:srgbClr val="BE1E2D"/>
      </a:hlink>
      <a:folHlink>
        <a:srgbClr val="B6AAA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CfAI_adjusted2" id="{330A87AC-0CCF-4691-82D1-6C0E7B571CC6}" vid="{612D3B6C-4B9C-4F13-BE5E-D04E4ECCB19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CfAI_adjusted2</Template>
  <TotalTime>1302</TotalTime>
  <Words>917</Words>
  <Application>Microsoft Office PowerPoint</Application>
  <PresentationFormat>Widescreen</PresentationFormat>
  <Paragraphs>225</Paragraphs>
  <Slides>14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Lucida Grande</vt:lpstr>
      <vt:lpstr>CfAI_adjusted2</vt:lpstr>
      <vt:lpstr>Checking SOAPY simulation</vt:lpstr>
      <vt:lpstr>Includes</vt:lpstr>
      <vt:lpstr>Review of 22/05/2023 meeting</vt:lpstr>
      <vt:lpstr>Review of 22/05/2023 meeting</vt:lpstr>
      <vt:lpstr>Effect of SVD on reconstructor performance</vt:lpstr>
      <vt:lpstr>Temporal error</vt:lpstr>
      <vt:lpstr>Turbulence Temporal PSD</vt:lpstr>
      <vt:lpstr>Turbulence Temporal PSD</vt:lpstr>
      <vt:lpstr>Turbulence Temporal PSD</vt:lpstr>
      <vt:lpstr>Turbulence Temporal PSD</vt:lpstr>
      <vt:lpstr>Turbulence Temporal PSD</vt:lpstr>
      <vt:lpstr>Slope covariance</vt:lpstr>
      <vt:lpstr>What am I doing again?</vt:lpstr>
      <vt:lpstr>Note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Checking SOAPY simulation</dc:title>
  <dc:creator>KONGKAEW, PUTTIWAT</dc:creator>
  <cp:lastModifiedBy>KONGKAEW, PUTTIWAT</cp:lastModifiedBy>
  <cp:revision>1</cp:revision>
  <dcterms:created xsi:type="dcterms:W3CDTF">2023-05-19T07:23:02Z</dcterms:created>
  <dcterms:modified xsi:type="dcterms:W3CDTF">2023-06-05T14:31:26Z</dcterms:modified>
</cp:coreProperties>
</file>