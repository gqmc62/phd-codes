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7" r:id="rId5"/>
    <p:sldId id="278" r:id="rId6"/>
    <p:sldId id="289" r:id="rId7"/>
    <p:sldId id="276" r:id="rId8"/>
    <p:sldId id="279" r:id="rId9"/>
    <p:sldId id="290" r:id="rId10"/>
    <p:sldId id="282" r:id="rId11"/>
    <p:sldId id="283" r:id="rId12"/>
    <p:sldId id="284" r:id="rId13"/>
    <p:sldId id="286" r:id="rId14"/>
    <p:sldId id="280" r:id="rId15"/>
    <p:sldId id="287" r:id="rId16"/>
    <p:sldId id="28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6D7142-ED1B-402A-A8AD-284B78788154}" v="14" dt="2025-08-27T11:21:18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A21DEF96-7496-48B8-A3A1-402B3D553767}"/>
    <pc:docChg chg="undo redo custSel addSld delSld modSld">
      <pc:chgData name="KONGKAEW, PUTTIWAT" userId="a8adac1e-848f-4d84-b961-6a7ffb648b49" providerId="ADAL" clId="{A21DEF96-7496-48B8-A3A1-402B3D553767}" dt="2023-06-05T14:31:22.289" v="6251" actId="20577"/>
      <pc:docMkLst>
        <pc:docMk/>
      </pc:docMkLst>
      <pc:sldChg chg="modSp mod">
        <pc:chgData name="KONGKAEW, PUTTIWAT" userId="a8adac1e-848f-4d84-b961-6a7ffb648b49" providerId="ADAL" clId="{A21DEF96-7496-48B8-A3A1-402B3D553767}" dt="2023-06-01T13:35:10.131" v="2747" actId="20577"/>
        <pc:sldMkLst>
          <pc:docMk/>
          <pc:sldMk cId="1377385226" sldId="256"/>
        </pc:sldMkLst>
      </pc:sldChg>
      <pc:sldChg chg="modSp mod">
        <pc:chgData name="KONGKAEW, PUTTIWAT" userId="a8adac1e-848f-4d84-b961-6a7ffb648b49" providerId="ADAL" clId="{A21DEF96-7496-48B8-A3A1-402B3D553767}" dt="2023-06-01T10:31:52.533" v="55" actId="20577"/>
        <pc:sldMkLst>
          <pc:docMk/>
          <pc:sldMk cId="941823532" sldId="257"/>
        </pc:sldMkLst>
      </pc:sldChg>
      <pc:sldChg chg="modSp mod">
        <pc:chgData name="KONGKAEW, PUTTIWAT" userId="a8adac1e-848f-4d84-b961-6a7ffb648b49" providerId="ADAL" clId="{A21DEF96-7496-48B8-A3A1-402B3D553767}" dt="2023-06-01T10:40:24.077" v="1043" actId="207"/>
        <pc:sldMkLst>
          <pc:docMk/>
          <pc:sldMk cId="2308169934" sldId="258"/>
        </pc:sldMkLst>
      </pc:sldChg>
      <pc:sldChg chg="del">
        <pc:chgData name="KONGKAEW, PUTTIWAT" userId="a8adac1e-848f-4d84-b961-6a7ffb648b49" providerId="ADAL" clId="{A21DEF96-7496-48B8-A3A1-402B3D553767}" dt="2023-06-01T10:41:16.360" v="1179" actId="47"/>
        <pc:sldMkLst>
          <pc:docMk/>
          <pc:sldMk cId="1589057834" sldId="259"/>
        </pc:sldMkLst>
      </pc:sldChg>
      <pc:sldChg chg="del">
        <pc:chgData name="KONGKAEW, PUTTIWAT" userId="a8adac1e-848f-4d84-b961-6a7ffb648b49" providerId="ADAL" clId="{A21DEF96-7496-48B8-A3A1-402B3D553767}" dt="2023-06-01T10:41:26.084" v="1181" actId="47"/>
        <pc:sldMkLst>
          <pc:docMk/>
          <pc:sldMk cId="3512462657" sldId="260"/>
        </pc:sldMkLst>
      </pc:sldChg>
      <pc:sldChg chg="del">
        <pc:chgData name="KONGKAEW, PUTTIWAT" userId="a8adac1e-848f-4d84-b961-6a7ffb648b49" providerId="ADAL" clId="{A21DEF96-7496-48B8-A3A1-402B3D553767}" dt="2023-06-01T10:41:39.194" v="1184" actId="47"/>
        <pc:sldMkLst>
          <pc:docMk/>
          <pc:sldMk cId="2826037868" sldId="262"/>
        </pc:sldMkLst>
      </pc:sldChg>
      <pc:sldChg chg="del">
        <pc:chgData name="KONGKAEW, PUTTIWAT" userId="a8adac1e-848f-4d84-b961-6a7ffb648b49" providerId="ADAL" clId="{A21DEF96-7496-48B8-A3A1-402B3D553767}" dt="2023-06-01T10:41:36.894" v="1182" actId="47"/>
        <pc:sldMkLst>
          <pc:docMk/>
          <pc:sldMk cId="4010335364" sldId="263"/>
        </pc:sldMkLst>
      </pc:sldChg>
      <pc:sldChg chg="del">
        <pc:chgData name="KONGKAEW, PUTTIWAT" userId="a8adac1e-848f-4d84-b961-6a7ffb648b49" providerId="ADAL" clId="{A21DEF96-7496-48B8-A3A1-402B3D553767}" dt="2023-06-01T10:41:23.727" v="1180" actId="47"/>
        <pc:sldMkLst>
          <pc:docMk/>
          <pc:sldMk cId="4196541916" sldId="264"/>
        </pc:sldMkLst>
      </pc:sldChg>
      <pc:sldChg chg="del">
        <pc:chgData name="KONGKAEW, PUTTIWAT" userId="a8adac1e-848f-4d84-b961-6a7ffb648b49" providerId="ADAL" clId="{A21DEF96-7496-48B8-A3A1-402B3D553767}" dt="2023-06-01T10:41:37.910" v="1183" actId="47"/>
        <pc:sldMkLst>
          <pc:docMk/>
          <pc:sldMk cId="2311548782" sldId="265"/>
        </pc:sldMkLst>
      </pc:sldChg>
      <pc:sldChg chg="del">
        <pc:chgData name="KONGKAEW, PUTTIWAT" userId="a8adac1e-848f-4d84-b961-6a7ffb648b49" providerId="ADAL" clId="{A21DEF96-7496-48B8-A3A1-402B3D553767}" dt="2023-06-01T10:41:40.060" v="1185" actId="47"/>
        <pc:sldMkLst>
          <pc:docMk/>
          <pc:sldMk cId="2129425839" sldId="267"/>
        </pc:sldMkLst>
      </pc:sldChg>
      <pc:sldChg chg="del">
        <pc:chgData name="KONGKAEW, PUTTIWAT" userId="a8adac1e-848f-4d84-b961-6a7ffb648b49" providerId="ADAL" clId="{A21DEF96-7496-48B8-A3A1-402B3D553767}" dt="2023-06-01T10:41:42.427" v="1186" actId="47"/>
        <pc:sldMkLst>
          <pc:docMk/>
          <pc:sldMk cId="2224687866" sldId="268"/>
        </pc:sldMkLst>
      </pc:sldChg>
      <pc:sldChg chg="del">
        <pc:chgData name="KONGKAEW, PUTTIWAT" userId="a8adac1e-848f-4d84-b961-6a7ffb648b49" providerId="ADAL" clId="{A21DEF96-7496-48B8-A3A1-402B3D553767}" dt="2023-06-01T10:41:43.992" v="1187" actId="47"/>
        <pc:sldMkLst>
          <pc:docMk/>
          <pc:sldMk cId="2363607066" sldId="269"/>
        </pc:sldMkLst>
      </pc:sldChg>
      <pc:sldChg chg="del">
        <pc:chgData name="KONGKAEW, PUTTIWAT" userId="a8adac1e-848f-4d84-b961-6a7ffb648b49" providerId="ADAL" clId="{A21DEF96-7496-48B8-A3A1-402B3D553767}" dt="2023-06-01T10:41:45.548" v="1188" actId="47"/>
        <pc:sldMkLst>
          <pc:docMk/>
          <pc:sldMk cId="1627907822" sldId="270"/>
        </pc:sldMkLst>
      </pc:sldChg>
      <pc:sldChg chg="del">
        <pc:chgData name="KONGKAEW, PUTTIWAT" userId="a8adac1e-848f-4d84-b961-6a7ffb648b49" providerId="ADAL" clId="{A21DEF96-7496-48B8-A3A1-402B3D553767}" dt="2023-06-01T10:41:46.801" v="1189" actId="47"/>
        <pc:sldMkLst>
          <pc:docMk/>
          <pc:sldMk cId="4182190792" sldId="271"/>
        </pc:sldMkLst>
      </pc:sldChg>
      <pc:sldChg chg="del">
        <pc:chgData name="KONGKAEW, PUTTIWAT" userId="a8adac1e-848f-4d84-b961-6a7ffb648b49" providerId="ADAL" clId="{A21DEF96-7496-48B8-A3A1-402B3D553767}" dt="2023-06-01T10:41:48.860" v="1190" actId="47"/>
        <pc:sldMkLst>
          <pc:docMk/>
          <pc:sldMk cId="228672105" sldId="272"/>
        </pc:sldMkLst>
      </pc:sldChg>
      <pc:sldChg chg="del">
        <pc:chgData name="KONGKAEW, PUTTIWAT" userId="a8adac1e-848f-4d84-b961-6a7ffb648b49" providerId="ADAL" clId="{A21DEF96-7496-48B8-A3A1-402B3D553767}" dt="2023-06-01T10:52:24.534" v="1391" actId="47"/>
        <pc:sldMkLst>
          <pc:docMk/>
          <pc:sldMk cId="3517991577" sldId="273"/>
        </pc:sldMkLst>
      </pc:sldChg>
      <pc:sldChg chg="del">
        <pc:chgData name="KONGKAEW, PUTTIWAT" userId="a8adac1e-848f-4d84-b961-6a7ffb648b49" providerId="ADAL" clId="{A21DEF96-7496-48B8-A3A1-402B3D553767}" dt="2023-06-01T10:41:51.444" v="1191" actId="47"/>
        <pc:sldMkLst>
          <pc:docMk/>
          <pc:sldMk cId="1700130594" sldId="274"/>
        </pc:sldMkLst>
      </pc:sldChg>
      <pc:sldChg chg="del">
        <pc:chgData name="KONGKAEW, PUTTIWAT" userId="a8adac1e-848f-4d84-b961-6a7ffb648b49" providerId="ADAL" clId="{A21DEF96-7496-48B8-A3A1-402B3D553767}" dt="2023-06-01T10:41:54.550" v="1192" actId="47"/>
        <pc:sldMkLst>
          <pc:docMk/>
          <pc:sldMk cId="305923836" sldId="275"/>
        </pc:sldMkLst>
      </pc:sldChg>
      <pc:sldChg chg="addSp delSp modSp mod">
        <pc:chgData name="KONGKAEW, PUTTIWAT" userId="a8adac1e-848f-4d84-b961-6a7ffb648b49" providerId="ADAL" clId="{A21DEF96-7496-48B8-A3A1-402B3D553767}" dt="2023-06-05T14:07:08.588" v="5143" actId="20577"/>
        <pc:sldMkLst>
          <pc:docMk/>
          <pc:sldMk cId="416478540" sldId="276"/>
        </pc:sldMkLst>
      </pc:sldChg>
      <pc:sldChg chg="modSp add mod">
        <pc:chgData name="KONGKAEW, PUTTIWAT" userId="a8adac1e-848f-4d84-b961-6a7ffb648b49" providerId="ADAL" clId="{A21DEF96-7496-48B8-A3A1-402B3D553767}" dt="2023-06-01T13:35:36.025" v="2758" actId="20577"/>
        <pc:sldMkLst>
          <pc:docMk/>
          <pc:sldMk cId="3779044100" sldId="277"/>
        </pc:sldMkLst>
      </pc:sldChg>
      <pc:sldChg chg="addSp delSp modSp new mod modClrScheme chgLayout">
        <pc:chgData name="KONGKAEW, PUTTIWAT" userId="a8adac1e-848f-4d84-b961-6a7ffb648b49" providerId="ADAL" clId="{A21DEF96-7496-48B8-A3A1-402B3D553767}" dt="2023-06-01T11:09:59.046" v="1927" actId="478"/>
        <pc:sldMkLst>
          <pc:docMk/>
          <pc:sldMk cId="1682281845" sldId="278"/>
        </pc:sldMkLst>
      </pc:sldChg>
      <pc:sldChg chg="addSp delSp modSp new mod">
        <pc:chgData name="KONGKAEW, PUTTIWAT" userId="a8adac1e-848f-4d84-b961-6a7ffb648b49" providerId="ADAL" clId="{A21DEF96-7496-48B8-A3A1-402B3D553767}" dt="2023-06-01T18:57:38.906" v="5042" actId="1076"/>
        <pc:sldMkLst>
          <pc:docMk/>
          <pc:sldMk cId="2121097594" sldId="279"/>
        </pc:sldMkLst>
      </pc:sldChg>
      <pc:sldChg chg="addSp delSp modSp new mod modClrScheme chgLayout">
        <pc:chgData name="KONGKAEW, PUTTIWAT" userId="a8adac1e-848f-4d84-b961-6a7ffb648b49" providerId="ADAL" clId="{A21DEF96-7496-48B8-A3A1-402B3D553767}" dt="2023-06-01T14:10:25.950" v="3303" actId="1076"/>
        <pc:sldMkLst>
          <pc:docMk/>
          <pc:sldMk cId="1768694738" sldId="280"/>
        </pc:sldMkLst>
      </pc:sldChg>
      <pc:sldChg chg="addSp delSp modSp new del mod modClrScheme chgLayout">
        <pc:chgData name="KONGKAEW, PUTTIWAT" userId="a8adac1e-848f-4d84-b961-6a7ffb648b49" providerId="ADAL" clId="{A21DEF96-7496-48B8-A3A1-402B3D553767}" dt="2023-06-05T14:25:19.597" v="5700" actId="47"/>
        <pc:sldMkLst>
          <pc:docMk/>
          <pc:sldMk cId="1305184517" sldId="281"/>
        </pc:sldMkLst>
      </pc:sldChg>
      <pc:sldChg chg="addSp delSp modSp add del mod modShow">
        <pc:chgData name="KONGKAEW, PUTTIWAT" userId="a8adac1e-848f-4d84-b961-6a7ffb648b49" providerId="ADAL" clId="{A21DEF96-7496-48B8-A3A1-402B3D553767}" dt="2023-06-01T18:57:46.283" v="5044" actId="1076"/>
        <pc:sldMkLst>
          <pc:docMk/>
          <pc:sldMk cId="365343772" sldId="282"/>
        </pc:sldMkLst>
      </pc:sldChg>
      <pc:sldChg chg="addSp delSp modSp add mod modShow">
        <pc:chgData name="KONGKAEW, PUTTIWAT" userId="a8adac1e-848f-4d84-b961-6a7ffb648b49" providerId="ADAL" clId="{A21DEF96-7496-48B8-A3A1-402B3D553767}" dt="2023-06-01T18:57:48.504" v="5045"/>
        <pc:sldMkLst>
          <pc:docMk/>
          <pc:sldMk cId="947967762" sldId="283"/>
        </pc:sldMkLst>
      </pc:sldChg>
      <pc:sldChg chg="addSp delSp modSp add del mod">
        <pc:chgData name="KONGKAEW, PUTTIWAT" userId="a8adac1e-848f-4d84-b961-6a7ffb648b49" providerId="ADAL" clId="{A21DEF96-7496-48B8-A3A1-402B3D553767}" dt="2023-06-01T17:54:48.428" v="4568" actId="47"/>
        <pc:sldMkLst>
          <pc:docMk/>
          <pc:sldMk cId="995575786" sldId="283"/>
        </pc:sldMkLst>
      </pc:sldChg>
      <pc:sldChg chg="delSp add del mod">
        <pc:chgData name="KONGKAEW, PUTTIWAT" userId="a8adac1e-848f-4d84-b961-6a7ffb648b49" providerId="ADAL" clId="{A21DEF96-7496-48B8-A3A1-402B3D553767}" dt="2023-06-01T17:39:03.123" v="4124" actId="47"/>
        <pc:sldMkLst>
          <pc:docMk/>
          <pc:sldMk cId="1352640996" sldId="283"/>
        </pc:sldMkLst>
      </pc:sldChg>
      <pc:sldChg chg="new del">
        <pc:chgData name="KONGKAEW, PUTTIWAT" userId="a8adac1e-848f-4d84-b961-6a7ffb648b49" providerId="ADAL" clId="{A21DEF96-7496-48B8-A3A1-402B3D553767}" dt="2023-06-01T18:46:24.558" v="4951" actId="47"/>
        <pc:sldMkLst>
          <pc:docMk/>
          <pc:sldMk cId="842648566" sldId="284"/>
        </pc:sldMkLst>
      </pc:sldChg>
      <pc:sldChg chg="new del">
        <pc:chgData name="KONGKAEW, PUTTIWAT" userId="a8adac1e-848f-4d84-b961-6a7ffb648b49" providerId="ADAL" clId="{A21DEF96-7496-48B8-A3A1-402B3D553767}" dt="2023-06-01T17:22:09.124" v="3754" actId="680"/>
        <pc:sldMkLst>
          <pc:docMk/>
          <pc:sldMk cId="3212489363" sldId="284"/>
        </pc:sldMkLst>
      </pc:sldChg>
      <pc:sldChg chg="addSp delSp modSp add del mod">
        <pc:chgData name="KONGKAEW, PUTTIWAT" userId="a8adac1e-848f-4d84-b961-6a7ffb648b49" providerId="ADAL" clId="{A21DEF96-7496-48B8-A3A1-402B3D553767}" dt="2023-06-01T19:06:23.337" v="5106" actId="1076"/>
        <pc:sldMkLst>
          <pc:docMk/>
          <pc:sldMk cId="3667473920" sldId="284"/>
        </pc:sldMkLst>
      </pc:sldChg>
      <pc:sldChg chg="delSp add del mod">
        <pc:chgData name="KONGKAEW, PUTTIWAT" userId="a8adac1e-848f-4d84-b961-6a7ffb648b49" providerId="ADAL" clId="{A21DEF96-7496-48B8-A3A1-402B3D553767}" dt="2023-06-01T19:02:19.647" v="5062" actId="47"/>
        <pc:sldMkLst>
          <pc:docMk/>
          <pc:sldMk cId="131443644" sldId="285"/>
        </pc:sldMkLst>
      </pc:sldChg>
      <pc:sldChg chg="addSp delSp modSp add mod">
        <pc:chgData name="KONGKAEW, PUTTIWAT" userId="a8adac1e-848f-4d84-b961-6a7ffb648b49" providerId="ADAL" clId="{A21DEF96-7496-48B8-A3A1-402B3D553767}" dt="2023-06-01T19:06:54.831" v="5108" actId="1076"/>
        <pc:sldMkLst>
          <pc:docMk/>
          <pc:sldMk cId="2839982954" sldId="286"/>
        </pc:sldMkLst>
      </pc:sldChg>
      <pc:sldChg chg="addSp delSp modSp new mod modClrScheme chgLayout">
        <pc:chgData name="KONGKAEW, PUTTIWAT" userId="a8adac1e-848f-4d84-b961-6a7ffb648b49" providerId="ADAL" clId="{A21DEF96-7496-48B8-A3A1-402B3D553767}" dt="2023-06-05T14:25:13.739" v="5699" actId="20577"/>
        <pc:sldMkLst>
          <pc:docMk/>
          <pc:sldMk cId="1238491192" sldId="287"/>
        </pc:sldMkLst>
      </pc:sldChg>
      <pc:sldChg chg="modSp new mod">
        <pc:chgData name="KONGKAEW, PUTTIWAT" userId="a8adac1e-848f-4d84-b961-6a7ffb648b49" providerId="ADAL" clId="{A21DEF96-7496-48B8-A3A1-402B3D553767}" dt="2023-06-05T14:31:22.289" v="6251" actId="20577"/>
        <pc:sldMkLst>
          <pc:docMk/>
          <pc:sldMk cId="736007268" sldId="288"/>
        </pc:sldMkLst>
      </pc:sldChg>
    </pc:docChg>
  </pc:docChgLst>
  <pc:docChgLst>
    <pc:chgData name="KONGKAEW, PUTTIWAT" userId="a8adac1e-848f-4d84-b961-6a7ffb648b49" providerId="ADAL" clId="{2F9C920F-B837-426B-B15A-4F4274BFBB22}"/>
    <pc:docChg chg="undo custSel addSld delSld modSld sldOrd">
      <pc:chgData name="KONGKAEW, PUTTIWAT" userId="a8adac1e-848f-4d84-b961-6a7ffb648b49" providerId="ADAL" clId="{2F9C920F-B837-426B-B15A-4F4274BFBB22}" dt="2023-05-23T11:11:11.964" v="7741" actId="20577"/>
      <pc:docMkLst>
        <pc:docMk/>
      </pc:docMkLst>
      <pc:sldChg chg="modSp new mod">
        <pc:chgData name="KONGKAEW, PUTTIWAT" userId="a8adac1e-848f-4d84-b961-6a7ffb648b49" providerId="ADAL" clId="{2F9C920F-B837-426B-B15A-4F4274BFBB22}" dt="2023-05-19T07:32:31.561" v="502" actId="20577"/>
        <pc:sldMkLst>
          <pc:docMk/>
          <pc:sldMk cId="1377385226" sldId="256"/>
        </pc:sldMkLst>
      </pc:sldChg>
      <pc:sldChg chg="addSp delSp modSp new mod modClrScheme chgLayout">
        <pc:chgData name="KONGKAEW, PUTTIWAT" userId="a8adac1e-848f-4d84-b961-6a7ffb648b49" providerId="ADAL" clId="{2F9C920F-B837-426B-B15A-4F4274BFBB22}" dt="2023-05-19T08:06:55.913" v="1772" actId="27636"/>
        <pc:sldMkLst>
          <pc:docMk/>
          <pc:sldMk cId="941823532" sldId="257"/>
        </pc:sldMkLst>
      </pc:sldChg>
      <pc:sldChg chg="modSp new mod ord">
        <pc:chgData name="KONGKAEW, PUTTIWAT" userId="a8adac1e-848f-4d84-b961-6a7ffb648b49" providerId="ADAL" clId="{2F9C920F-B837-426B-B15A-4F4274BFBB22}" dt="2023-05-22T10:55:39.939" v="6732"/>
        <pc:sldMkLst>
          <pc:docMk/>
          <pc:sldMk cId="2308169934" sldId="258"/>
        </pc:sldMkLst>
      </pc:sldChg>
      <pc:sldChg chg="modSp new mod ord">
        <pc:chgData name="KONGKAEW, PUTTIWAT" userId="a8adac1e-848f-4d84-b961-6a7ffb648b49" providerId="ADAL" clId="{2F9C920F-B837-426B-B15A-4F4274BFBB22}" dt="2023-05-22T10:55:22.347" v="6730"/>
        <pc:sldMkLst>
          <pc:docMk/>
          <pc:sldMk cId="1589057834" sldId="259"/>
        </pc:sldMkLst>
      </pc:sldChg>
      <pc:sldChg chg="addSp modSp new mod">
        <pc:chgData name="KONGKAEW, PUTTIWAT" userId="a8adac1e-848f-4d84-b961-6a7ffb648b49" providerId="ADAL" clId="{2F9C920F-B837-426B-B15A-4F4274BFBB22}" dt="2023-05-22T14:19:52.681" v="7191" actId="403"/>
        <pc:sldMkLst>
          <pc:docMk/>
          <pc:sldMk cId="3512462657" sldId="260"/>
        </pc:sldMkLst>
      </pc:sldChg>
      <pc:sldChg chg="add del">
        <pc:chgData name="KONGKAEW, PUTTIWAT" userId="a8adac1e-848f-4d84-b961-6a7ffb648b49" providerId="ADAL" clId="{2F9C920F-B837-426B-B15A-4F4274BFBB22}" dt="2023-05-19T08:44:21.391" v="2916" actId="47"/>
        <pc:sldMkLst>
          <pc:docMk/>
          <pc:sldMk cId="4024727555" sldId="261"/>
        </pc:sldMkLst>
      </pc:sldChg>
      <pc:sldChg chg="addSp delSp modSp add mod">
        <pc:chgData name="KONGKAEW, PUTTIWAT" userId="a8adac1e-848f-4d84-b961-6a7ffb648b49" providerId="ADAL" clId="{2F9C920F-B837-426B-B15A-4F4274BFBB22}" dt="2023-05-19T09:29:35.129" v="4526" actId="20577"/>
        <pc:sldMkLst>
          <pc:docMk/>
          <pc:sldMk cId="2826037868" sldId="262"/>
        </pc:sldMkLst>
      </pc:sldChg>
      <pc:sldChg chg="addSp delSp modSp new mod modClrScheme chgLayout">
        <pc:chgData name="KONGKAEW, PUTTIWAT" userId="a8adac1e-848f-4d84-b961-6a7ffb648b49" providerId="ADAL" clId="{2F9C920F-B837-426B-B15A-4F4274BFBB22}" dt="2023-05-19T08:46:26.111" v="3014" actId="115"/>
        <pc:sldMkLst>
          <pc:docMk/>
          <pc:sldMk cId="4010335364" sldId="263"/>
        </pc:sldMkLst>
      </pc:sldChg>
      <pc:sldChg chg="modSp new mod ord">
        <pc:chgData name="KONGKAEW, PUTTIWAT" userId="a8adac1e-848f-4d84-b961-6a7ffb648b49" providerId="ADAL" clId="{2F9C920F-B837-426B-B15A-4F4274BFBB22}" dt="2023-05-19T08:35:16.642" v="2428" actId="20577"/>
        <pc:sldMkLst>
          <pc:docMk/>
          <pc:sldMk cId="4196541916" sldId="264"/>
        </pc:sldMkLst>
      </pc:sldChg>
      <pc:sldChg chg="addSp delSp modSp new mod">
        <pc:chgData name="KONGKAEW, PUTTIWAT" userId="a8adac1e-848f-4d84-b961-6a7ffb648b49" providerId="ADAL" clId="{2F9C920F-B837-426B-B15A-4F4274BFBB22}" dt="2023-05-22T10:56:39.251" v="6737" actId="403"/>
        <pc:sldMkLst>
          <pc:docMk/>
          <pc:sldMk cId="2311548782" sldId="265"/>
        </pc:sldMkLst>
      </pc:sldChg>
      <pc:sldChg chg="modSp new del mod modShow">
        <pc:chgData name="KONGKAEW, PUTTIWAT" userId="a8adac1e-848f-4d84-b961-6a7ffb648b49" providerId="ADAL" clId="{2F9C920F-B837-426B-B15A-4F4274BFBB22}" dt="2023-05-22T10:54:38.127" v="6715" actId="47"/>
        <pc:sldMkLst>
          <pc:docMk/>
          <pc:sldMk cId="73811450" sldId="266"/>
        </pc:sldMkLst>
      </pc:sldChg>
      <pc:sldChg chg="modSp new del mod">
        <pc:chgData name="KONGKAEW, PUTTIWAT" userId="a8adac1e-848f-4d84-b961-6a7ffb648b49" providerId="ADAL" clId="{2F9C920F-B837-426B-B15A-4F4274BFBB22}" dt="2023-05-19T08:44:19.775" v="2915" actId="47"/>
        <pc:sldMkLst>
          <pc:docMk/>
          <pc:sldMk cId="3018053352" sldId="266"/>
        </pc:sldMkLst>
      </pc:sldChg>
      <pc:sldChg chg="modSp new mod">
        <pc:chgData name="KONGKAEW, PUTTIWAT" userId="a8adac1e-848f-4d84-b961-6a7ffb648b49" providerId="ADAL" clId="{2F9C920F-B837-426B-B15A-4F4274BFBB22}" dt="2023-05-19T09:35:56.409" v="5388" actId="20577"/>
        <pc:sldMkLst>
          <pc:docMk/>
          <pc:sldMk cId="2129425839" sldId="267"/>
        </pc:sldMkLst>
      </pc:sldChg>
      <pc:sldChg chg="addSp delSp modSp new mod modClrScheme chgLayout">
        <pc:chgData name="KONGKAEW, PUTTIWAT" userId="a8adac1e-848f-4d84-b961-6a7ffb648b49" providerId="ADAL" clId="{2F9C920F-B837-426B-B15A-4F4274BFBB22}" dt="2023-05-19T11:02:09.536" v="5538" actId="20577"/>
        <pc:sldMkLst>
          <pc:docMk/>
          <pc:sldMk cId="2224687866" sldId="268"/>
        </pc:sldMkLst>
      </pc:sldChg>
      <pc:sldChg chg="addSp delSp modSp new mod modClrScheme chgLayout">
        <pc:chgData name="KONGKAEW, PUTTIWAT" userId="a8adac1e-848f-4d84-b961-6a7ffb648b49" providerId="ADAL" clId="{2F9C920F-B837-426B-B15A-4F4274BFBB22}" dt="2023-05-19T09:32:17.622" v="4916" actId="20577"/>
        <pc:sldMkLst>
          <pc:docMk/>
          <pc:sldMk cId="2363607066" sldId="269"/>
        </pc:sldMkLst>
      </pc:sldChg>
      <pc:sldChg chg="modSp new mod">
        <pc:chgData name="KONGKAEW, PUTTIWAT" userId="a8adac1e-848f-4d84-b961-6a7ffb648b49" providerId="ADAL" clId="{2F9C920F-B837-426B-B15A-4F4274BFBB22}" dt="2023-05-19T14:28:28.367" v="6284" actId="20577"/>
        <pc:sldMkLst>
          <pc:docMk/>
          <pc:sldMk cId="1627907822" sldId="270"/>
        </pc:sldMkLst>
      </pc:sldChg>
      <pc:sldChg chg="modSp new mod">
        <pc:chgData name="KONGKAEW, PUTTIWAT" userId="a8adac1e-848f-4d84-b961-6a7ffb648b49" providerId="ADAL" clId="{2F9C920F-B837-426B-B15A-4F4274BFBB22}" dt="2023-05-19T14:28:48.471" v="6329" actId="20577"/>
        <pc:sldMkLst>
          <pc:docMk/>
          <pc:sldMk cId="4182190792" sldId="271"/>
        </pc:sldMkLst>
      </pc:sldChg>
      <pc:sldChg chg="addSp delSp modSp new mod modShow">
        <pc:chgData name="KONGKAEW, PUTTIWAT" userId="a8adac1e-848f-4d84-b961-6a7ffb648b49" providerId="ADAL" clId="{2F9C920F-B837-426B-B15A-4F4274BFBB22}" dt="2023-05-22T13:44:37.740" v="7149" actId="729"/>
        <pc:sldMkLst>
          <pc:docMk/>
          <pc:sldMk cId="228672105" sldId="272"/>
        </pc:sldMkLst>
      </pc:sldChg>
      <pc:sldChg chg="modSp new mod">
        <pc:chgData name="KONGKAEW, PUTTIWAT" userId="a8adac1e-848f-4d84-b961-6a7ffb648b49" providerId="ADAL" clId="{2F9C920F-B837-426B-B15A-4F4274BFBB22}" dt="2023-05-22T14:50:01.941" v="7688" actId="20577"/>
        <pc:sldMkLst>
          <pc:docMk/>
          <pc:sldMk cId="3517991577" sldId="273"/>
        </pc:sldMkLst>
      </pc:sldChg>
      <pc:sldChg chg="addSp delSp modSp add mod">
        <pc:chgData name="KONGKAEW, PUTTIWAT" userId="a8adac1e-848f-4d84-b961-6a7ffb648b49" providerId="ADAL" clId="{2F9C920F-B837-426B-B15A-4F4274BFBB22}" dt="2023-05-22T14:42:09.302" v="7376" actId="207"/>
        <pc:sldMkLst>
          <pc:docMk/>
          <pc:sldMk cId="1700130594" sldId="274"/>
        </pc:sldMkLst>
      </pc:sldChg>
      <pc:sldChg chg="addSp delSp modSp add mod modShow">
        <pc:chgData name="KONGKAEW, PUTTIWAT" userId="a8adac1e-848f-4d84-b961-6a7ffb648b49" providerId="ADAL" clId="{2F9C920F-B837-426B-B15A-4F4274BFBB22}" dt="2023-05-22T12:57:53.849" v="7148" actId="20577"/>
        <pc:sldMkLst>
          <pc:docMk/>
          <pc:sldMk cId="305923836" sldId="275"/>
        </pc:sldMkLst>
      </pc:sldChg>
      <pc:sldChg chg="addSp delSp modSp add mod">
        <pc:chgData name="KONGKAEW, PUTTIWAT" userId="a8adac1e-848f-4d84-b961-6a7ffb648b49" providerId="ADAL" clId="{2F9C920F-B837-426B-B15A-4F4274BFBB22}" dt="2023-05-23T11:11:11.964" v="7741" actId="20577"/>
        <pc:sldMkLst>
          <pc:docMk/>
          <pc:sldMk cId="416478540" sldId="276"/>
        </pc:sldMkLst>
      </pc:sldChg>
    </pc:docChg>
  </pc:docChgLst>
  <pc:docChgLst>
    <pc:chgData name="KONGKAEW, PUTTIWAT" userId="a8adac1e-848f-4d84-b961-6a7ffb648b49" providerId="ADAL" clId="{926D7142-ED1B-402A-A8AD-284B78788154}"/>
    <pc:docChg chg="undo custSel addSld modSld">
      <pc:chgData name="KONGKAEW, PUTTIWAT" userId="a8adac1e-848f-4d84-b961-6a7ffb648b49" providerId="ADAL" clId="{926D7142-ED1B-402A-A8AD-284B78788154}" dt="2025-08-27T11:21:42.952" v="321" actId="1038"/>
      <pc:docMkLst>
        <pc:docMk/>
      </pc:docMkLst>
      <pc:sldChg chg="addSp delSp modSp new mod">
        <pc:chgData name="KONGKAEW, PUTTIWAT" userId="a8adac1e-848f-4d84-b961-6a7ffb648b49" providerId="ADAL" clId="{926D7142-ED1B-402A-A8AD-284B78788154}" dt="2025-08-27T11:17:57.626" v="119" actId="1036"/>
        <pc:sldMkLst>
          <pc:docMk/>
          <pc:sldMk cId="2984753104" sldId="289"/>
        </pc:sldMkLst>
        <pc:spChg chg="del">
          <ac:chgData name="KONGKAEW, PUTTIWAT" userId="a8adac1e-848f-4d84-b961-6a7ffb648b49" providerId="ADAL" clId="{926D7142-ED1B-402A-A8AD-284B78788154}" dt="2025-08-27T11:15:22.534" v="1" actId="478"/>
          <ac:spMkLst>
            <pc:docMk/>
            <pc:sldMk cId="2984753104" sldId="289"/>
            <ac:spMk id="2" creationId="{EC133556-DA43-8B82-19AB-80EA0FB2DA85}"/>
          </ac:spMkLst>
        </pc:spChg>
        <pc:spChg chg="del">
          <ac:chgData name="KONGKAEW, PUTTIWAT" userId="a8adac1e-848f-4d84-b961-6a7ffb648b49" providerId="ADAL" clId="{926D7142-ED1B-402A-A8AD-284B78788154}" dt="2025-08-27T11:15:24.858" v="3" actId="478"/>
          <ac:spMkLst>
            <pc:docMk/>
            <pc:sldMk cId="2984753104" sldId="289"/>
            <ac:spMk id="3" creationId="{443DC4B6-7E3F-E73F-6866-C05E570BE61F}"/>
          </ac:spMkLst>
        </pc:spChg>
        <pc:spChg chg="del">
          <ac:chgData name="KONGKAEW, PUTTIWAT" userId="a8adac1e-848f-4d84-b961-6a7ffb648b49" providerId="ADAL" clId="{926D7142-ED1B-402A-A8AD-284B78788154}" dt="2025-08-27T11:15:23.469" v="2" actId="478"/>
          <ac:spMkLst>
            <pc:docMk/>
            <pc:sldMk cId="2984753104" sldId="289"/>
            <ac:spMk id="4" creationId="{4DD51711-AD63-579E-CAAE-6D0B3EBD59B8}"/>
          </ac:spMkLst>
        </pc:spChg>
        <pc:spChg chg="add mod">
          <ac:chgData name="KONGKAEW, PUTTIWAT" userId="a8adac1e-848f-4d84-b961-6a7ffb648b49" providerId="ADAL" clId="{926D7142-ED1B-402A-A8AD-284B78788154}" dt="2025-08-27T11:16:01.146" v="11" actId="14861"/>
          <ac:spMkLst>
            <pc:docMk/>
            <pc:sldMk cId="2984753104" sldId="289"/>
            <ac:spMk id="6" creationId="{610C7896-F19F-FB10-9CA1-40F3C94EBE62}"/>
          </ac:spMkLst>
        </pc:spChg>
        <pc:spChg chg="add mod">
          <ac:chgData name="KONGKAEW, PUTTIWAT" userId="a8adac1e-848f-4d84-b961-6a7ffb648b49" providerId="ADAL" clId="{926D7142-ED1B-402A-A8AD-284B78788154}" dt="2025-08-27T11:16:08.962" v="13" actId="1076"/>
          <ac:spMkLst>
            <pc:docMk/>
            <pc:sldMk cId="2984753104" sldId="289"/>
            <ac:spMk id="7" creationId="{A481FF94-2CAC-66AB-7918-40B75F4DE2A0}"/>
          </ac:spMkLst>
        </pc:spChg>
        <pc:spChg chg="add mod">
          <ac:chgData name="KONGKAEW, PUTTIWAT" userId="a8adac1e-848f-4d84-b961-6a7ffb648b49" providerId="ADAL" clId="{926D7142-ED1B-402A-A8AD-284B78788154}" dt="2025-08-27T11:16:22.863" v="17" actId="1076"/>
          <ac:spMkLst>
            <pc:docMk/>
            <pc:sldMk cId="2984753104" sldId="289"/>
            <ac:spMk id="8" creationId="{2AA1B2B5-D7DC-4D03-9276-51FAA185DF7C}"/>
          </ac:spMkLst>
        </pc:spChg>
        <pc:spChg chg="add mod">
          <ac:chgData name="KONGKAEW, PUTTIWAT" userId="a8adac1e-848f-4d84-b961-6a7ffb648b49" providerId="ADAL" clId="{926D7142-ED1B-402A-A8AD-284B78788154}" dt="2025-08-27T11:17:46.596" v="105" actId="1038"/>
          <ac:spMkLst>
            <pc:docMk/>
            <pc:sldMk cId="2984753104" sldId="289"/>
            <ac:spMk id="9" creationId="{DFEE1C99-0E3D-B404-39F1-810BD7F59C5F}"/>
          </ac:spMkLst>
        </pc:spChg>
        <pc:spChg chg="add mod">
          <ac:chgData name="KONGKAEW, PUTTIWAT" userId="a8adac1e-848f-4d84-b961-6a7ffb648b49" providerId="ADAL" clId="{926D7142-ED1B-402A-A8AD-284B78788154}" dt="2025-08-27T11:17:57.626" v="119" actId="1036"/>
          <ac:spMkLst>
            <pc:docMk/>
            <pc:sldMk cId="2984753104" sldId="289"/>
            <ac:spMk id="10" creationId="{275E6192-6A1A-6BC0-7A56-5973303ADF14}"/>
          </ac:spMkLst>
        </pc:spChg>
        <pc:picChg chg="add mod">
          <ac:chgData name="KONGKAEW, PUTTIWAT" userId="a8adac1e-848f-4d84-b961-6a7ffb648b49" providerId="ADAL" clId="{926D7142-ED1B-402A-A8AD-284B78788154}" dt="2025-08-27T11:15:27.896" v="5" actId="1076"/>
          <ac:picMkLst>
            <pc:docMk/>
            <pc:sldMk cId="2984753104" sldId="289"/>
            <ac:picMk id="5" creationId="{B59F11C2-EB20-7E9F-27FE-6F35E317A761}"/>
          </ac:picMkLst>
        </pc:picChg>
      </pc:sldChg>
      <pc:sldChg chg="addSp delSp modSp new mod">
        <pc:chgData name="KONGKAEW, PUTTIWAT" userId="a8adac1e-848f-4d84-b961-6a7ffb648b49" providerId="ADAL" clId="{926D7142-ED1B-402A-A8AD-284B78788154}" dt="2025-08-27T11:21:42.952" v="321" actId="1038"/>
        <pc:sldMkLst>
          <pc:docMk/>
          <pc:sldMk cId="1123493825" sldId="290"/>
        </pc:sldMkLst>
        <pc:spChg chg="del">
          <ac:chgData name="KONGKAEW, PUTTIWAT" userId="a8adac1e-848f-4d84-b961-6a7ffb648b49" providerId="ADAL" clId="{926D7142-ED1B-402A-A8AD-284B78788154}" dt="2025-08-27T11:18:37.710" v="121" actId="478"/>
          <ac:spMkLst>
            <pc:docMk/>
            <pc:sldMk cId="1123493825" sldId="290"/>
            <ac:spMk id="2" creationId="{C4BCB69A-AA7F-0C7E-6341-E78BDC2F9D79}"/>
          </ac:spMkLst>
        </pc:spChg>
        <pc:spChg chg="del">
          <ac:chgData name="KONGKAEW, PUTTIWAT" userId="a8adac1e-848f-4d84-b961-6a7ffb648b49" providerId="ADAL" clId="{926D7142-ED1B-402A-A8AD-284B78788154}" dt="2025-08-27T11:18:38.510" v="122" actId="478"/>
          <ac:spMkLst>
            <pc:docMk/>
            <pc:sldMk cId="1123493825" sldId="290"/>
            <ac:spMk id="3" creationId="{C09A572E-210B-FA94-7003-2C8C59669E37}"/>
          </ac:spMkLst>
        </pc:spChg>
        <pc:spChg chg="add del mod">
          <ac:chgData name="KONGKAEW, PUTTIWAT" userId="a8adac1e-848f-4d84-b961-6a7ffb648b49" providerId="ADAL" clId="{926D7142-ED1B-402A-A8AD-284B78788154}" dt="2025-08-27T11:19:44.412" v="140" actId="21"/>
          <ac:spMkLst>
            <pc:docMk/>
            <pc:sldMk cId="1123493825" sldId="290"/>
            <ac:spMk id="5" creationId="{DF9DCC46-4C60-D689-5AEF-2B92EF1AAED4}"/>
          </ac:spMkLst>
        </pc:spChg>
        <pc:spChg chg="add mod">
          <ac:chgData name="KONGKAEW, PUTTIWAT" userId="a8adac1e-848f-4d84-b961-6a7ffb648b49" providerId="ADAL" clId="{926D7142-ED1B-402A-A8AD-284B78788154}" dt="2025-08-27T11:19:14.113" v="133" actId="1076"/>
          <ac:spMkLst>
            <pc:docMk/>
            <pc:sldMk cId="1123493825" sldId="290"/>
            <ac:spMk id="6" creationId="{8FBD64FC-B6A5-4D3D-E9AA-CE9852C5424C}"/>
          </ac:spMkLst>
        </pc:spChg>
        <pc:spChg chg="add mod">
          <ac:chgData name="KONGKAEW, PUTTIWAT" userId="a8adac1e-848f-4d84-b961-6a7ffb648b49" providerId="ADAL" clId="{926D7142-ED1B-402A-A8AD-284B78788154}" dt="2025-08-27T11:19:27.629" v="138" actId="14100"/>
          <ac:spMkLst>
            <pc:docMk/>
            <pc:sldMk cId="1123493825" sldId="290"/>
            <ac:spMk id="7" creationId="{07FA40EE-C6D0-C266-6D69-884A272F3B0A}"/>
          </ac:spMkLst>
        </pc:spChg>
        <pc:spChg chg="add mod">
          <ac:chgData name="KONGKAEW, PUTTIWAT" userId="a8adac1e-848f-4d84-b961-6a7ffb648b49" providerId="ADAL" clId="{926D7142-ED1B-402A-A8AD-284B78788154}" dt="2025-08-27T11:20:11.729" v="176" actId="1037"/>
          <ac:spMkLst>
            <pc:docMk/>
            <pc:sldMk cId="1123493825" sldId="290"/>
            <ac:spMk id="8" creationId="{6B132466-6442-F023-9553-4EE97892B1E4}"/>
          </ac:spMkLst>
        </pc:spChg>
        <pc:spChg chg="add mod">
          <ac:chgData name="KONGKAEW, PUTTIWAT" userId="a8adac1e-848f-4d84-b961-6a7ffb648b49" providerId="ADAL" clId="{926D7142-ED1B-402A-A8AD-284B78788154}" dt="2025-08-27T11:20:44.596" v="212" actId="1038"/>
          <ac:spMkLst>
            <pc:docMk/>
            <pc:sldMk cId="1123493825" sldId="290"/>
            <ac:spMk id="9" creationId="{E8A48262-ABF3-BA78-D4C5-FA84FA5A0897}"/>
          </ac:spMkLst>
        </pc:spChg>
        <pc:spChg chg="add mod">
          <ac:chgData name="KONGKAEW, PUTTIWAT" userId="a8adac1e-848f-4d84-b961-6a7ffb648b49" providerId="ADAL" clId="{926D7142-ED1B-402A-A8AD-284B78788154}" dt="2025-08-27T11:21:42.952" v="321" actId="1038"/>
          <ac:spMkLst>
            <pc:docMk/>
            <pc:sldMk cId="1123493825" sldId="290"/>
            <ac:spMk id="10" creationId="{6193D9F6-115A-1182-458D-92D70A28CC62}"/>
          </ac:spMkLst>
        </pc:spChg>
        <pc:spChg chg="add mod">
          <ac:chgData name="KONGKAEW, PUTTIWAT" userId="a8adac1e-848f-4d84-b961-6a7ffb648b49" providerId="ADAL" clId="{926D7142-ED1B-402A-A8AD-284B78788154}" dt="2025-08-27T11:21:16.297" v="247" actId="1036"/>
          <ac:spMkLst>
            <pc:docMk/>
            <pc:sldMk cId="1123493825" sldId="290"/>
            <ac:spMk id="11" creationId="{CC22E486-7BCA-1A85-206F-4DD6E9BF55FD}"/>
          </ac:spMkLst>
        </pc:spChg>
        <pc:spChg chg="add mod">
          <ac:chgData name="KONGKAEW, PUTTIWAT" userId="a8adac1e-848f-4d84-b961-6a7ffb648b49" providerId="ADAL" clId="{926D7142-ED1B-402A-A8AD-284B78788154}" dt="2025-08-27T11:21:29.944" v="277" actId="1038"/>
          <ac:spMkLst>
            <pc:docMk/>
            <pc:sldMk cId="1123493825" sldId="290"/>
            <ac:spMk id="12" creationId="{BB73FEC4-65A9-BD75-56D9-82EB238FE0B2}"/>
          </ac:spMkLst>
        </pc:spChg>
        <pc:picChg chg="add mod">
          <ac:chgData name="KONGKAEW, PUTTIWAT" userId="a8adac1e-848f-4d84-b961-6a7ffb648b49" providerId="ADAL" clId="{926D7142-ED1B-402A-A8AD-284B78788154}" dt="2025-08-27T11:18:51.363" v="124" actId="1076"/>
          <ac:picMkLst>
            <pc:docMk/>
            <pc:sldMk cId="1123493825" sldId="290"/>
            <ac:picMk id="4" creationId="{88A80CA9-5068-C72B-564C-451A13BCC5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90D27-1EE3-F443-A7D2-5931046DA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051" y="1715696"/>
            <a:ext cx="6110541" cy="1702976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4403661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0D209-29C3-9C4E-9400-620833672FB9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21041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3648C85-FF77-1243-A1BC-F5E119410692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520B00-F6B2-4044-9B7C-A0AF81CF1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2FEB56D-D6F9-EA4A-875B-41EA14C50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339" y="1711007"/>
            <a:ext cx="6118854" cy="1717993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E8B3123-FF8C-844A-AF32-E398D5D5D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40927"/>
            <a:ext cx="6118854" cy="169908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40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F0C8EC-CEC1-1E49-8701-74845C657EC2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35D9F5-8496-B448-BDF3-A770A998C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280F61-58F6-B94E-BBDE-AF3A4DFEE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339" y="1719320"/>
            <a:ext cx="4403661" cy="1709680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CF0BB2C-981D-4648-84BF-3AB726E62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6127166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271313-2368-ED48-883F-AF08E98CF128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rgbClr val="DAC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096C1-E241-3841-A51E-4EF990D57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4227E8B-64AA-9843-A1E6-D32FE5852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201" y="1724673"/>
            <a:ext cx="6118241" cy="1704327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2FE721-C486-E743-9679-11C2E688E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6114103" cy="170432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7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57009D-7A2F-7A44-B9F1-CFA06BE5032A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rgbClr val="B6A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AA60C-9C38-BA4B-B9D9-68911061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2AFD60E-A64B-454F-BB00-3D1D83D98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379" y="1715926"/>
            <a:ext cx="6113885" cy="1713074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DD3B81F-1531-1847-8EF4-8084216DC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6111925" cy="170559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7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505B6D-4F86-3C48-8080-517CB56B5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636AD3-5CDC-4842-BDDA-E7E271BE3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0E4F87FB-CC12-1443-BBFE-FF543453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0D618D-B42D-4E4C-A0B2-CEAFFCAA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31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06F19F1-A836-495E-8BB1-BD41C35C3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2025-08-27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75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6CB52C-69D4-2E40-9C75-0B0A69BD4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95" y="1579431"/>
            <a:ext cx="5293399" cy="4305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19D9D73-9C44-CC4E-A499-A95DA698415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87013" y="1565379"/>
            <a:ext cx="5293399" cy="4305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39D52AB-719F-5148-B881-B55846584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B653CFD-B1C0-FA4D-8CA5-5691079A5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A40B989-2787-8842-9396-7B3DC6C10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97CA0D1-6FB0-40E3-9574-CB6FFB7EA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2025-08-27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4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71ACDF6-911F-3A46-9339-2E6D636F5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79432"/>
            <a:ext cx="3465875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4CDE47C-1C9C-EE43-941D-61ACDC43FA3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63063" y="1579432"/>
            <a:ext cx="3465875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6D72344-2758-804A-83A6-874BE73F1E1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116525" y="1579432"/>
            <a:ext cx="3465875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CA4776C-6109-1B44-8627-BF9BF6026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C3067B0-76E8-B24C-8BED-3E4D11544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5CCEC413-2126-3A40-AB0C-7798BE14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37EB5F9-DB81-4627-A50A-BC9BA9036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2025-08-27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5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13C0271-61E8-3643-AC5E-CC5BA8768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6AEFB0F-5910-934A-9E01-33E678E78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C77399-CCB3-4912-A057-95E89E3CE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2025-08-27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09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80124C-B70E-A34A-B7FE-6F2D1A2512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895" y="6057176"/>
            <a:ext cx="1316861" cy="73268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297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77A3A-B0C4-4B8D-83EB-985F2FBB4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2025-08-27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3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609585" rtl="0" eaLnBrk="1" latinLnBrk="0" hangingPunct="1">
        <a:spcBef>
          <a:spcPct val="0"/>
        </a:spcBef>
        <a:buNone/>
        <a:defRPr sz="48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7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FEA5-F209-9E3C-F823-8A4935D7A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Checking SOAPY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E36B1-8BE0-62FE-C505-EAE387BD19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PhD meeting</a:t>
            </a:r>
          </a:p>
          <a:p>
            <a:r>
              <a:rPr lang="en-GB" dirty="0"/>
              <a:t>Puttiwat Kongkaew</a:t>
            </a:r>
          </a:p>
          <a:p>
            <a:r>
              <a:rPr lang="en-GB" dirty="0"/>
              <a:t>05 June 2023</a:t>
            </a:r>
          </a:p>
        </p:txBody>
      </p:sp>
    </p:spTree>
    <p:extLst>
      <p:ext uri="{BB962C8B-B14F-4D97-AF65-F5344CB8AC3E}">
        <p14:creationId xmlns:p14="http://schemas.microsoft.com/office/powerpoint/2010/main" val="137738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81A1FB-969D-CA76-FEC8-ACCEB85F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F00CE5-67BD-862A-FF10-18676DB6F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 of 22/05/23 meeting</a:t>
            </a:r>
          </a:p>
          <a:p>
            <a:r>
              <a:rPr lang="en-GB" dirty="0"/>
              <a:t>This week research</a:t>
            </a:r>
          </a:p>
          <a:p>
            <a:r>
              <a:rPr lang="en-GB" dirty="0"/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94182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857D-41FD-0F6A-D9D1-6E13B025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of 22/05/2023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7D7C0-2543-AF19-3CA4-6474A75C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Meeting online with Tim</a:t>
            </a:r>
          </a:p>
          <a:p>
            <a:r>
              <a:rPr lang="en-GB" dirty="0"/>
              <a:t>No progress on new thesis chapter</a:t>
            </a:r>
          </a:p>
          <a:p>
            <a:r>
              <a:rPr lang="en-GB" dirty="0"/>
              <a:t>Skip analysis on phase screen and propagation.</a:t>
            </a:r>
          </a:p>
          <a:p>
            <a:r>
              <a:rPr lang="en-GB" dirty="0"/>
              <a:t>Generation of interaction and control matrix looks nice. </a:t>
            </a:r>
            <a:r>
              <a:rPr lang="en-GB" dirty="0">
                <a:solidFill>
                  <a:srgbClr val="FF0000"/>
                </a:solidFill>
              </a:rPr>
              <a:t>Must check performance dependence on </a:t>
            </a:r>
            <a:r>
              <a:rPr lang="en-GB" dirty="0" err="1">
                <a:solidFill>
                  <a:srgbClr val="FF0000"/>
                </a:solidFill>
              </a:rPr>
              <a:t>svd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  <a:p>
            <a:r>
              <a:rPr lang="en-GB" dirty="0"/>
              <a:t>Reconstructor converges to theoretical performance (DM fitting error)</a:t>
            </a:r>
          </a:p>
          <a:p>
            <a:r>
              <a:rPr lang="en-GB" dirty="0"/>
              <a:t>Delay error looks promising. </a:t>
            </a:r>
            <a:r>
              <a:rPr lang="en-GB" dirty="0">
                <a:solidFill>
                  <a:srgbClr val="FF0000"/>
                </a:solidFill>
              </a:rPr>
              <a:t>Must reduce error bar.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816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857D-41FD-0F6A-D9D1-6E13B025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of 22/05/2023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7D7C0-2543-AF19-3CA4-6474A75C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Plan for 23/05 – 05/06/2023</a:t>
            </a:r>
          </a:p>
          <a:p>
            <a:pPr lvl="1"/>
            <a:r>
              <a:rPr lang="en-GB" dirty="0"/>
              <a:t>Check reconstructor performance as </a:t>
            </a:r>
            <a:r>
              <a:rPr lang="en-GB" dirty="0" err="1"/>
              <a:t>svd</a:t>
            </a:r>
            <a:r>
              <a:rPr lang="en-GB" dirty="0"/>
              <a:t> changes.</a:t>
            </a:r>
          </a:p>
          <a:p>
            <a:pPr lvl="1"/>
            <a:r>
              <a:rPr lang="en-GB" dirty="0"/>
              <a:t>Reduce error bar on delay analysis.</a:t>
            </a:r>
          </a:p>
          <a:p>
            <a:pPr lvl="1"/>
            <a:r>
              <a:rPr lang="en-GB" dirty="0"/>
              <a:t>Turbulence Temporal PSD</a:t>
            </a:r>
          </a:p>
          <a:p>
            <a:pPr lvl="1"/>
            <a:r>
              <a:rPr lang="en-GB" dirty="0"/>
              <a:t>Slope covariance</a:t>
            </a:r>
          </a:p>
          <a:p>
            <a:pPr lvl="1"/>
            <a:r>
              <a:rPr lang="en-GB" dirty="0"/>
              <a:t>Study SLODAR</a:t>
            </a:r>
          </a:p>
        </p:txBody>
      </p:sp>
    </p:spTree>
    <p:extLst>
      <p:ext uri="{BB962C8B-B14F-4D97-AF65-F5344CB8AC3E}">
        <p14:creationId xmlns:p14="http://schemas.microsoft.com/office/powerpoint/2010/main" val="377904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4FDDEF55-CF73-B902-3457-4B34A85AF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57" y="2056022"/>
            <a:ext cx="4901587" cy="3352381"/>
          </a:xfrm>
        </p:spPr>
      </p:pic>
      <p:pic>
        <p:nvPicPr>
          <p:cNvPr id="11" name="Content Placeholder 10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A139E17E-CF5C-1B7F-0E18-AA5721D32A9B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052971"/>
            <a:ext cx="5294313" cy="332990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F4BBE4-441D-E76A-D1FE-B7F7C4E51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Effect of SVD on reconstructor performance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82CD8B-A9CF-7251-964D-2479E51F8C66}"/>
              </a:ext>
            </a:extLst>
          </p:cNvPr>
          <p:cNvSpPr txBox="1"/>
          <p:nvPr/>
        </p:nvSpPr>
        <p:spPr>
          <a:xfrm>
            <a:off x="10888824" y="3163077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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339FE-7B6F-7B5B-0255-107C907D69C6}"/>
              </a:ext>
            </a:extLst>
          </p:cNvPr>
          <p:cNvSpPr txBox="1"/>
          <p:nvPr/>
        </p:nvSpPr>
        <p:spPr>
          <a:xfrm>
            <a:off x="10888824" y="334774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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8B0AD0-82B6-C301-3B5C-75CDCD1A46EB}"/>
              </a:ext>
            </a:extLst>
          </p:cNvPr>
          <p:cNvSpPr txBox="1"/>
          <p:nvPr/>
        </p:nvSpPr>
        <p:spPr>
          <a:xfrm>
            <a:off x="10888824" y="3522296"/>
            <a:ext cx="213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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4D97F4-E30A-23B4-C179-C090FCC4E672}"/>
              </a:ext>
            </a:extLst>
          </p:cNvPr>
          <p:cNvSpPr txBox="1"/>
          <p:nvPr/>
        </p:nvSpPr>
        <p:spPr>
          <a:xfrm>
            <a:off x="10888824" y="3696849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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857F34-39AB-2A0A-E582-F53627CA3D2A}"/>
              </a:ext>
            </a:extLst>
          </p:cNvPr>
          <p:cNvSpPr txBox="1"/>
          <p:nvPr/>
        </p:nvSpPr>
        <p:spPr>
          <a:xfrm>
            <a:off x="10888824" y="387254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?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45C9B-2C4D-5A96-72D3-44F901130844}"/>
              </a:ext>
            </a:extLst>
          </p:cNvPr>
          <p:cNvSpPr txBox="1"/>
          <p:nvPr/>
        </p:nvSpPr>
        <p:spPr>
          <a:xfrm>
            <a:off x="10890737" y="296637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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6D67CD-1349-AF86-BA88-F5EEBACD3CF4}"/>
              </a:ext>
            </a:extLst>
          </p:cNvPr>
          <p:cNvSpPr txBox="1"/>
          <p:nvPr/>
        </p:nvSpPr>
        <p:spPr>
          <a:xfrm>
            <a:off x="10906457" y="4045955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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E8484D-8F29-9F1A-5BD6-691B9AC76720}"/>
              </a:ext>
            </a:extLst>
          </p:cNvPr>
          <p:cNvSpPr txBox="1"/>
          <p:nvPr/>
        </p:nvSpPr>
        <p:spPr>
          <a:xfrm>
            <a:off x="10885374" y="4230621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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73F6C7-9A6C-DD23-F733-7FFDFB5F3D17}"/>
              </a:ext>
            </a:extLst>
          </p:cNvPr>
          <p:cNvSpPr txBox="1"/>
          <p:nvPr/>
        </p:nvSpPr>
        <p:spPr>
          <a:xfrm>
            <a:off x="10893730" y="43849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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D9A1A7-AC00-3EA3-A3F9-EC372F8F4A12}"/>
              </a:ext>
            </a:extLst>
          </p:cNvPr>
          <p:cNvSpPr txBox="1"/>
          <p:nvPr/>
        </p:nvSpPr>
        <p:spPr>
          <a:xfrm>
            <a:off x="10902086" y="458398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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678382-987C-56DD-05CC-F0E69F29E453}"/>
              </a:ext>
            </a:extLst>
          </p:cNvPr>
          <p:cNvSpPr txBox="1"/>
          <p:nvPr/>
        </p:nvSpPr>
        <p:spPr>
          <a:xfrm>
            <a:off x="10493961" y="5220342"/>
            <a:ext cx="166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Before the drop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5A4344-8468-41DA-C476-D75F350FA3C2}"/>
              </a:ext>
            </a:extLst>
          </p:cNvPr>
          <p:cNvCxnSpPr>
            <a:cxnSpLocks/>
          </p:cNvCxnSpPr>
          <p:nvPr/>
        </p:nvCxnSpPr>
        <p:spPr>
          <a:xfrm>
            <a:off x="11513342" y="3959441"/>
            <a:ext cx="0" cy="1260901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D900EC-8E5A-6D45-7714-94338F577F20}"/>
              </a:ext>
            </a:extLst>
          </p:cNvPr>
          <p:cNvCxnSpPr>
            <a:cxnSpLocks/>
          </p:cNvCxnSpPr>
          <p:nvPr/>
        </p:nvCxnSpPr>
        <p:spPr>
          <a:xfrm flipV="1">
            <a:off x="11513342" y="1751154"/>
            <a:ext cx="0" cy="1490810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C21189-2260-4102-F0AD-4AFE2621E35E}"/>
              </a:ext>
            </a:extLst>
          </p:cNvPr>
          <p:cNvSpPr txBox="1"/>
          <p:nvPr/>
        </p:nvSpPr>
        <p:spPr>
          <a:xfrm>
            <a:off x="10566385" y="1381822"/>
            <a:ext cx="152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After the drop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4AE4B8-6691-7F07-FB1C-F0C6D9900396}"/>
              </a:ext>
            </a:extLst>
          </p:cNvPr>
          <p:cNvSpPr txBox="1"/>
          <p:nvPr/>
        </p:nvSpPr>
        <p:spPr>
          <a:xfrm>
            <a:off x="11113467" y="3456008"/>
            <a:ext cx="1013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between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1912E6-008D-EC1F-2945-06FA6F01EA96}"/>
              </a:ext>
            </a:extLst>
          </p:cNvPr>
          <p:cNvSpPr txBox="1"/>
          <p:nvPr/>
        </p:nvSpPr>
        <p:spPr>
          <a:xfrm>
            <a:off x="3500582" y="5800436"/>
            <a:ext cx="602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Suitable value </a:t>
            </a:r>
            <a:r>
              <a:rPr lang="en-GB" dirty="0">
                <a:sym typeface="Wingdings" panose="05000000000000000000" pitchFamily="2" charset="2"/>
              </a:rPr>
              <a:t> any between the drop points (0.130 – 0.019)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228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0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B59F11C2-EB20-7E9F-27FE-6F35E317A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248" y="1797333"/>
            <a:ext cx="5294313" cy="33299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0C7896-F19F-FB10-9CA1-40F3C94EBE62}"/>
              </a:ext>
            </a:extLst>
          </p:cNvPr>
          <p:cNvSpPr/>
          <p:nvPr/>
        </p:nvSpPr>
        <p:spPr>
          <a:xfrm>
            <a:off x="4057650" y="1828800"/>
            <a:ext cx="5289550" cy="222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81FF94-2CAC-66AB-7918-40B75F4DE2A0}"/>
              </a:ext>
            </a:extLst>
          </p:cNvPr>
          <p:cNvSpPr/>
          <p:nvPr/>
        </p:nvSpPr>
        <p:spPr>
          <a:xfrm>
            <a:off x="4057650" y="4902200"/>
            <a:ext cx="5289550" cy="222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A1B2B5-D7DC-4D03-9276-51FAA185DF7C}"/>
              </a:ext>
            </a:extLst>
          </p:cNvPr>
          <p:cNvSpPr/>
          <p:nvPr/>
        </p:nvSpPr>
        <p:spPr>
          <a:xfrm>
            <a:off x="2641600" y="2266950"/>
            <a:ext cx="1600200" cy="2273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E1C99-0E3D-B404-39F1-810BD7F59C5F}"/>
              </a:ext>
            </a:extLst>
          </p:cNvPr>
          <p:cNvSpPr txBox="1"/>
          <p:nvPr/>
        </p:nvSpPr>
        <p:spPr>
          <a:xfrm rot="16200000">
            <a:off x="3672698" y="3218478"/>
            <a:ext cx="875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Strehl ratio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E6192-6A1A-6BC0-7A56-5973303ADF14}"/>
              </a:ext>
            </a:extLst>
          </p:cNvPr>
          <p:cNvSpPr txBox="1"/>
          <p:nvPr/>
        </p:nvSpPr>
        <p:spPr>
          <a:xfrm>
            <a:off x="6276232" y="4832351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Time (s)</a:t>
            </a:r>
          </a:p>
        </p:txBody>
      </p:sp>
    </p:spTree>
    <p:extLst>
      <p:ext uri="{BB962C8B-B14F-4D97-AF65-F5344CB8AC3E}">
        <p14:creationId xmlns:p14="http://schemas.microsoft.com/office/powerpoint/2010/main" val="298475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A9FAA7CE-0CAA-8E3F-FDB2-74A0DAB69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483" y="1952442"/>
            <a:ext cx="6112790" cy="42742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5383D-38AA-980C-80ED-E182666F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error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8B1A58-EEEE-7E68-6B2E-F773815F4C6C}"/>
              </a:ext>
            </a:extLst>
          </p:cNvPr>
          <p:cNvSpPr txBox="1"/>
          <p:nvPr/>
        </p:nvSpPr>
        <p:spPr>
          <a:xfrm>
            <a:off x="0" y="1151802"/>
            <a:ext cx="33055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rate = 0.0025s</a:t>
            </a:r>
          </a:p>
          <a:p>
            <a:r>
              <a:rPr lang="en-GB" dirty="0"/>
              <a:t>R0 = 5cm</a:t>
            </a:r>
          </a:p>
          <a:p>
            <a:r>
              <a:rPr lang="en-GB" dirty="0"/>
              <a:t>Max error = 1.029(d/r)^(5/3)</a:t>
            </a:r>
          </a:p>
          <a:p>
            <a:r>
              <a:rPr lang="en-GB" dirty="0"/>
              <a:t>L0 = 8m</a:t>
            </a:r>
          </a:p>
          <a:p>
            <a:r>
              <a:rPr lang="en-GB" dirty="0"/>
              <a:t>Lenslet Diameter = 0.4m/8 = 5cm</a:t>
            </a:r>
          </a:p>
          <a:p>
            <a:r>
              <a:rPr lang="en-GB" dirty="0"/>
              <a:t>l0 = 1e-10 m (hard code in soapy)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1FA424-A8BA-943C-9F2B-03F4AA4C8083}"/>
              </a:ext>
            </a:extLst>
          </p:cNvPr>
          <p:cNvSpPr txBox="1"/>
          <p:nvPr/>
        </p:nvSpPr>
        <p:spPr>
          <a:xfrm>
            <a:off x="9385869" y="4696288"/>
            <a:ext cx="23362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Plateau region is</a:t>
            </a:r>
          </a:p>
          <a:p>
            <a:r>
              <a:rPr lang="en-GB" dirty="0"/>
              <a:t>the lower of either</a:t>
            </a:r>
          </a:p>
          <a:p>
            <a:pPr marL="285750" indent="-285750">
              <a:buFontTx/>
              <a:buChar char="-"/>
            </a:pPr>
            <a:r>
              <a:rPr lang="en-GB" dirty="0"/>
              <a:t>Limited to r0/frame</a:t>
            </a:r>
          </a:p>
          <a:p>
            <a:r>
              <a:rPr lang="en-GB" dirty="0"/>
              <a:t>      or</a:t>
            </a:r>
          </a:p>
          <a:p>
            <a:pPr marL="285750" indent="-285750">
              <a:buFontTx/>
              <a:buChar char="-"/>
            </a:pPr>
            <a:r>
              <a:rPr lang="en-GB" dirty="0"/>
              <a:t>Noll’s telescope size</a:t>
            </a:r>
          </a:p>
        </p:txBody>
      </p:sp>
      <p:pic>
        <p:nvPicPr>
          <p:cNvPr id="46" name="Picture 45" descr="A picture containing text, screenshot, diagram, number&#10;&#10;Description automatically generated">
            <a:extLst>
              <a:ext uri="{FF2B5EF4-FFF2-40B4-BE49-F238E27FC236}">
                <a16:creationId xmlns:a16="http://schemas.microsoft.com/office/drawing/2014/main" id="{0D8FEC45-7537-7464-018B-0479B20E9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936" y="2028965"/>
            <a:ext cx="3752850" cy="25908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CD80F83-187A-DEC0-C18D-9A042EFE79EF}"/>
              </a:ext>
            </a:extLst>
          </p:cNvPr>
          <p:cNvSpPr txBox="1"/>
          <p:nvPr/>
        </p:nvSpPr>
        <p:spPr>
          <a:xfrm>
            <a:off x="8777201" y="198116"/>
            <a:ext cx="33055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rate = 0.0025s</a:t>
            </a:r>
          </a:p>
          <a:p>
            <a:r>
              <a:rPr lang="en-GB" dirty="0"/>
              <a:t>R0 = 2.5cm – 75m</a:t>
            </a:r>
          </a:p>
          <a:p>
            <a:r>
              <a:rPr lang="en-GB" dirty="0"/>
              <a:t>Max error = 1.029(d/r)^(5/3)</a:t>
            </a:r>
          </a:p>
          <a:p>
            <a:r>
              <a:rPr lang="en-GB" dirty="0"/>
              <a:t>L0 = 8m</a:t>
            </a:r>
          </a:p>
          <a:p>
            <a:r>
              <a:rPr lang="en-GB" dirty="0"/>
              <a:t>Lenslet Diameter = 0.4m/8 = 5cm</a:t>
            </a:r>
          </a:p>
          <a:p>
            <a:r>
              <a:rPr lang="en-GB" dirty="0"/>
              <a:t>l0 = 1e-10 m (hard code in soapy)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0DD4F-4335-AAE9-92F7-ACC84DF1CCF5}"/>
              </a:ext>
            </a:extLst>
          </p:cNvPr>
          <p:cNvSpPr txBox="1"/>
          <p:nvPr/>
        </p:nvSpPr>
        <p:spPr>
          <a:xfrm>
            <a:off x="4385569" y="1417639"/>
            <a:ext cx="3017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Coherence time instead of r0?</a:t>
            </a:r>
          </a:p>
        </p:txBody>
      </p:sp>
    </p:spTree>
    <p:extLst>
      <p:ext uri="{BB962C8B-B14F-4D97-AF65-F5344CB8AC3E}">
        <p14:creationId xmlns:p14="http://schemas.microsoft.com/office/powerpoint/2010/main" val="41647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2F12-41D2-0B94-908F-740B403F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Turbulence Temporal PSD</a:t>
            </a:r>
          </a:p>
        </p:txBody>
      </p:sp>
      <p:pic>
        <p:nvPicPr>
          <p:cNvPr id="5" name="Content Placeholder 4" descr="A picture containing text, screenshot, plot, diagram&#10;&#10;Description automatically generated">
            <a:extLst>
              <a:ext uri="{FF2B5EF4-FFF2-40B4-BE49-F238E27FC236}">
                <a16:creationId xmlns:a16="http://schemas.microsoft.com/office/drawing/2014/main" id="{A80D1966-7837-D70E-3D55-02B1A26B7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555" y="1413116"/>
            <a:ext cx="7380514" cy="504683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686916-464A-FAF1-07AB-8611E4D599F0}"/>
              </a:ext>
            </a:extLst>
          </p:cNvPr>
          <p:cNvSpPr txBox="1"/>
          <p:nvPr/>
        </p:nvSpPr>
        <p:spPr>
          <a:xfrm>
            <a:off x="9190653" y="5971592"/>
            <a:ext cx="283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Starting to see noisy region?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4EDA02-82FF-48D5-5AE9-E2365BCB7D64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9713167" y="5337110"/>
            <a:ext cx="895791" cy="6344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EE8DBB-30A2-2AE7-60D3-EB43D47EF5F0}"/>
              </a:ext>
            </a:extLst>
          </p:cNvPr>
          <p:cNvSpPr txBox="1"/>
          <p:nvPr/>
        </p:nvSpPr>
        <p:spPr>
          <a:xfrm>
            <a:off x="3603763" y="3000090"/>
            <a:ext cx="148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AO correction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23EB05-B30E-0228-22E2-17B16DFC4633}"/>
              </a:ext>
            </a:extLst>
          </p:cNvPr>
          <p:cNvCxnSpPr>
            <a:cxnSpLocks/>
          </p:cNvCxnSpPr>
          <p:nvPr/>
        </p:nvCxnSpPr>
        <p:spPr>
          <a:xfrm>
            <a:off x="3684233" y="3429000"/>
            <a:ext cx="424352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944E85-81A1-C6BB-9DB7-C1389A33D64C}"/>
              </a:ext>
            </a:extLst>
          </p:cNvPr>
          <p:cNvSpPr txBox="1"/>
          <p:nvPr/>
        </p:nvSpPr>
        <p:spPr>
          <a:xfrm>
            <a:off x="4825059" y="89973"/>
            <a:ext cx="2448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Performance gain by AO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E06487-A636-6F0C-8E2B-29CCF33943CA}"/>
              </a:ext>
            </a:extLst>
          </p:cNvPr>
          <p:cNvCxnSpPr>
            <a:cxnSpLocks/>
          </p:cNvCxnSpPr>
          <p:nvPr/>
        </p:nvCxnSpPr>
        <p:spPr>
          <a:xfrm flipH="1">
            <a:off x="5717219" y="479394"/>
            <a:ext cx="378781" cy="35762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495585-B114-3ACD-0BFB-9FD8A3F8D09F}"/>
              </a:ext>
            </a:extLst>
          </p:cNvPr>
          <p:cNvSpPr txBox="1"/>
          <p:nvPr/>
        </p:nvSpPr>
        <p:spPr>
          <a:xfrm>
            <a:off x="9330431" y="585926"/>
            <a:ext cx="1930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AO-amplified error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246E3F-A453-12B9-12C2-97E93953F090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9190653" y="955258"/>
            <a:ext cx="1105011" cy="26034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DF89F7-2A0F-ECD3-6A85-A93E0EE0CE0D}"/>
              </a:ext>
            </a:extLst>
          </p:cNvPr>
          <p:cNvSpPr txBox="1"/>
          <p:nvPr/>
        </p:nvSpPr>
        <p:spPr>
          <a:xfrm>
            <a:off x="101926" y="1293959"/>
            <a:ext cx="302416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= 0.001s</a:t>
            </a:r>
          </a:p>
          <a:p>
            <a:r>
              <a:rPr lang="en-GB" dirty="0"/>
              <a:t>Total time = 1s</a:t>
            </a:r>
          </a:p>
          <a:p>
            <a:r>
              <a:rPr lang="en-GB" dirty="0"/>
              <a:t>R0 = 5cm</a:t>
            </a:r>
          </a:p>
          <a:p>
            <a:r>
              <a:rPr lang="en-GB" dirty="0"/>
              <a:t>L0 = 10m</a:t>
            </a:r>
          </a:p>
          <a:p>
            <a:r>
              <a:rPr lang="en-GB" dirty="0"/>
              <a:t>Tel = 0.4m</a:t>
            </a:r>
          </a:p>
          <a:p>
            <a:r>
              <a:rPr lang="en-GB" dirty="0" err="1"/>
              <a:t>Nxsub</a:t>
            </a:r>
            <a:r>
              <a:rPr lang="en-GB" dirty="0"/>
              <a:t> = 8</a:t>
            </a:r>
          </a:p>
          <a:p>
            <a:r>
              <a:rPr lang="en-GB" dirty="0" err="1"/>
              <a:t>Pxlspersubap</a:t>
            </a:r>
            <a:r>
              <a:rPr lang="en-GB" dirty="0"/>
              <a:t> = 16</a:t>
            </a:r>
          </a:p>
          <a:p>
            <a:r>
              <a:rPr lang="en-GB" dirty="0"/>
              <a:t>dm gain = 1</a:t>
            </a:r>
          </a:p>
          <a:p>
            <a:r>
              <a:rPr lang="en-GB" dirty="0"/>
              <a:t>Vbar5/3=15.11m/s</a:t>
            </a:r>
          </a:p>
          <a:p>
            <a:r>
              <a:rPr lang="en-GB" dirty="0" err="1"/>
              <a:t>Vmin</a:t>
            </a:r>
            <a:r>
              <a:rPr lang="en-GB" dirty="0"/>
              <a:t> = 5m/s</a:t>
            </a:r>
          </a:p>
          <a:p>
            <a:r>
              <a:rPr lang="en-GB" dirty="0"/>
              <a:t>Vmax=34.53</a:t>
            </a:r>
          </a:p>
          <a:p>
            <a:r>
              <a:rPr lang="en-GB" dirty="0"/>
              <a:t>Tau0=1.04ms</a:t>
            </a:r>
          </a:p>
          <a:p>
            <a:r>
              <a:rPr lang="en-GB" dirty="0"/>
              <a:t>Fmax=1/2pixeltime</a:t>
            </a:r>
          </a:p>
          <a:p>
            <a:r>
              <a:rPr lang="en-GB" dirty="0"/>
              <a:t>pixel time = 0.4m/16/8/5m/s</a:t>
            </a:r>
          </a:p>
          <a:p>
            <a:r>
              <a:rPr lang="en-GB" dirty="0"/>
              <a:t> = 0.625ms</a:t>
            </a:r>
          </a:p>
          <a:p>
            <a:r>
              <a:rPr lang="en-GB" dirty="0"/>
              <a:t>max frequency = 1/(2*</a:t>
            </a:r>
            <a:r>
              <a:rPr lang="en-GB" dirty="0" err="1"/>
              <a:t>pxtime</a:t>
            </a:r>
            <a:r>
              <a:rPr lang="en-GB" dirty="0"/>
              <a:t>)</a:t>
            </a:r>
          </a:p>
          <a:p>
            <a:r>
              <a:rPr lang="en-GB" dirty="0"/>
              <a:t> = 1/(2*0.625ms) = 800Hz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418DAE-2663-FADB-E724-7FA66EA5437B}"/>
              </a:ext>
            </a:extLst>
          </p:cNvPr>
          <p:cNvSpPr txBox="1"/>
          <p:nvPr/>
        </p:nvSpPr>
        <p:spPr>
          <a:xfrm>
            <a:off x="1995438" y="2061520"/>
            <a:ext cx="160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Correct units??</a:t>
            </a:r>
          </a:p>
        </p:txBody>
      </p:sp>
    </p:spTree>
    <p:extLst>
      <p:ext uri="{BB962C8B-B14F-4D97-AF65-F5344CB8AC3E}">
        <p14:creationId xmlns:p14="http://schemas.microsoft.com/office/powerpoint/2010/main" val="212109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text, screenshot, plot, diagram&#10;&#10;Description automatically generated">
            <a:extLst>
              <a:ext uri="{FF2B5EF4-FFF2-40B4-BE49-F238E27FC236}">
                <a16:creationId xmlns:a16="http://schemas.microsoft.com/office/drawing/2014/main" id="{88A80CA9-5068-C72B-564C-451A13BCC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355" y="955916"/>
            <a:ext cx="7380514" cy="504683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9DCC46-4C60-D689-5AEF-2B92EF1AAED4}"/>
              </a:ext>
            </a:extLst>
          </p:cNvPr>
          <p:cNvSpPr/>
          <p:nvPr/>
        </p:nvSpPr>
        <p:spPr>
          <a:xfrm>
            <a:off x="4772025" y="5648325"/>
            <a:ext cx="3619500" cy="323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D64FC-B6A5-4D3D-E9AA-CE9852C5424C}"/>
              </a:ext>
            </a:extLst>
          </p:cNvPr>
          <p:cNvSpPr/>
          <p:nvPr/>
        </p:nvSpPr>
        <p:spPr>
          <a:xfrm rot="16200000">
            <a:off x="1009650" y="2800350"/>
            <a:ext cx="3619500" cy="323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A40EE-C6D0-C266-6D69-884A272F3B0A}"/>
              </a:ext>
            </a:extLst>
          </p:cNvPr>
          <p:cNvSpPr/>
          <p:nvPr/>
        </p:nvSpPr>
        <p:spPr>
          <a:xfrm>
            <a:off x="7543800" y="1228724"/>
            <a:ext cx="2162175" cy="7905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32466-6442-F023-9553-4EE97892B1E4}"/>
              </a:ext>
            </a:extLst>
          </p:cNvPr>
          <p:cNvSpPr txBox="1"/>
          <p:nvPr/>
        </p:nvSpPr>
        <p:spPr>
          <a:xfrm>
            <a:off x="5543550" y="5581650"/>
            <a:ext cx="2249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Tip/tilt frequency (Hz)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48262-ABF3-BA78-D4C5-FA84FA5A0897}"/>
              </a:ext>
            </a:extLst>
          </p:cNvPr>
          <p:cNvSpPr txBox="1"/>
          <p:nvPr/>
        </p:nvSpPr>
        <p:spPr>
          <a:xfrm rot="16200000">
            <a:off x="1609290" y="2943226"/>
            <a:ext cx="2307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Power spectral density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3D9F6-115A-1182-458D-92D70A28CC62}"/>
              </a:ext>
            </a:extLst>
          </p:cNvPr>
          <p:cNvSpPr txBox="1"/>
          <p:nvPr/>
        </p:nvSpPr>
        <p:spPr>
          <a:xfrm>
            <a:off x="7449331" y="1162050"/>
            <a:ext cx="2286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Greenwood frequency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2E486-7BCA-1A85-206F-4DD6E9BF55FD}"/>
              </a:ext>
            </a:extLst>
          </p:cNvPr>
          <p:cNvSpPr txBox="1"/>
          <p:nvPr/>
        </p:nvSpPr>
        <p:spPr>
          <a:xfrm>
            <a:off x="7445767" y="1457325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Corrected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3FEC4-65A9-BD75-56D9-82EB238FE0B2}"/>
              </a:ext>
            </a:extLst>
          </p:cNvPr>
          <p:cNvSpPr txBox="1"/>
          <p:nvPr/>
        </p:nvSpPr>
        <p:spPr>
          <a:xfrm>
            <a:off x="7439200" y="1743075"/>
            <a:ext cx="135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Uncorrected</a:t>
            </a:r>
          </a:p>
        </p:txBody>
      </p:sp>
    </p:spTree>
    <p:extLst>
      <p:ext uri="{BB962C8B-B14F-4D97-AF65-F5344CB8AC3E}">
        <p14:creationId xmlns:p14="http://schemas.microsoft.com/office/powerpoint/2010/main" val="1123493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5C979C-B437-6D7C-FCF5-2D27EB1C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50" y="1417639"/>
            <a:ext cx="7244495" cy="4829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F82F12-41D2-0B94-908F-740B403F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Turbulence Temporal PSD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86916-464A-FAF1-07AB-8611E4D599F0}"/>
              </a:ext>
            </a:extLst>
          </p:cNvPr>
          <p:cNvSpPr txBox="1"/>
          <p:nvPr/>
        </p:nvSpPr>
        <p:spPr>
          <a:xfrm>
            <a:off x="9190653" y="5971592"/>
            <a:ext cx="2053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happen here?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4EDA02-82FF-48D5-5AE9-E2365BCB7D64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6102645" y="3209409"/>
            <a:ext cx="4114732" cy="27621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DF89F7-2A0F-ECD3-6A85-A93E0EE0CE0D}"/>
              </a:ext>
            </a:extLst>
          </p:cNvPr>
          <p:cNvSpPr txBox="1"/>
          <p:nvPr/>
        </p:nvSpPr>
        <p:spPr>
          <a:xfrm>
            <a:off x="20369" y="1316486"/>
            <a:ext cx="19531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= 0.0001s</a:t>
            </a:r>
          </a:p>
          <a:p>
            <a:r>
              <a:rPr lang="en-GB" dirty="0"/>
              <a:t>Total time = 0.25s</a:t>
            </a:r>
          </a:p>
          <a:p>
            <a:r>
              <a:rPr lang="en-GB" dirty="0"/>
              <a:t>R0 = 5cm</a:t>
            </a:r>
          </a:p>
          <a:p>
            <a:r>
              <a:rPr lang="en-GB" dirty="0"/>
              <a:t>L0 = 10m</a:t>
            </a:r>
          </a:p>
          <a:p>
            <a:r>
              <a:rPr lang="en-GB" dirty="0"/>
              <a:t>Tel = 0.4m</a:t>
            </a:r>
          </a:p>
          <a:p>
            <a:r>
              <a:rPr lang="en-GB" dirty="0" err="1"/>
              <a:t>Nxsub</a:t>
            </a:r>
            <a:r>
              <a:rPr lang="en-GB" dirty="0"/>
              <a:t> = 8</a:t>
            </a:r>
          </a:p>
          <a:p>
            <a:r>
              <a:rPr lang="en-GB" dirty="0" err="1"/>
              <a:t>Pxlspersubap</a:t>
            </a:r>
            <a:r>
              <a:rPr lang="en-GB" dirty="0"/>
              <a:t> = 16</a:t>
            </a:r>
          </a:p>
          <a:p>
            <a:r>
              <a:rPr lang="en-GB" dirty="0"/>
              <a:t>dm gain = 1</a:t>
            </a:r>
          </a:p>
          <a:p>
            <a:r>
              <a:rPr lang="en-GB" dirty="0"/>
              <a:t>Vbar5/3=15.11m/s</a:t>
            </a:r>
          </a:p>
          <a:p>
            <a:r>
              <a:rPr lang="en-GB" dirty="0" err="1"/>
              <a:t>Vmin</a:t>
            </a:r>
            <a:r>
              <a:rPr lang="en-GB" dirty="0"/>
              <a:t> = 5m/s</a:t>
            </a:r>
          </a:p>
          <a:p>
            <a:r>
              <a:rPr lang="en-GB" dirty="0"/>
              <a:t>Vmax=34.53</a:t>
            </a:r>
          </a:p>
          <a:p>
            <a:r>
              <a:rPr lang="en-GB" dirty="0"/>
              <a:t>Tau0=1.04ms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D3F0A5-38CF-2EA1-C6ED-9D1422173A0D}"/>
              </a:ext>
            </a:extLst>
          </p:cNvPr>
          <p:cNvSpPr/>
          <p:nvPr/>
        </p:nvSpPr>
        <p:spPr>
          <a:xfrm>
            <a:off x="714000" y="1270143"/>
            <a:ext cx="1180730" cy="807232"/>
          </a:xfrm>
          <a:prstGeom prst="ellipse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4FBBDF-D1FA-9E49-06BE-E8D5EC8CF5E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8913181" y="1559182"/>
            <a:ext cx="1516451" cy="29240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6998E1-E7FD-F0CF-B91F-0178DF9195A0}"/>
              </a:ext>
            </a:extLst>
          </p:cNvPr>
          <p:cNvSpPr txBox="1"/>
          <p:nvPr/>
        </p:nvSpPr>
        <p:spPr>
          <a:xfrm>
            <a:off x="9574846" y="358853"/>
            <a:ext cx="17095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Usual FT limit</a:t>
            </a:r>
          </a:p>
          <a:p>
            <a:r>
              <a:rPr lang="en-GB" dirty="0"/>
              <a:t>Calculation limit</a:t>
            </a:r>
          </a:p>
          <a:p>
            <a:r>
              <a:rPr lang="en-GB" dirty="0"/>
              <a:t>Can be fix by</a:t>
            </a:r>
          </a:p>
          <a:p>
            <a:r>
              <a:rPr lang="en-GB" dirty="0"/>
              <a:t>Frame rate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B2D602D-1A38-D727-2292-3B984644290E}"/>
              </a:ext>
            </a:extLst>
          </p:cNvPr>
          <p:cNvCxnSpPr>
            <a:cxnSpLocks/>
          </p:cNvCxnSpPr>
          <p:nvPr/>
        </p:nvCxnSpPr>
        <p:spPr>
          <a:xfrm flipV="1">
            <a:off x="7457241" y="1351168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FB421E-69D4-B094-7779-F240C88293CF}"/>
              </a:ext>
            </a:extLst>
          </p:cNvPr>
          <p:cNvCxnSpPr>
            <a:cxnSpLocks/>
          </p:cNvCxnSpPr>
          <p:nvPr/>
        </p:nvCxnSpPr>
        <p:spPr>
          <a:xfrm flipV="1">
            <a:off x="7494228" y="1351168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606903-C4EE-B991-308F-8718F24D6E29}"/>
              </a:ext>
            </a:extLst>
          </p:cNvPr>
          <p:cNvCxnSpPr>
            <a:cxnSpLocks/>
          </p:cNvCxnSpPr>
          <p:nvPr/>
        </p:nvCxnSpPr>
        <p:spPr>
          <a:xfrm flipV="1">
            <a:off x="7548975" y="1343769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01EF04-2D37-C9DD-43A6-8FC6B27DC301}"/>
              </a:ext>
            </a:extLst>
          </p:cNvPr>
          <p:cNvCxnSpPr>
            <a:cxnSpLocks/>
          </p:cNvCxnSpPr>
          <p:nvPr/>
        </p:nvCxnSpPr>
        <p:spPr>
          <a:xfrm flipV="1">
            <a:off x="8180766" y="1362999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BAE9D77-ED63-12C0-15DE-A0C408BDA512}"/>
              </a:ext>
            </a:extLst>
          </p:cNvPr>
          <p:cNvCxnSpPr>
            <a:cxnSpLocks/>
          </p:cNvCxnSpPr>
          <p:nvPr/>
        </p:nvCxnSpPr>
        <p:spPr>
          <a:xfrm flipV="1">
            <a:off x="8404190" y="1373354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D43A44-CFED-1E86-9B52-87CAFBF601DF}"/>
              </a:ext>
            </a:extLst>
          </p:cNvPr>
          <p:cNvCxnSpPr>
            <a:cxnSpLocks/>
          </p:cNvCxnSpPr>
          <p:nvPr/>
        </p:nvCxnSpPr>
        <p:spPr>
          <a:xfrm flipV="1">
            <a:off x="8944248" y="1362999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145A6C-A4F8-F2AE-BE81-2980B75E70E7}"/>
              </a:ext>
            </a:extLst>
          </p:cNvPr>
          <p:cNvSpPr txBox="1"/>
          <p:nvPr/>
        </p:nvSpPr>
        <p:spPr>
          <a:xfrm>
            <a:off x="9816576" y="2967335"/>
            <a:ext cx="204524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Pixel shift limit</a:t>
            </a:r>
          </a:p>
          <a:p>
            <a:r>
              <a:rPr lang="en-GB" dirty="0" err="1"/>
              <a:t>Atm</a:t>
            </a:r>
            <a:r>
              <a:rPr lang="en-GB" dirty="0"/>
              <a:t> Layers</a:t>
            </a:r>
          </a:p>
          <a:p>
            <a:r>
              <a:rPr lang="en-GB" dirty="0"/>
              <a:t> = Not what happen</a:t>
            </a:r>
          </a:p>
          <a:p>
            <a:r>
              <a:rPr lang="en-GB" dirty="0"/>
              <a:t>Physically</a:t>
            </a:r>
          </a:p>
          <a:p>
            <a:r>
              <a:rPr lang="en-GB" dirty="0"/>
              <a:t>Can be fix by</a:t>
            </a:r>
          </a:p>
          <a:p>
            <a:r>
              <a:rPr lang="en-GB" dirty="0"/>
              <a:t>reducing pixel scale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7A37D16-1552-A14F-5135-C2FD5727216D}"/>
              </a:ext>
            </a:extLst>
          </p:cNvPr>
          <p:cNvCxnSpPr>
            <a:cxnSpLocks/>
          </p:cNvCxnSpPr>
          <p:nvPr/>
        </p:nvCxnSpPr>
        <p:spPr>
          <a:xfrm flipV="1">
            <a:off x="7494228" y="3404586"/>
            <a:ext cx="2322348" cy="24414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F1D66-542E-D900-F50B-BB039603FCA7}"/>
              </a:ext>
            </a:extLst>
          </p:cNvPr>
          <p:cNvSpPr txBox="1"/>
          <p:nvPr/>
        </p:nvSpPr>
        <p:spPr>
          <a:xfrm>
            <a:off x="2591768" y="6340924"/>
            <a:ext cx="139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L0 frequency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381CC3-59BD-F4AC-47ED-4CED1616C264}"/>
              </a:ext>
            </a:extLst>
          </p:cNvPr>
          <p:cNvCxnSpPr>
            <a:cxnSpLocks/>
          </p:cNvCxnSpPr>
          <p:nvPr/>
        </p:nvCxnSpPr>
        <p:spPr>
          <a:xfrm flipV="1">
            <a:off x="3219631" y="1270143"/>
            <a:ext cx="0" cy="5070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D57AE36-88C7-F966-2AD1-C0EBDA7AF8D2}"/>
              </a:ext>
            </a:extLst>
          </p:cNvPr>
          <p:cNvSpPr txBox="1"/>
          <p:nvPr/>
        </p:nvSpPr>
        <p:spPr>
          <a:xfrm>
            <a:off x="6369861" y="6389082"/>
            <a:ext cx="330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Nyquist frequencies of each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F1298-5941-F0BF-A188-3304D75C4736}"/>
              </a:ext>
            </a:extLst>
          </p:cNvPr>
          <p:cNvSpPr txBox="1"/>
          <p:nvPr/>
        </p:nvSpPr>
        <p:spPr>
          <a:xfrm>
            <a:off x="1913956" y="1892709"/>
            <a:ext cx="160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Correct units??</a:t>
            </a:r>
          </a:p>
        </p:txBody>
      </p:sp>
    </p:spTree>
    <p:extLst>
      <p:ext uri="{BB962C8B-B14F-4D97-AF65-F5344CB8AC3E}">
        <p14:creationId xmlns:p14="http://schemas.microsoft.com/office/powerpoint/2010/main" val="365343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5C979C-B437-6D7C-FCF5-2D27EB1C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50" y="1417639"/>
            <a:ext cx="7244495" cy="4829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F82F12-41D2-0B94-908F-740B403F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Turbulence Temporal PSD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DF89F7-2A0F-ECD3-6A85-A93E0EE0CE0D}"/>
              </a:ext>
            </a:extLst>
          </p:cNvPr>
          <p:cNvSpPr txBox="1"/>
          <p:nvPr/>
        </p:nvSpPr>
        <p:spPr>
          <a:xfrm>
            <a:off x="20369" y="1316486"/>
            <a:ext cx="19531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= 0.0001s</a:t>
            </a:r>
          </a:p>
          <a:p>
            <a:r>
              <a:rPr lang="en-GB" dirty="0"/>
              <a:t>Total time = 0.25s</a:t>
            </a:r>
          </a:p>
          <a:p>
            <a:r>
              <a:rPr lang="en-GB" dirty="0"/>
              <a:t>R0 = 5cm</a:t>
            </a:r>
          </a:p>
          <a:p>
            <a:r>
              <a:rPr lang="en-GB" dirty="0"/>
              <a:t>L0 = 10m</a:t>
            </a:r>
          </a:p>
          <a:p>
            <a:r>
              <a:rPr lang="en-GB" dirty="0"/>
              <a:t>Tel = 0.4m</a:t>
            </a:r>
          </a:p>
          <a:p>
            <a:r>
              <a:rPr lang="en-GB" dirty="0" err="1"/>
              <a:t>Nxsub</a:t>
            </a:r>
            <a:r>
              <a:rPr lang="en-GB" dirty="0"/>
              <a:t> = 8</a:t>
            </a:r>
          </a:p>
          <a:p>
            <a:r>
              <a:rPr lang="en-GB" dirty="0" err="1"/>
              <a:t>Pxlspersubap</a:t>
            </a:r>
            <a:r>
              <a:rPr lang="en-GB" dirty="0"/>
              <a:t> = 16</a:t>
            </a:r>
          </a:p>
          <a:p>
            <a:r>
              <a:rPr lang="en-GB" dirty="0"/>
              <a:t>dm gain = 1</a:t>
            </a:r>
          </a:p>
          <a:p>
            <a:r>
              <a:rPr lang="en-GB" dirty="0"/>
              <a:t>Vbar5/3=15.11m/s</a:t>
            </a:r>
          </a:p>
          <a:p>
            <a:r>
              <a:rPr lang="en-GB" dirty="0" err="1"/>
              <a:t>Vmin</a:t>
            </a:r>
            <a:r>
              <a:rPr lang="en-GB" dirty="0"/>
              <a:t> = 5m/s</a:t>
            </a:r>
          </a:p>
          <a:p>
            <a:r>
              <a:rPr lang="en-GB" dirty="0"/>
              <a:t>Vmax=34.53</a:t>
            </a:r>
          </a:p>
          <a:p>
            <a:r>
              <a:rPr lang="en-GB" dirty="0"/>
              <a:t>Tau0=1.04ms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D3F0A5-38CF-2EA1-C6ED-9D1422173A0D}"/>
              </a:ext>
            </a:extLst>
          </p:cNvPr>
          <p:cNvSpPr/>
          <p:nvPr/>
        </p:nvSpPr>
        <p:spPr>
          <a:xfrm>
            <a:off x="714000" y="1270143"/>
            <a:ext cx="1180730" cy="807232"/>
          </a:xfrm>
          <a:prstGeom prst="ellipse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4FBBDF-D1FA-9E49-06BE-E8D5EC8CF5E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8913181" y="1559182"/>
            <a:ext cx="1516451" cy="29240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6998E1-E7FD-F0CF-B91F-0178DF9195A0}"/>
              </a:ext>
            </a:extLst>
          </p:cNvPr>
          <p:cNvSpPr txBox="1"/>
          <p:nvPr/>
        </p:nvSpPr>
        <p:spPr>
          <a:xfrm>
            <a:off x="9574846" y="358853"/>
            <a:ext cx="17095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Usual FT limit</a:t>
            </a:r>
          </a:p>
          <a:p>
            <a:r>
              <a:rPr lang="en-GB" dirty="0"/>
              <a:t>Calculation limit</a:t>
            </a:r>
          </a:p>
          <a:p>
            <a:r>
              <a:rPr lang="en-GB" dirty="0"/>
              <a:t>Can be fix by</a:t>
            </a:r>
          </a:p>
          <a:p>
            <a:r>
              <a:rPr lang="en-GB" dirty="0"/>
              <a:t>Frame rate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B2D602D-1A38-D727-2292-3B984644290E}"/>
              </a:ext>
            </a:extLst>
          </p:cNvPr>
          <p:cNvCxnSpPr>
            <a:cxnSpLocks/>
          </p:cNvCxnSpPr>
          <p:nvPr/>
        </p:nvCxnSpPr>
        <p:spPr>
          <a:xfrm flipV="1">
            <a:off x="6800293" y="1417639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FB421E-69D4-B094-7779-F240C88293CF}"/>
              </a:ext>
            </a:extLst>
          </p:cNvPr>
          <p:cNvCxnSpPr>
            <a:cxnSpLocks/>
          </p:cNvCxnSpPr>
          <p:nvPr/>
        </p:nvCxnSpPr>
        <p:spPr>
          <a:xfrm flipV="1">
            <a:off x="6528773" y="1351168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606903-C4EE-B991-308F-8718F24D6E29}"/>
              </a:ext>
            </a:extLst>
          </p:cNvPr>
          <p:cNvCxnSpPr>
            <a:cxnSpLocks/>
          </p:cNvCxnSpPr>
          <p:nvPr/>
        </p:nvCxnSpPr>
        <p:spPr>
          <a:xfrm flipV="1">
            <a:off x="5835585" y="1316486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01EF04-2D37-C9DD-43A6-8FC6B27DC301}"/>
              </a:ext>
            </a:extLst>
          </p:cNvPr>
          <p:cNvCxnSpPr>
            <a:cxnSpLocks/>
          </p:cNvCxnSpPr>
          <p:nvPr/>
        </p:nvCxnSpPr>
        <p:spPr>
          <a:xfrm flipV="1">
            <a:off x="7355143" y="1362999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145A6C-A4F8-F2AE-BE81-2980B75E70E7}"/>
              </a:ext>
            </a:extLst>
          </p:cNvPr>
          <p:cNvSpPr txBox="1"/>
          <p:nvPr/>
        </p:nvSpPr>
        <p:spPr>
          <a:xfrm>
            <a:off x="9816576" y="2967335"/>
            <a:ext cx="18957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subap</a:t>
            </a:r>
            <a:r>
              <a:rPr lang="en-GB" dirty="0"/>
              <a:t> shift limit</a:t>
            </a:r>
          </a:p>
          <a:p>
            <a:r>
              <a:rPr lang="en-GB" dirty="0" err="1"/>
              <a:t>Atm</a:t>
            </a:r>
            <a:r>
              <a:rPr lang="en-GB" dirty="0"/>
              <a:t> Layers</a:t>
            </a:r>
          </a:p>
          <a:p>
            <a:r>
              <a:rPr lang="en-GB" dirty="0"/>
              <a:t>= is what </a:t>
            </a:r>
            <a:r>
              <a:rPr lang="en-GB" dirty="0" err="1"/>
              <a:t>ao</a:t>
            </a:r>
            <a:r>
              <a:rPr lang="en-GB" dirty="0"/>
              <a:t> see</a:t>
            </a:r>
          </a:p>
          <a:p>
            <a:r>
              <a:rPr lang="en-GB" dirty="0"/>
              <a:t>So this is legit still.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7A37D16-1552-A14F-5135-C2FD5727216D}"/>
              </a:ext>
            </a:extLst>
          </p:cNvPr>
          <p:cNvCxnSpPr>
            <a:cxnSpLocks/>
          </p:cNvCxnSpPr>
          <p:nvPr/>
        </p:nvCxnSpPr>
        <p:spPr>
          <a:xfrm>
            <a:off x="5899210" y="3415683"/>
            <a:ext cx="3917366" cy="0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F1D66-542E-D900-F50B-BB039603FCA7}"/>
              </a:ext>
            </a:extLst>
          </p:cNvPr>
          <p:cNvSpPr txBox="1"/>
          <p:nvPr/>
        </p:nvSpPr>
        <p:spPr>
          <a:xfrm>
            <a:off x="2591768" y="6340924"/>
            <a:ext cx="139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L0 frequency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381CC3-59BD-F4AC-47ED-4CED1616C264}"/>
              </a:ext>
            </a:extLst>
          </p:cNvPr>
          <p:cNvCxnSpPr>
            <a:cxnSpLocks/>
          </p:cNvCxnSpPr>
          <p:nvPr/>
        </p:nvCxnSpPr>
        <p:spPr>
          <a:xfrm flipV="1">
            <a:off x="3219631" y="1270143"/>
            <a:ext cx="0" cy="5070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D57AE36-88C7-F966-2AD1-C0EBDA7AF8D2}"/>
              </a:ext>
            </a:extLst>
          </p:cNvPr>
          <p:cNvSpPr txBox="1"/>
          <p:nvPr/>
        </p:nvSpPr>
        <p:spPr>
          <a:xfrm>
            <a:off x="5222233" y="6443266"/>
            <a:ext cx="3156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subap</a:t>
            </a:r>
            <a:r>
              <a:rPr lang="en-GB" dirty="0"/>
              <a:t> frequencies of each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70BA73-3B52-B39C-6777-CE17D51D9D1F}"/>
              </a:ext>
            </a:extLst>
          </p:cNvPr>
          <p:cNvCxnSpPr>
            <a:cxnSpLocks/>
          </p:cNvCxnSpPr>
          <p:nvPr/>
        </p:nvCxnSpPr>
        <p:spPr>
          <a:xfrm flipV="1">
            <a:off x="5899210" y="1328859"/>
            <a:ext cx="0" cy="5097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0EB340-63EF-BB81-3312-5F323E651EC5}"/>
              </a:ext>
            </a:extLst>
          </p:cNvPr>
          <p:cNvSpPr txBox="1"/>
          <p:nvPr/>
        </p:nvSpPr>
        <p:spPr>
          <a:xfrm>
            <a:off x="1913956" y="1892709"/>
            <a:ext cx="160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Correct units??</a:t>
            </a:r>
          </a:p>
        </p:txBody>
      </p:sp>
    </p:spTree>
    <p:extLst>
      <p:ext uri="{BB962C8B-B14F-4D97-AF65-F5344CB8AC3E}">
        <p14:creationId xmlns:p14="http://schemas.microsoft.com/office/powerpoint/2010/main" val="947967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6FC667-4D89-660E-5458-85A8B776D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30" y="1316486"/>
            <a:ext cx="7309416" cy="48729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F82F12-41D2-0B94-908F-740B403F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Turbulence Temporal PSD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4FBBDF-D1FA-9E49-06BE-E8D5EC8CF5E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8804336" y="1559182"/>
            <a:ext cx="1773605" cy="33679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6998E1-E7FD-F0CF-B91F-0178DF9195A0}"/>
              </a:ext>
            </a:extLst>
          </p:cNvPr>
          <p:cNvSpPr txBox="1"/>
          <p:nvPr/>
        </p:nvSpPr>
        <p:spPr>
          <a:xfrm>
            <a:off x="9574846" y="358853"/>
            <a:ext cx="20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Usual FT limit</a:t>
            </a:r>
          </a:p>
          <a:p>
            <a:r>
              <a:rPr lang="en-GB" dirty="0"/>
              <a:t>Calculation limit</a:t>
            </a:r>
          </a:p>
          <a:p>
            <a:r>
              <a:rPr lang="en-GB" dirty="0"/>
              <a:t>Can be fix by</a:t>
            </a:r>
          </a:p>
          <a:p>
            <a:r>
              <a:rPr lang="en-GB" dirty="0"/>
              <a:t>Increase frame rate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145A6C-A4F8-F2AE-BE81-2980B75E70E7}"/>
              </a:ext>
            </a:extLst>
          </p:cNvPr>
          <p:cNvSpPr txBox="1"/>
          <p:nvPr/>
        </p:nvSpPr>
        <p:spPr>
          <a:xfrm>
            <a:off x="9816576" y="2967335"/>
            <a:ext cx="18957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subap</a:t>
            </a:r>
            <a:r>
              <a:rPr lang="en-GB" dirty="0"/>
              <a:t> shift limit</a:t>
            </a:r>
          </a:p>
          <a:p>
            <a:r>
              <a:rPr lang="en-GB" dirty="0"/>
              <a:t>= is what </a:t>
            </a:r>
            <a:r>
              <a:rPr lang="en-GB" dirty="0" err="1"/>
              <a:t>ao</a:t>
            </a:r>
            <a:r>
              <a:rPr lang="en-GB" dirty="0"/>
              <a:t> see</a:t>
            </a:r>
          </a:p>
          <a:p>
            <a:r>
              <a:rPr lang="en-GB" dirty="0"/>
              <a:t>So this is legit still.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7A37D16-1552-A14F-5135-C2FD5727216D}"/>
              </a:ext>
            </a:extLst>
          </p:cNvPr>
          <p:cNvCxnSpPr>
            <a:cxnSpLocks/>
          </p:cNvCxnSpPr>
          <p:nvPr/>
        </p:nvCxnSpPr>
        <p:spPr>
          <a:xfrm>
            <a:off x="5899210" y="3415683"/>
            <a:ext cx="3917366" cy="0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DF89F7-2A0F-ECD3-6A85-A93E0EE0CE0D}"/>
              </a:ext>
            </a:extLst>
          </p:cNvPr>
          <p:cNvSpPr txBox="1"/>
          <p:nvPr/>
        </p:nvSpPr>
        <p:spPr>
          <a:xfrm>
            <a:off x="20369" y="1316486"/>
            <a:ext cx="19531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= 0.0001s</a:t>
            </a:r>
          </a:p>
          <a:p>
            <a:r>
              <a:rPr lang="en-GB" dirty="0"/>
              <a:t>Total time = 0.25s</a:t>
            </a:r>
          </a:p>
          <a:p>
            <a:r>
              <a:rPr lang="en-GB" dirty="0"/>
              <a:t>R0 = 5cm</a:t>
            </a:r>
          </a:p>
          <a:p>
            <a:r>
              <a:rPr lang="en-GB" dirty="0"/>
              <a:t>L0 = 10m</a:t>
            </a:r>
          </a:p>
          <a:p>
            <a:r>
              <a:rPr lang="en-GB" dirty="0"/>
              <a:t>Tel = 0.4m</a:t>
            </a:r>
          </a:p>
          <a:p>
            <a:r>
              <a:rPr lang="en-GB" dirty="0" err="1"/>
              <a:t>Nxsub</a:t>
            </a:r>
            <a:r>
              <a:rPr lang="en-GB" dirty="0"/>
              <a:t> = 8</a:t>
            </a:r>
          </a:p>
          <a:p>
            <a:r>
              <a:rPr lang="en-GB" dirty="0" err="1"/>
              <a:t>Pxlspersubap</a:t>
            </a:r>
            <a:r>
              <a:rPr lang="en-GB" dirty="0"/>
              <a:t> = 16</a:t>
            </a:r>
          </a:p>
          <a:p>
            <a:r>
              <a:rPr lang="en-GB" dirty="0"/>
              <a:t>dm gain = 1</a:t>
            </a:r>
          </a:p>
          <a:p>
            <a:r>
              <a:rPr lang="en-GB" dirty="0"/>
              <a:t>Vbar5/3=15.11m/s</a:t>
            </a:r>
          </a:p>
          <a:p>
            <a:r>
              <a:rPr lang="en-GB" dirty="0" err="1"/>
              <a:t>Vmin</a:t>
            </a:r>
            <a:r>
              <a:rPr lang="en-GB" dirty="0"/>
              <a:t> = 5m/s</a:t>
            </a:r>
          </a:p>
          <a:p>
            <a:r>
              <a:rPr lang="en-GB" dirty="0"/>
              <a:t>Vmax=34.53</a:t>
            </a:r>
          </a:p>
          <a:p>
            <a:r>
              <a:rPr lang="en-GB" dirty="0"/>
              <a:t>Tau0=1.04ms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D3F0A5-38CF-2EA1-C6ED-9D1422173A0D}"/>
              </a:ext>
            </a:extLst>
          </p:cNvPr>
          <p:cNvSpPr/>
          <p:nvPr/>
        </p:nvSpPr>
        <p:spPr>
          <a:xfrm>
            <a:off x="714000" y="1270143"/>
            <a:ext cx="1180730" cy="807232"/>
          </a:xfrm>
          <a:prstGeom prst="ellipse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BCFD2-4C7D-F3C4-40CD-6CBE0439F60B}"/>
              </a:ext>
            </a:extLst>
          </p:cNvPr>
          <p:cNvSpPr txBox="1"/>
          <p:nvPr/>
        </p:nvSpPr>
        <p:spPr>
          <a:xfrm>
            <a:off x="9816576" y="4698654"/>
            <a:ext cx="20090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Pixel shift limit</a:t>
            </a:r>
          </a:p>
          <a:p>
            <a:r>
              <a:rPr lang="en-GB" dirty="0"/>
              <a:t>- Not what happen</a:t>
            </a:r>
            <a:br>
              <a:rPr lang="en-GB" dirty="0"/>
            </a:br>
            <a:r>
              <a:rPr lang="en-GB" dirty="0"/>
              <a:t>physically</a:t>
            </a:r>
          </a:p>
          <a:p>
            <a:r>
              <a:rPr lang="en-GB" dirty="0"/>
              <a:t>- Can be fix by</a:t>
            </a:r>
          </a:p>
          <a:p>
            <a:r>
              <a:rPr lang="en-GB" dirty="0"/>
              <a:t>reducing pixel scale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7C0FB2-CA39-60CC-C65C-6460A3E4817F}"/>
              </a:ext>
            </a:extLst>
          </p:cNvPr>
          <p:cNvCxnSpPr>
            <a:cxnSpLocks/>
          </p:cNvCxnSpPr>
          <p:nvPr/>
        </p:nvCxnSpPr>
        <p:spPr>
          <a:xfrm flipV="1">
            <a:off x="7494228" y="5135905"/>
            <a:ext cx="2322348" cy="24414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91CC04-EBD3-377C-BE3C-0102DE002D1A}"/>
              </a:ext>
            </a:extLst>
          </p:cNvPr>
          <p:cNvSpPr txBox="1"/>
          <p:nvPr/>
        </p:nvSpPr>
        <p:spPr>
          <a:xfrm>
            <a:off x="1863000" y="1823155"/>
            <a:ext cx="160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Correct units??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0772A-06BC-53A2-2686-3796655B7781}"/>
              </a:ext>
            </a:extLst>
          </p:cNvPr>
          <p:cNvSpPr txBox="1"/>
          <p:nvPr/>
        </p:nvSpPr>
        <p:spPr>
          <a:xfrm>
            <a:off x="7423464" y="2192487"/>
            <a:ext cx="1609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srgbClr val="FF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667473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77308A-DBC3-4F9D-0124-0F27416E5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022" y="1711463"/>
            <a:ext cx="6891532" cy="4594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F82F12-41D2-0B94-908F-740B403F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Turbulence Temporal PSD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4FBBDF-D1FA-9E49-06BE-E8D5EC8CF5E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9108489" y="1559182"/>
            <a:ext cx="1469452" cy="266658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6998E1-E7FD-F0CF-B91F-0178DF9195A0}"/>
              </a:ext>
            </a:extLst>
          </p:cNvPr>
          <p:cNvSpPr txBox="1"/>
          <p:nvPr/>
        </p:nvSpPr>
        <p:spPr>
          <a:xfrm>
            <a:off x="9574846" y="358853"/>
            <a:ext cx="20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Usual FT limit</a:t>
            </a:r>
          </a:p>
          <a:p>
            <a:r>
              <a:rPr lang="en-GB" dirty="0"/>
              <a:t>Calculation limit</a:t>
            </a:r>
          </a:p>
          <a:p>
            <a:r>
              <a:rPr lang="en-GB" dirty="0"/>
              <a:t>Can be fix by</a:t>
            </a:r>
          </a:p>
          <a:p>
            <a:r>
              <a:rPr lang="en-GB" dirty="0"/>
              <a:t>Increase frame rate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145A6C-A4F8-F2AE-BE81-2980B75E70E7}"/>
              </a:ext>
            </a:extLst>
          </p:cNvPr>
          <p:cNvSpPr txBox="1"/>
          <p:nvPr/>
        </p:nvSpPr>
        <p:spPr>
          <a:xfrm>
            <a:off x="9816576" y="2967335"/>
            <a:ext cx="18957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subap</a:t>
            </a:r>
            <a:r>
              <a:rPr lang="en-GB" dirty="0"/>
              <a:t> shift limit</a:t>
            </a:r>
          </a:p>
          <a:p>
            <a:r>
              <a:rPr lang="en-GB" dirty="0"/>
              <a:t>= is what </a:t>
            </a:r>
            <a:r>
              <a:rPr lang="en-GB" dirty="0" err="1"/>
              <a:t>ao</a:t>
            </a:r>
            <a:r>
              <a:rPr lang="en-GB" dirty="0"/>
              <a:t> see</a:t>
            </a:r>
          </a:p>
          <a:p>
            <a:r>
              <a:rPr lang="en-GB" dirty="0"/>
              <a:t>So this is legit still.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7A37D16-1552-A14F-5135-C2FD5727216D}"/>
              </a:ext>
            </a:extLst>
          </p:cNvPr>
          <p:cNvCxnSpPr>
            <a:cxnSpLocks/>
          </p:cNvCxnSpPr>
          <p:nvPr/>
        </p:nvCxnSpPr>
        <p:spPr>
          <a:xfrm flipV="1">
            <a:off x="7324078" y="3415683"/>
            <a:ext cx="2492498" cy="13317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DF89F7-2A0F-ECD3-6A85-A93E0EE0CE0D}"/>
              </a:ext>
            </a:extLst>
          </p:cNvPr>
          <p:cNvSpPr txBox="1"/>
          <p:nvPr/>
        </p:nvSpPr>
        <p:spPr>
          <a:xfrm>
            <a:off x="20369" y="1316486"/>
            <a:ext cx="19531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= 0.000625s</a:t>
            </a:r>
          </a:p>
          <a:p>
            <a:r>
              <a:rPr lang="en-GB" dirty="0"/>
              <a:t>Total time </a:t>
            </a:r>
            <a:r>
              <a:rPr lang="en-GB"/>
              <a:t>= 1s</a:t>
            </a:r>
            <a:endParaRPr lang="en-GB" dirty="0"/>
          </a:p>
          <a:p>
            <a:r>
              <a:rPr lang="en-GB" dirty="0"/>
              <a:t>R0 = 5cm</a:t>
            </a:r>
          </a:p>
          <a:p>
            <a:r>
              <a:rPr lang="en-GB" dirty="0"/>
              <a:t>L0 = 10m</a:t>
            </a:r>
          </a:p>
          <a:p>
            <a:r>
              <a:rPr lang="en-GB" dirty="0"/>
              <a:t>Tel = 0.4m</a:t>
            </a:r>
          </a:p>
          <a:p>
            <a:r>
              <a:rPr lang="en-GB" dirty="0" err="1"/>
              <a:t>Nxsub</a:t>
            </a:r>
            <a:r>
              <a:rPr lang="en-GB" dirty="0"/>
              <a:t> = 8</a:t>
            </a:r>
          </a:p>
          <a:p>
            <a:r>
              <a:rPr lang="en-GB" dirty="0" err="1"/>
              <a:t>Pxlspersubap</a:t>
            </a:r>
            <a:r>
              <a:rPr lang="en-GB" dirty="0"/>
              <a:t> = 16</a:t>
            </a:r>
          </a:p>
          <a:p>
            <a:r>
              <a:rPr lang="en-GB" dirty="0"/>
              <a:t>dm gain = 1</a:t>
            </a:r>
          </a:p>
          <a:p>
            <a:r>
              <a:rPr lang="en-GB" dirty="0"/>
              <a:t>Vbar5/3=15.11m/s</a:t>
            </a:r>
          </a:p>
          <a:p>
            <a:r>
              <a:rPr lang="en-GB" dirty="0" err="1"/>
              <a:t>Vmin</a:t>
            </a:r>
            <a:r>
              <a:rPr lang="en-GB" dirty="0"/>
              <a:t> = 5m/s</a:t>
            </a:r>
          </a:p>
          <a:p>
            <a:r>
              <a:rPr lang="en-GB" dirty="0"/>
              <a:t>Vmax=34.53</a:t>
            </a:r>
          </a:p>
          <a:p>
            <a:r>
              <a:rPr lang="en-GB" dirty="0"/>
              <a:t>Tau0=1.04ms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D3F0A5-38CF-2EA1-C6ED-9D1422173A0D}"/>
              </a:ext>
            </a:extLst>
          </p:cNvPr>
          <p:cNvSpPr/>
          <p:nvPr/>
        </p:nvSpPr>
        <p:spPr>
          <a:xfrm>
            <a:off x="714000" y="1270143"/>
            <a:ext cx="1180730" cy="807232"/>
          </a:xfrm>
          <a:prstGeom prst="ellipse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BCFD2-4C7D-F3C4-40CD-6CBE0439F60B}"/>
              </a:ext>
            </a:extLst>
          </p:cNvPr>
          <p:cNvSpPr txBox="1"/>
          <p:nvPr/>
        </p:nvSpPr>
        <p:spPr>
          <a:xfrm>
            <a:off x="9814055" y="4451468"/>
            <a:ext cx="20090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Pixel shift limit</a:t>
            </a:r>
          </a:p>
          <a:p>
            <a:r>
              <a:rPr lang="en-GB" dirty="0"/>
              <a:t>- Not what happen</a:t>
            </a:r>
            <a:br>
              <a:rPr lang="en-GB" dirty="0"/>
            </a:br>
            <a:r>
              <a:rPr lang="en-GB" dirty="0"/>
              <a:t>physically</a:t>
            </a:r>
          </a:p>
          <a:p>
            <a:r>
              <a:rPr lang="en-GB" dirty="0"/>
              <a:t>- Can be fix by</a:t>
            </a:r>
          </a:p>
          <a:p>
            <a:r>
              <a:rPr lang="en-GB" dirty="0"/>
              <a:t>reducing pixel scale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7C0FB2-CA39-60CC-C65C-6460A3E4817F}"/>
              </a:ext>
            </a:extLst>
          </p:cNvPr>
          <p:cNvCxnSpPr>
            <a:cxnSpLocks/>
          </p:cNvCxnSpPr>
          <p:nvPr/>
        </p:nvCxnSpPr>
        <p:spPr>
          <a:xfrm flipV="1">
            <a:off x="9178033" y="4693338"/>
            <a:ext cx="636022" cy="10632"/>
          </a:xfrm>
          <a:prstGeom prst="straightConnector1">
            <a:avLst/>
          </a:prstGeom>
          <a:ln>
            <a:headEnd type="diamond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91CC04-EBD3-377C-BE3C-0102DE002D1A}"/>
              </a:ext>
            </a:extLst>
          </p:cNvPr>
          <p:cNvSpPr txBox="1"/>
          <p:nvPr/>
        </p:nvSpPr>
        <p:spPr>
          <a:xfrm>
            <a:off x="1863000" y="1823155"/>
            <a:ext cx="160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Correct units??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1A261-8E4C-7BCB-6644-90B94E96E519}"/>
              </a:ext>
            </a:extLst>
          </p:cNvPr>
          <p:cNvSpPr txBox="1"/>
          <p:nvPr/>
        </p:nvSpPr>
        <p:spPr>
          <a:xfrm>
            <a:off x="5339382" y="1220202"/>
            <a:ext cx="1513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00B050"/>
                </a:solidFill>
              </a:rPr>
              <a:t>correct</a:t>
            </a:r>
          </a:p>
        </p:txBody>
      </p:sp>
    </p:spTree>
    <p:extLst>
      <p:ext uri="{BB962C8B-B14F-4D97-AF65-F5344CB8AC3E}">
        <p14:creationId xmlns:p14="http://schemas.microsoft.com/office/powerpoint/2010/main" val="2839982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 descr="A picture containing screenshot, colorfulness, line&#10;&#10;Description automatically generated">
            <a:extLst>
              <a:ext uri="{FF2B5EF4-FFF2-40B4-BE49-F238E27FC236}">
                <a16:creationId xmlns:a16="http://schemas.microsoft.com/office/drawing/2014/main" id="{7FBF035B-7E5D-979B-7B25-BDD2A7EAB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79" y="1565380"/>
            <a:ext cx="5022516" cy="4305014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63D294-8E22-DBA1-1515-9619181CB48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drop over larger distance on the same </a:t>
            </a:r>
            <a:r>
              <a:rPr lang="en-GB" dirty="0" err="1"/>
              <a:t>wfs</a:t>
            </a:r>
            <a:endParaRPr lang="en-GB" dirty="0"/>
          </a:p>
          <a:p>
            <a:r>
              <a:rPr lang="en-GB" dirty="0"/>
              <a:t>shift by the distance because 1&amp;2 pointing on different direction</a:t>
            </a:r>
          </a:p>
          <a:p>
            <a:r>
              <a:rPr lang="en-GB" dirty="0"/>
              <a:t>No correlation on independent axis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5477A-B330-185B-DA16-629378A1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Slope covariance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8E8C4-F95F-E05A-1AC0-CCEFC5D80630}"/>
              </a:ext>
            </a:extLst>
          </p:cNvPr>
          <p:cNvSpPr txBox="1"/>
          <p:nvPr/>
        </p:nvSpPr>
        <p:spPr>
          <a:xfrm>
            <a:off x="1271277" y="1555434"/>
            <a:ext cx="86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WFS1 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CDF906-D13F-CD7C-3794-5A89616D688E}"/>
              </a:ext>
            </a:extLst>
          </p:cNvPr>
          <p:cNvSpPr/>
          <p:nvPr/>
        </p:nvSpPr>
        <p:spPr>
          <a:xfrm>
            <a:off x="2138759" y="1547623"/>
            <a:ext cx="1798759" cy="359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C01D3A-4903-7FBF-20A0-4709CA76F99D}"/>
              </a:ext>
            </a:extLst>
          </p:cNvPr>
          <p:cNvSpPr txBox="1"/>
          <p:nvPr/>
        </p:nvSpPr>
        <p:spPr>
          <a:xfrm>
            <a:off x="3077945" y="1529867"/>
            <a:ext cx="86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WFS2 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071F3-0998-14D8-A9A6-BC3139DFFBFA}"/>
              </a:ext>
            </a:extLst>
          </p:cNvPr>
          <p:cNvSpPr txBox="1"/>
          <p:nvPr/>
        </p:nvSpPr>
        <p:spPr>
          <a:xfrm>
            <a:off x="2205655" y="1538745"/>
            <a:ext cx="87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WFS1 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4B5D47-25F1-9573-E32D-B3866080A66B}"/>
              </a:ext>
            </a:extLst>
          </p:cNvPr>
          <p:cNvSpPr txBox="1"/>
          <p:nvPr/>
        </p:nvSpPr>
        <p:spPr>
          <a:xfrm>
            <a:off x="3937518" y="1529867"/>
            <a:ext cx="87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WFS2 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DA2E8A-E993-3FBC-5CFA-74D76DCAD5CA}"/>
              </a:ext>
            </a:extLst>
          </p:cNvPr>
          <p:cNvSpPr txBox="1"/>
          <p:nvPr/>
        </p:nvSpPr>
        <p:spPr>
          <a:xfrm>
            <a:off x="81854" y="2169473"/>
            <a:ext cx="86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WFS1 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D011B6-AF03-88C2-3A97-F7BC43F5FF7C}"/>
              </a:ext>
            </a:extLst>
          </p:cNvPr>
          <p:cNvSpPr txBox="1"/>
          <p:nvPr/>
        </p:nvSpPr>
        <p:spPr>
          <a:xfrm>
            <a:off x="47187" y="3105973"/>
            <a:ext cx="87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WFS1 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1A472-083F-B705-D607-571CF96C3606}"/>
              </a:ext>
            </a:extLst>
          </p:cNvPr>
          <p:cNvSpPr txBox="1"/>
          <p:nvPr/>
        </p:nvSpPr>
        <p:spPr>
          <a:xfrm>
            <a:off x="0" y="3857807"/>
            <a:ext cx="86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WFS2 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AF7059-C3F9-8661-0D38-C455C1C8EF36}"/>
              </a:ext>
            </a:extLst>
          </p:cNvPr>
          <p:cNvSpPr txBox="1"/>
          <p:nvPr/>
        </p:nvSpPr>
        <p:spPr>
          <a:xfrm>
            <a:off x="8653" y="4679434"/>
            <a:ext cx="87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WFS2 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41EC22-1793-CB25-62E4-1BA5CD4EDF3B}"/>
              </a:ext>
            </a:extLst>
          </p:cNvPr>
          <p:cNvSpPr txBox="1"/>
          <p:nvPr/>
        </p:nvSpPr>
        <p:spPr>
          <a:xfrm>
            <a:off x="5972292" y="89973"/>
            <a:ext cx="5922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Need to reshape covariance to pupil shape for better analysis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9F3CF02-F8B3-DE43-3C9D-16E755403CDF}"/>
              </a:ext>
            </a:extLst>
          </p:cNvPr>
          <p:cNvCxnSpPr>
            <a:cxnSpLocks/>
          </p:cNvCxnSpPr>
          <p:nvPr/>
        </p:nvCxnSpPr>
        <p:spPr>
          <a:xfrm flipH="1">
            <a:off x="1917577" y="1899199"/>
            <a:ext cx="4522330" cy="38343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7714A25-C944-F956-046F-71A03118435E}"/>
              </a:ext>
            </a:extLst>
          </p:cNvPr>
          <p:cNvCxnSpPr>
            <a:cxnSpLocks/>
          </p:cNvCxnSpPr>
          <p:nvPr/>
        </p:nvCxnSpPr>
        <p:spPr>
          <a:xfrm flipH="1" flipV="1">
            <a:off x="3639845" y="2538805"/>
            <a:ext cx="2800062" cy="7459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63A107-EC55-5298-7C79-20036FE2FBE5}"/>
              </a:ext>
            </a:extLst>
          </p:cNvPr>
          <p:cNvCxnSpPr>
            <a:cxnSpLocks/>
          </p:cNvCxnSpPr>
          <p:nvPr/>
        </p:nvCxnSpPr>
        <p:spPr>
          <a:xfrm flipH="1" flipV="1">
            <a:off x="2805344" y="2538805"/>
            <a:ext cx="3527680" cy="23252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7F72BC9-FAF8-528B-5A28-C0DC99CA123D}"/>
              </a:ext>
            </a:extLst>
          </p:cNvPr>
          <p:cNvSpPr txBox="1"/>
          <p:nvPr/>
        </p:nvSpPr>
        <p:spPr>
          <a:xfrm>
            <a:off x="5690013" y="458090"/>
            <a:ext cx="56387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nIters</a:t>
            </a:r>
            <a:r>
              <a:rPr lang="en-GB" dirty="0"/>
              <a:t> = 1000, </a:t>
            </a:r>
            <a:r>
              <a:rPr lang="en-GB" dirty="0" err="1"/>
              <a:t>loopTime</a:t>
            </a:r>
            <a:r>
              <a:rPr lang="en-GB" dirty="0"/>
              <a:t>=0.0025, </a:t>
            </a:r>
            <a:r>
              <a:rPr lang="en-GB" dirty="0" err="1"/>
              <a:t>scrnHeights</a:t>
            </a:r>
            <a:r>
              <a:rPr lang="en-GB" dirty="0"/>
              <a:t>=[20km],</a:t>
            </a:r>
          </a:p>
          <a:p>
            <a:r>
              <a:rPr lang="en-GB" dirty="0" err="1"/>
              <a:t>windDirs</a:t>
            </a:r>
            <a:r>
              <a:rPr lang="en-GB" dirty="0"/>
              <a:t> = 90, r0=0.05, </a:t>
            </a:r>
            <a:r>
              <a:rPr lang="en-GB" dirty="0" err="1"/>
              <a:t>windSpeeds</a:t>
            </a:r>
            <a:r>
              <a:rPr lang="en-GB" dirty="0"/>
              <a:t> = 17.94m/s, L0=10m,</a:t>
            </a:r>
          </a:p>
          <a:p>
            <a:r>
              <a:rPr lang="en-GB" dirty="0"/>
              <a:t>Tel=0.4m, </a:t>
            </a:r>
            <a:r>
              <a:rPr lang="en-GB" dirty="0" err="1"/>
              <a:t>subapFOV</a:t>
            </a:r>
            <a:r>
              <a:rPr lang="en-GB" dirty="0"/>
              <a:t>=16”, </a:t>
            </a:r>
            <a:r>
              <a:rPr lang="en-GB" dirty="0" err="1"/>
              <a:t>nxSubaps</a:t>
            </a:r>
            <a:r>
              <a:rPr lang="en-GB" dirty="0"/>
              <a:t>=8, </a:t>
            </a:r>
            <a:r>
              <a:rPr lang="en-GB" dirty="0" err="1"/>
              <a:t>pxlsPerSubap</a:t>
            </a:r>
            <a:r>
              <a:rPr lang="en-GB" dirty="0"/>
              <a:t>=16,</a:t>
            </a:r>
          </a:p>
          <a:p>
            <a:r>
              <a:rPr lang="en-GB" dirty="0" err="1"/>
              <a:t>GSPosition</a:t>
            </a:r>
            <a:r>
              <a:rPr lang="en-GB" dirty="0"/>
              <a:t> = [0,1”] &amp; [0,-1”]</a:t>
            </a:r>
          </a:p>
        </p:txBody>
      </p:sp>
    </p:spTree>
    <p:extLst>
      <p:ext uri="{BB962C8B-B14F-4D97-AF65-F5344CB8AC3E}">
        <p14:creationId xmlns:p14="http://schemas.microsoft.com/office/powerpoint/2010/main" val="1768694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ABD287C-612F-3B85-CCA0-E10916E5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am I doing again?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F9322E-C170-5F79-1BF6-EF1C76266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Usually </a:t>
            </a:r>
            <a:r>
              <a:rPr lang="en-GB" dirty="0" err="1"/>
              <a:t>slodar</a:t>
            </a:r>
            <a:r>
              <a:rPr lang="en-GB" dirty="0"/>
              <a:t> is in open loop</a:t>
            </a:r>
          </a:p>
          <a:p>
            <a:r>
              <a:rPr lang="en-GB" dirty="0"/>
              <a:t>Solar </a:t>
            </a:r>
            <a:r>
              <a:rPr lang="en-GB" dirty="0" err="1"/>
              <a:t>mcao</a:t>
            </a:r>
            <a:r>
              <a:rPr lang="en-GB" dirty="0"/>
              <a:t> have data in close loop</a:t>
            </a:r>
          </a:p>
          <a:p>
            <a:r>
              <a:rPr lang="en-GB" dirty="0"/>
              <a:t>Solar </a:t>
            </a:r>
            <a:r>
              <a:rPr lang="en-GB" dirty="0" err="1"/>
              <a:t>ao</a:t>
            </a:r>
            <a:r>
              <a:rPr lang="en-GB" dirty="0"/>
              <a:t> want to have </a:t>
            </a:r>
            <a:r>
              <a:rPr lang="en-GB" dirty="0" err="1"/>
              <a:t>slodar</a:t>
            </a:r>
            <a:r>
              <a:rPr lang="en-GB" dirty="0"/>
              <a:t> measurement along with it</a:t>
            </a:r>
          </a:p>
          <a:p>
            <a:r>
              <a:rPr lang="en-GB" dirty="0"/>
              <a:t>Why solar </a:t>
            </a:r>
            <a:r>
              <a:rPr lang="en-GB" dirty="0" err="1"/>
              <a:t>ao</a:t>
            </a:r>
            <a:r>
              <a:rPr lang="en-GB" dirty="0"/>
              <a:t> wants </a:t>
            </a:r>
            <a:r>
              <a:rPr lang="en-GB" dirty="0" err="1"/>
              <a:t>slodar</a:t>
            </a:r>
            <a:r>
              <a:rPr lang="en-GB" dirty="0"/>
              <a:t> measurement?</a:t>
            </a:r>
          </a:p>
          <a:p>
            <a:pPr lvl="1"/>
            <a:r>
              <a:rPr lang="en-GB" dirty="0"/>
              <a:t>Profiling has more details in elevation</a:t>
            </a:r>
          </a:p>
          <a:p>
            <a:pPr lvl="1"/>
            <a:r>
              <a:rPr lang="en-GB" b="1" u="sng" dirty="0"/>
              <a:t>Do literature research on this</a:t>
            </a:r>
          </a:p>
          <a:p>
            <a:r>
              <a:rPr lang="en-GB" dirty="0"/>
              <a:t>That’s why it has to be pseudo open loop</a:t>
            </a:r>
          </a:p>
          <a:p>
            <a:endParaRPr lang="en-GB" dirty="0"/>
          </a:p>
          <a:p>
            <a:r>
              <a:rPr lang="en-GB" dirty="0" err="1"/>
              <a:t>Slodar</a:t>
            </a:r>
            <a:r>
              <a:rPr lang="en-GB" dirty="0"/>
              <a:t> in pseudo open loop</a:t>
            </a:r>
          </a:p>
          <a:p>
            <a:endParaRPr lang="en-GB" dirty="0"/>
          </a:p>
          <a:p>
            <a:r>
              <a:rPr lang="en-GB" dirty="0"/>
              <a:t>Pseudo-open loop = close loop slope + dm shape</a:t>
            </a:r>
          </a:p>
          <a:p>
            <a:r>
              <a:rPr lang="en-GB" dirty="0"/>
              <a:t>In </a:t>
            </a:r>
            <a:r>
              <a:rPr lang="en-GB" dirty="0" err="1"/>
              <a:t>mcao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8491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3D81-A5DC-A26A-494C-175D57A3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D545B-41A0-D604-10E8-BF221D93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 err="1"/>
              <a:t>Im</a:t>
            </a:r>
            <a:r>
              <a:rPr lang="en-GB" dirty="0"/>
              <a:t> confident with soapy now</a:t>
            </a:r>
          </a:p>
          <a:p>
            <a:r>
              <a:rPr lang="en-GB" dirty="0"/>
              <a:t>Now the </a:t>
            </a:r>
            <a:r>
              <a:rPr lang="en-GB" dirty="0" err="1"/>
              <a:t>slodar</a:t>
            </a:r>
            <a:r>
              <a:rPr lang="en-GB" dirty="0"/>
              <a:t> test run / study in open loop</a:t>
            </a:r>
          </a:p>
          <a:p>
            <a:pPr lvl="1"/>
            <a:r>
              <a:rPr lang="en-GB" dirty="0"/>
              <a:t>Check with people</a:t>
            </a:r>
          </a:p>
          <a:p>
            <a:endParaRPr lang="en-GB" dirty="0"/>
          </a:p>
          <a:p>
            <a:r>
              <a:rPr lang="en-GB" dirty="0"/>
              <a:t>Research why am I doing this/importance</a:t>
            </a:r>
          </a:p>
          <a:p>
            <a:endParaRPr lang="en-GB" dirty="0"/>
          </a:p>
          <a:p>
            <a:r>
              <a:rPr lang="en-GB" dirty="0"/>
              <a:t>Compare </a:t>
            </a:r>
            <a:r>
              <a:rPr lang="en-GB" dirty="0" err="1"/>
              <a:t>slodar</a:t>
            </a:r>
            <a:r>
              <a:rPr lang="en-GB" dirty="0"/>
              <a:t> in open loop vs pseudo open loop</a:t>
            </a:r>
          </a:p>
          <a:p>
            <a:pPr lvl="1"/>
            <a:r>
              <a:rPr lang="en-GB" dirty="0"/>
              <a:t>Pseudo open loop </a:t>
            </a:r>
          </a:p>
          <a:p>
            <a:pPr lvl="1"/>
            <a:endParaRPr lang="en-GB" dirty="0"/>
          </a:p>
          <a:p>
            <a:r>
              <a:rPr lang="en-GB" dirty="0" err="1"/>
              <a:t>Slodar</a:t>
            </a:r>
            <a:r>
              <a:rPr lang="en-GB" dirty="0"/>
              <a:t> without propagation </a:t>
            </a:r>
            <a:r>
              <a:rPr lang="en-GB" dirty="0">
                <a:sym typeface="Wingdings" panose="05000000000000000000" pitchFamily="2" charset="2"/>
              </a:rPr>
              <a:t> general cases</a:t>
            </a:r>
            <a:endParaRPr lang="en-GB" dirty="0"/>
          </a:p>
          <a:p>
            <a:r>
              <a:rPr lang="en-GB" dirty="0" err="1"/>
              <a:t>Slodar</a:t>
            </a:r>
            <a:r>
              <a:rPr lang="en-GB" dirty="0"/>
              <a:t> with propagation in atmosphere </a:t>
            </a:r>
            <a:r>
              <a:rPr lang="en-GB" dirty="0">
                <a:sym typeface="Wingdings" panose="05000000000000000000" pitchFamily="2" charset="2"/>
              </a:rPr>
              <a:t> open loop  Ryan</a:t>
            </a:r>
            <a:endParaRPr lang="en-GB" dirty="0"/>
          </a:p>
          <a:p>
            <a:r>
              <a:rPr lang="en-GB" dirty="0" err="1"/>
              <a:t>Slodar</a:t>
            </a:r>
            <a:r>
              <a:rPr lang="en-GB" dirty="0"/>
              <a:t> with propagation in atmosphere and </a:t>
            </a:r>
            <a:r>
              <a:rPr lang="en-GB" dirty="0" err="1"/>
              <a:t>dms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pseudo open loop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6007268"/>
      </p:ext>
    </p:extLst>
  </p:cSld>
  <p:clrMapOvr>
    <a:masterClrMapping/>
  </p:clrMapOvr>
</p:sld>
</file>

<file path=ppt/theme/theme1.xml><?xml version="1.0" encoding="utf-8"?>
<a:theme xmlns:a="http://schemas.openxmlformats.org/drawingml/2006/main" name="CfAI_adjusted2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fAI_adjusted2" id="{330A87AC-0CCF-4691-82D1-6C0E7B571CC6}" vid="{612D3B6C-4B9C-4F13-BE5E-D04E4ECCB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CfAI_adjusted2</Template>
  <TotalTime>1308</TotalTime>
  <Words>937</Words>
  <Application>Microsoft Office PowerPoint</Application>
  <PresentationFormat>Widescreen</PresentationFormat>
  <Paragraphs>232</Paragraphs>
  <Slides>16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Lucida Grande</vt:lpstr>
      <vt:lpstr>Wingdings</vt:lpstr>
      <vt:lpstr>CfAI_adjusted2</vt:lpstr>
      <vt:lpstr>Checking SOAPY simulation</vt:lpstr>
      <vt:lpstr>Includes</vt:lpstr>
      <vt:lpstr>Review of 22/05/2023 meeting</vt:lpstr>
      <vt:lpstr>Review of 22/05/2023 meeting</vt:lpstr>
      <vt:lpstr>Effect of SVD on reconstructor performance</vt:lpstr>
      <vt:lpstr>PowerPoint Presentation</vt:lpstr>
      <vt:lpstr>Temporal error</vt:lpstr>
      <vt:lpstr>Turbulence Temporal PSD</vt:lpstr>
      <vt:lpstr>PowerPoint Presentation</vt:lpstr>
      <vt:lpstr>Turbulence Temporal PSD</vt:lpstr>
      <vt:lpstr>Turbulence Temporal PSD</vt:lpstr>
      <vt:lpstr>Turbulence Temporal PSD</vt:lpstr>
      <vt:lpstr>Turbulence Temporal PSD</vt:lpstr>
      <vt:lpstr>Slope covariance</vt:lpstr>
      <vt:lpstr>What am I doing again?</vt:lpstr>
      <vt:lpstr>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Checking SOAPY simulation</dc:title>
  <dc:creator>KONGKAEW, PUTTIWAT</dc:creator>
  <cp:lastModifiedBy>KONGKAEW, PUTTIWAT</cp:lastModifiedBy>
  <cp:revision>1</cp:revision>
  <dcterms:created xsi:type="dcterms:W3CDTF">2023-05-19T07:23:02Z</dcterms:created>
  <dcterms:modified xsi:type="dcterms:W3CDTF">2025-08-27T11:21:45Z</dcterms:modified>
</cp:coreProperties>
</file>