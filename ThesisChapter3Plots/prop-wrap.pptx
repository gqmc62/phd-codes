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F81A72-E9A8-49C5-8BED-C1A7555B2D76}" v="119" dt="2025-01-23T15:10:53.1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 varScale="1">
        <p:scale>
          <a:sx n="78" d="100"/>
          <a:sy n="78" d="100"/>
        </p:scale>
        <p:origin x="710" y="67"/>
      </p:cViewPr>
      <p:guideLst>
        <p:guide orient="horz" pos="2160"/>
        <p:guide pos="312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uttiwat พุทธิวัตร Kongkaew คงแก้ว" userId="0e7dae164e998c41" providerId="LiveId" clId="{4BF81A72-E9A8-49C5-8BED-C1A7555B2D76}"/>
    <pc:docChg chg="undo redo custSel modSld modMainMaster">
      <pc:chgData name="Puttiwat พุทธิวัตร Kongkaew คงแก้ว" userId="0e7dae164e998c41" providerId="LiveId" clId="{4BF81A72-E9A8-49C5-8BED-C1A7555B2D76}" dt="2025-01-23T15:10:53.137" v="471"/>
      <pc:docMkLst>
        <pc:docMk/>
      </pc:docMkLst>
      <pc:sldChg chg="addSp delSp modSp mod">
        <pc:chgData name="Puttiwat พุทธิวัตร Kongkaew คงแก้ว" userId="0e7dae164e998c41" providerId="LiveId" clId="{4BF81A72-E9A8-49C5-8BED-C1A7555B2D76}" dt="2025-01-23T15:10:53.137" v="471"/>
        <pc:sldMkLst>
          <pc:docMk/>
          <pc:sldMk cId="1829579257" sldId="256"/>
        </pc:sldMkLst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1829579257" sldId="256"/>
            <ac:spMk id="37" creationId="{0E180B60-A762-B404-ECEF-1126D0E949BC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1829579257" sldId="256"/>
            <ac:spMk id="38" creationId="{4A1B3A29-7197-87EC-7040-0FD3D94240F8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1829579257" sldId="256"/>
            <ac:spMk id="39" creationId="{869CD16C-9D00-EC99-8CAA-EE9EB4032DB8}"/>
          </ac:spMkLst>
        </pc:spChg>
        <pc:spChg chg="add del mod">
          <ac:chgData name="Puttiwat พุทธิวัตร Kongkaew คงแก้ว" userId="0e7dae164e998c41" providerId="LiveId" clId="{4BF81A72-E9A8-49C5-8BED-C1A7555B2D76}" dt="2025-01-23T14:47:20.294" v="175" actId="478"/>
          <ac:spMkLst>
            <pc:docMk/>
            <pc:sldMk cId="1829579257" sldId="256"/>
            <ac:spMk id="70" creationId="{97EDF6FF-B094-6108-9A36-7DE786240ABD}"/>
          </ac:spMkLst>
        </pc:spChg>
        <pc:spChg chg="add 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1829579257" sldId="256"/>
            <ac:spMk id="72" creationId="{45D5B1C1-B301-0EC1-FC5F-E2D2A308F5C7}"/>
          </ac:spMkLst>
        </pc:spChg>
        <pc:spChg chg="add 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1829579257" sldId="256"/>
            <ac:spMk id="73" creationId="{32A29AE0-933A-3757-F3BE-8C1B9EA3DAC4}"/>
          </ac:spMkLst>
        </pc:spChg>
        <pc:spChg chg="add 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1829579257" sldId="256"/>
            <ac:spMk id="74" creationId="{126C9A9E-829D-F1F9-824D-8E5B72653405}"/>
          </ac:spMkLst>
        </pc:spChg>
        <pc:spChg chg="add 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1829579257" sldId="256"/>
            <ac:spMk id="75" creationId="{CD08C312-CCD1-9A37-E621-CF8240A374D2}"/>
          </ac:spMkLst>
        </pc:spChg>
        <pc:spChg chg="add 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1829579257" sldId="256"/>
            <ac:spMk id="80" creationId="{D1A8B071-D3E0-D9F4-5CBC-1CE101634B2D}"/>
          </ac:spMkLst>
        </pc:spChg>
        <pc:spChg chg="add 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1829579257" sldId="256"/>
            <ac:spMk id="81" creationId="{96CDD8D2-658F-0896-5025-7F9C700EF820}"/>
          </ac:spMkLst>
        </pc:spChg>
        <pc:grpChg chg="add del mod">
          <ac:chgData name="Puttiwat พุทธิวัตร Kongkaew คงแก้ว" userId="0e7dae164e998c41" providerId="LiveId" clId="{4BF81A72-E9A8-49C5-8BED-C1A7555B2D76}" dt="2025-01-23T14:48:26.142" v="183" actId="165"/>
          <ac:grpSpMkLst>
            <pc:docMk/>
            <pc:sldMk cId="1829579257" sldId="256"/>
            <ac:grpSpMk id="71" creationId="{B3EB5863-F90C-E55A-12F5-BEB14CAED129}"/>
          </ac:grpSpMkLst>
        </pc:grpChg>
        <pc:grpChg chg="add mod">
          <ac:chgData name="Puttiwat พุทธิวัตร Kongkaew คงแก้ว" userId="0e7dae164e998c41" providerId="LiveId" clId="{4BF81A72-E9A8-49C5-8BED-C1A7555B2D76}" dt="2025-01-23T14:52:47.998" v="307" actId="164"/>
          <ac:grpSpMkLst>
            <pc:docMk/>
            <pc:sldMk cId="1829579257" sldId="256"/>
            <ac:grpSpMk id="76" creationId="{0FF56629-446A-D7C8-E486-37E71EAD2FD7}"/>
          </ac:grpSpMkLst>
        </pc:grpChg>
        <pc:grpChg chg="add mod topLvl">
          <ac:chgData name="Puttiwat พุทธิวัตร Kongkaew คงแก้ว" userId="0e7dae164e998c41" providerId="LiveId" clId="{4BF81A72-E9A8-49C5-8BED-C1A7555B2D76}" dt="2025-01-23T15:10:53.137" v="471"/>
          <ac:grpSpMkLst>
            <pc:docMk/>
            <pc:sldMk cId="1829579257" sldId="256"/>
            <ac:grpSpMk id="77" creationId="{00D7C5D2-61E1-3184-D77A-F3867BF185D3}"/>
          </ac:grpSpMkLst>
        </pc:grpChg>
        <pc:grpChg chg="add mod topLvl">
          <ac:chgData name="Puttiwat พุทธิวัตร Kongkaew คงแก้ว" userId="0e7dae164e998c41" providerId="LiveId" clId="{4BF81A72-E9A8-49C5-8BED-C1A7555B2D76}" dt="2025-01-23T15:10:53.137" v="471"/>
          <ac:grpSpMkLst>
            <pc:docMk/>
            <pc:sldMk cId="1829579257" sldId="256"/>
            <ac:grpSpMk id="78" creationId="{B9AB337F-7EF1-83F2-2153-873EAC884CC0}"/>
          </ac:grpSpMkLst>
        </pc:grpChg>
        <pc:grpChg chg="add del mod topLvl">
          <ac:chgData name="Puttiwat พุทธิวัตร Kongkaew คงแก้ว" userId="0e7dae164e998c41" providerId="LiveId" clId="{4BF81A72-E9A8-49C5-8BED-C1A7555B2D76}" dt="2025-01-23T14:55:22.914" v="342" actId="165"/>
          <ac:grpSpMkLst>
            <pc:docMk/>
            <pc:sldMk cId="1829579257" sldId="256"/>
            <ac:grpSpMk id="79" creationId="{4FEA3FCE-0157-AEA9-0186-5601864B63FA}"/>
          </ac:grpSpMkLst>
        </pc:grpChg>
        <pc:grpChg chg="add del mod">
          <ac:chgData name="Puttiwat พุทธิวัตร Kongkaew คงแก้ว" userId="0e7dae164e998c41" providerId="LiveId" clId="{4BF81A72-E9A8-49C5-8BED-C1A7555B2D76}" dt="2025-01-23T14:55:14.801" v="341" actId="165"/>
          <ac:grpSpMkLst>
            <pc:docMk/>
            <pc:sldMk cId="1829579257" sldId="256"/>
            <ac:grpSpMk id="82" creationId="{D5771FBC-516A-3ACC-87AE-6B461A9E168F}"/>
          </ac:grpSpMkLst>
        </pc:grpChg>
        <pc:grpChg chg="add mod">
          <ac:chgData name="Puttiwat พุทธิวัตร Kongkaew คงแก้ว" userId="0e7dae164e998c41" providerId="LiveId" clId="{4BF81A72-E9A8-49C5-8BED-C1A7555B2D76}" dt="2025-01-23T15:10:53.137" v="471"/>
          <ac:grpSpMkLst>
            <pc:docMk/>
            <pc:sldMk cId="1829579257" sldId="256"/>
            <ac:grpSpMk id="83" creationId="{D63B7F38-2BF3-0EC2-25C1-68479260B073}"/>
          </ac:grpSpMkLst>
        </pc:grp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6" creationId="{3A6DFB86-5CC6-7A38-D52B-7B8C61F245A7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9" creationId="{28ED2685-E866-AFFC-6D4E-FD2CF24B69F9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10" creationId="{4C82FA22-D399-89FD-5DA2-D674A2B01B46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11" creationId="{865C165F-A065-74AA-8730-AA971AF0D813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14" creationId="{001F2B6C-D2A4-B821-898E-484BEE68B9C4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15" creationId="{E6730B09-BE3A-660D-9846-EA583E7BFBC4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16" creationId="{0D763DB9-D545-DD2B-1AB5-872851CA3395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25" creationId="{CA0B87FA-BBDD-9ACA-EBCB-424FCA75F3CB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26" creationId="{65B40C85-6F13-D6E7-BF63-4EE96F2D8C01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31" creationId="{DF5F150C-899C-8733-2F47-B4A12621F2BA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32" creationId="{A39224AE-01DF-A07C-019C-B01BD89CD018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43" creationId="{AA70B521-31CF-3D85-C4DD-8DC7A60D3B26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44" creationId="{E46E0351-C77A-8696-E69B-E3A979A59170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50" creationId="{1EFA9F1A-B5DB-5ADF-A2EE-A5E767CF7672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51" creationId="{CD70ABF6-2FA0-48A7-3BF3-BE797BA3AD73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52" creationId="{72596806-1726-3251-AEE4-09749988260B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56" creationId="{55B14003-EBED-BCF9-312A-FF8FD3738EA4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60" creationId="{4FDD0448-8A47-593A-AA84-852428CBC01F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62" creationId="{2054F92A-DC34-D166-A510-EB9DD9B6E0FE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1829579257" sldId="256"/>
            <ac:cxnSpMk id="68" creationId="{57681C2A-285A-3F9E-394C-F220CEE61D01}"/>
          </ac:cxnSpMkLst>
        </pc:cxnChg>
      </pc:sldChg>
      <pc:sldChg chg="addSp delSp modSp mod">
        <pc:chgData name="Puttiwat พุทธิวัตร Kongkaew คงแก้ว" userId="0e7dae164e998c41" providerId="LiveId" clId="{4BF81A72-E9A8-49C5-8BED-C1A7555B2D76}" dt="2025-01-23T15:10:53.137" v="471"/>
        <pc:sldMkLst>
          <pc:docMk/>
          <pc:sldMk cId="2512184350" sldId="257"/>
        </pc:sldMkLst>
        <pc:spChg chg="del mod topLvl">
          <ac:chgData name="Puttiwat พุทธิวัตร Kongkaew คงแก้ว" userId="0e7dae164e998c41" providerId="LiveId" clId="{4BF81A72-E9A8-49C5-8BED-C1A7555B2D76}" dt="2025-01-23T14:55:44.111" v="344" actId="478"/>
          <ac:spMkLst>
            <pc:docMk/>
            <pc:sldMk cId="2512184350" sldId="257"/>
            <ac:spMk id="3" creationId="{AC375E5E-A3DC-0C8A-E328-8DC8D090CF03}"/>
          </ac:spMkLst>
        </pc:spChg>
        <pc:spChg chg="del mod topLvl">
          <ac:chgData name="Puttiwat พุทธิวัตร Kongkaew คงแก้ว" userId="0e7dae164e998c41" providerId="LiveId" clId="{4BF81A72-E9A8-49C5-8BED-C1A7555B2D76}" dt="2025-01-23T14:55:44.111" v="344" actId="478"/>
          <ac:spMkLst>
            <pc:docMk/>
            <pc:sldMk cId="2512184350" sldId="257"/>
            <ac:spMk id="4" creationId="{ADF4C91B-19F5-F8E2-D64E-5C4919782FBE}"/>
          </ac:spMkLst>
        </pc:spChg>
        <pc:spChg chg="del mod topLvl">
          <ac:chgData name="Puttiwat พุทธิวัตร Kongkaew คงแก้ว" userId="0e7dae164e998c41" providerId="LiveId" clId="{4BF81A72-E9A8-49C5-8BED-C1A7555B2D76}" dt="2025-01-23T14:55:44.111" v="344" actId="478"/>
          <ac:spMkLst>
            <pc:docMk/>
            <pc:sldMk cId="2512184350" sldId="257"/>
            <ac:spMk id="5" creationId="{E17B1C60-3072-7C6F-43B1-02DD3EF97217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2512184350" sldId="257"/>
            <ac:spMk id="45" creationId="{A3A50F2A-72C1-9037-6257-BB7F88EB6E1F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2512184350" sldId="257"/>
            <ac:spMk id="46" creationId="{29B2F9F4-0136-4089-7EE0-939EADE29AE2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2512184350" sldId="257"/>
            <ac:spMk id="51" creationId="{1677A13D-2EFC-E0DC-1D4F-00C6287A46FD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2512184350" sldId="257"/>
            <ac:spMk id="52" creationId="{2C130307-B998-F87F-9F98-04F4EEA1B54B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2512184350" sldId="257"/>
            <ac:spMk id="53" creationId="{53324752-6844-0FB4-788C-5DD96815DFD2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2512184350" sldId="257"/>
            <ac:spMk id="54" creationId="{D056CA09-2590-79F2-48F2-69057803C566}"/>
          </ac:spMkLst>
        </pc:spChg>
        <pc:spChg chg="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2512184350" sldId="257"/>
            <ac:spMk id="66" creationId="{AFD3B4A1-0819-0B63-5A97-7983FDAA6564}"/>
          </ac:spMkLst>
        </pc:spChg>
        <pc:spChg chg="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2512184350" sldId="257"/>
            <ac:spMk id="67" creationId="{25583304-6792-3C56-044C-9EF099F8AB18}"/>
          </ac:spMkLst>
        </pc:spChg>
        <pc:spChg chg="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2512184350" sldId="257"/>
            <ac:spMk id="68" creationId="{66D68894-2B20-D6ED-86D8-A0160D6DDE1F}"/>
          </ac:spMkLst>
        </pc:spChg>
        <pc:grpChg chg="add del mod">
          <ac:chgData name="Puttiwat พุทธิวัตร Kongkaew คงแก้ว" userId="0e7dae164e998c41" providerId="LiveId" clId="{4BF81A72-E9A8-49C5-8BED-C1A7555B2D76}" dt="2025-01-23T14:48:32.808" v="184" actId="165"/>
          <ac:grpSpMkLst>
            <pc:docMk/>
            <pc:sldMk cId="2512184350" sldId="257"/>
            <ac:grpSpMk id="41" creationId="{3BFB9932-3280-BC99-E0A8-16DFC27877C9}"/>
          </ac:grpSpMkLst>
        </pc:grpChg>
        <pc:grpChg chg="add del mod">
          <ac:chgData name="Puttiwat พุทธิวัตร Kongkaew คงแก้ว" userId="0e7dae164e998c41" providerId="LiveId" clId="{4BF81A72-E9A8-49C5-8BED-C1A7555B2D76}" dt="2025-01-23T14:56:58.786" v="364" actId="165"/>
          <ac:grpSpMkLst>
            <pc:docMk/>
            <pc:sldMk cId="2512184350" sldId="257"/>
            <ac:grpSpMk id="42" creationId="{8B44C3C0-F95C-3F63-1273-BD8191570F74}"/>
          </ac:grpSpMkLst>
        </pc:grpChg>
        <pc:grpChg chg="mod topLvl">
          <ac:chgData name="Puttiwat พุทธิวัตร Kongkaew คงแก้ว" userId="0e7dae164e998c41" providerId="LiveId" clId="{4BF81A72-E9A8-49C5-8BED-C1A7555B2D76}" dt="2025-01-23T15:10:53.137" v="471"/>
          <ac:grpSpMkLst>
            <pc:docMk/>
            <pc:sldMk cId="2512184350" sldId="257"/>
            <ac:grpSpMk id="43" creationId="{C13F1A67-F05D-3850-009E-1BF9BB385643}"/>
          </ac:grpSpMkLst>
        </pc:grpChg>
        <pc:grpChg chg="del mod topLvl">
          <ac:chgData name="Puttiwat พุทธิวัตร Kongkaew คงแก้ว" userId="0e7dae164e998c41" providerId="LiveId" clId="{4BF81A72-E9A8-49C5-8BED-C1A7555B2D76}" dt="2025-01-23T14:57:05.151" v="365" actId="165"/>
          <ac:grpSpMkLst>
            <pc:docMk/>
            <pc:sldMk cId="2512184350" sldId="257"/>
            <ac:grpSpMk id="44" creationId="{C0C0E7EA-040E-2BB2-4A47-5A4A18F6081D}"/>
          </ac:grpSpMkLst>
        </pc:grpChg>
        <pc:grpChg chg="add mod">
          <ac:chgData name="Puttiwat พุทธิวัตร Kongkaew คงแก้ว" userId="0e7dae164e998c41" providerId="LiveId" clId="{4BF81A72-E9A8-49C5-8BED-C1A7555B2D76}" dt="2025-01-23T15:10:53.137" v="471"/>
          <ac:grpSpMkLst>
            <pc:docMk/>
            <pc:sldMk cId="2512184350" sldId="257"/>
            <ac:grpSpMk id="78" creationId="{53524C15-3CE3-41BB-5028-8E834B8D695B}"/>
          </ac:grpSpMkLst>
        </pc:grp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6" creationId="{8DD860EA-590A-C98A-3B83-D402BD5365AF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9" creationId="{F30F19C5-E981-839F-13A2-8948575B4998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10" creationId="{C53EF8D8-C8FE-F84A-A169-23983729F913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11" creationId="{D2AD7E49-5376-757C-85BA-2D5BED88CFC9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12" creationId="{42060C0F-B041-3998-D5D9-117C48C46D6C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13" creationId="{36016051-62E5-C18F-F677-FAFF9828E044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14" creationId="{8DE5993F-0DD5-E6A9-3944-E35CE76F15D4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15" creationId="{6ADB5394-5E26-BEA1-6D89-06B3CD2B41E0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16" creationId="{50E9C1D1-98D0-3006-94BD-11F3BB29423D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25" creationId="{F0CFAF52-B8D5-91A0-AC55-21391999DDA4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26" creationId="{86D8E8C1-96D2-8232-4237-6BBEFBD7C5DB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28" creationId="{52D0E77C-B03F-D05F-BD0B-8B86A2BEFD46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29" creationId="{2A11F8CC-C4FA-0B0E-9D86-54BCECC3D2B2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30" creationId="{7798276A-EAC8-75B9-45F2-BB11B3EDCD8A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31" creationId="{97E0BF20-53FE-7291-610C-796B89709964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32" creationId="{8AF96867-DA87-1E20-7006-53B98CD3E781}"/>
          </ac:cxnSpMkLst>
        </pc:cxnChg>
        <pc:cxnChg chg="add 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37" creationId="{E00C8B56-89E9-BB1B-7807-91B5E64A41DA}"/>
          </ac:cxnSpMkLst>
        </pc:cxnChg>
        <pc:cxnChg chg="add 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38" creationId="{F3E4EFFB-4441-62A1-153B-7C6F08B1675A}"/>
          </ac:cxnSpMkLst>
        </pc:cxnChg>
        <pc:cxnChg chg="add 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39" creationId="{F99527A5-62A9-28B1-A4C7-2F41E0FDC686}"/>
          </ac:cxnSpMkLst>
        </pc:cxnChg>
        <pc:cxnChg chg="add del mod topLvl">
          <ac:chgData name="Puttiwat พุทธิวัตร Kongkaew คงแก้ว" userId="0e7dae164e998c41" providerId="LiveId" clId="{4BF81A72-E9A8-49C5-8BED-C1A7555B2D76}" dt="2025-01-23T14:55:44.111" v="344" actId="478"/>
          <ac:cxnSpMkLst>
            <pc:docMk/>
            <pc:sldMk cId="2512184350" sldId="257"/>
            <ac:cxnSpMk id="40" creationId="{D5CEC57A-F17E-3B2B-859B-4563D541DAB4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47" creationId="{15CB0CB8-1725-A923-01F0-4FE9CC7CC8B9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48" creationId="{A3FDEE5E-8868-0892-D8F6-52BFDD315488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49" creationId="{30466727-604F-F8D5-F727-45E40388F8D0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50" creationId="{7A5588BF-3A0C-72EA-046C-C0A7CBF4CFDC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55" creationId="{39AE7FE9-1A00-85D3-7815-E947C3E123F4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56" creationId="{AA82905D-0416-7732-FB54-9730DAF9AB1C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57" creationId="{4ED5CFD0-456B-D992-3D80-A9FC3D9AC7C6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58" creationId="{F9A6DADE-01E4-DB1A-63D8-2B41FE6E654F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59" creationId="{AE310364-1C7E-2A97-DCEF-0D64A1A4CFF6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60" creationId="{0FC0A021-CD35-F22B-A371-7E17DD0EDBF0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61" creationId="{C8BAB929-120A-EC08-87A1-DE32343F15E9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62" creationId="{BD35DE59-C943-3B51-D0E0-6EC6273A2E0A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63" creationId="{B06826E0-C732-28E6-C996-FE6A059E73C9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64" creationId="{A0D82F8B-A9B6-887F-70BB-A96BDF8854B4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65" creationId="{F406F257-8691-CEA6-70B7-877F4FB3DC85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69" creationId="{B9C2FC20-AA0E-1C02-A894-FFED94DCCEBB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70" creationId="{2A94626A-C286-CACB-1260-6C8BFFC86728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71" creationId="{C857F473-02AC-4B97-98C5-DFDF5BDAEB72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72" creationId="{6D60D326-08FF-757C-5790-1FB7BD013B52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2512184350" sldId="257"/>
            <ac:cxnSpMk id="73" creationId="{4778969A-C41D-EB09-2390-AE3E23291450}"/>
          </ac:cxnSpMkLst>
        </pc:cxnChg>
      </pc:sldChg>
      <pc:sldChg chg="addSp delSp modSp mod">
        <pc:chgData name="Puttiwat พุทธิวัตร Kongkaew คงแก้ว" userId="0e7dae164e998c41" providerId="LiveId" clId="{4BF81A72-E9A8-49C5-8BED-C1A7555B2D76}" dt="2025-01-23T15:10:53.137" v="471"/>
        <pc:sldMkLst>
          <pc:docMk/>
          <pc:sldMk cId="3703052" sldId="258"/>
        </pc:sldMkLst>
        <pc:spChg chg="del mod topLvl">
          <ac:chgData name="Puttiwat พุทธิวัตร Kongkaew คงแก้ว" userId="0e7dae164e998c41" providerId="LiveId" clId="{4BF81A72-E9A8-49C5-8BED-C1A7555B2D76}" dt="2025-01-23T14:57:58.887" v="433" actId="478"/>
          <ac:spMkLst>
            <pc:docMk/>
            <pc:sldMk cId="3703052" sldId="258"/>
            <ac:spMk id="2" creationId="{151B4E52-5BA4-E74F-4160-4B04E6D33941}"/>
          </ac:spMkLst>
        </pc:spChg>
        <pc:spChg chg="del mod topLvl">
          <ac:chgData name="Puttiwat พุทธิวัตร Kongkaew คงแก้ว" userId="0e7dae164e998c41" providerId="LiveId" clId="{4BF81A72-E9A8-49C5-8BED-C1A7555B2D76}" dt="2025-01-23T14:57:58.887" v="433" actId="478"/>
          <ac:spMkLst>
            <pc:docMk/>
            <pc:sldMk cId="3703052" sldId="258"/>
            <ac:spMk id="3" creationId="{4B0E9360-5A22-20FB-D4F7-A06B481B0FFE}"/>
          </ac:spMkLst>
        </pc:spChg>
        <pc:spChg chg="del mod topLvl">
          <ac:chgData name="Puttiwat พุทธิวัตร Kongkaew คงแก้ว" userId="0e7dae164e998c41" providerId="LiveId" clId="{4BF81A72-E9A8-49C5-8BED-C1A7555B2D76}" dt="2025-01-23T14:57:58.887" v="433" actId="478"/>
          <ac:spMkLst>
            <pc:docMk/>
            <pc:sldMk cId="3703052" sldId="258"/>
            <ac:spMk id="4" creationId="{F9D9F245-24AC-8C3F-3D22-A11BD6DC3A39}"/>
          </ac:spMkLst>
        </pc:spChg>
        <pc:spChg chg="del mod topLvl">
          <ac:chgData name="Puttiwat พุทธิวัตร Kongkaew คงแก้ว" userId="0e7dae164e998c41" providerId="LiveId" clId="{4BF81A72-E9A8-49C5-8BED-C1A7555B2D76}" dt="2025-01-23T14:57:58.887" v="433" actId="478"/>
          <ac:spMkLst>
            <pc:docMk/>
            <pc:sldMk cId="3703052" sldId="258"/>
            <ac:spMk id="5" creationId="{DA3C52CE-A27C-7741-7A06-D480CE969938}"/>
          </ac:spMkLst>
        </pc:spChg>
        <pc:spChg chg="del mod topLvl">
          <ac:chgData name="Puttiwat พุทธิวัตร Kongkaew คงแก้ว" userId="0e7dae164e998c41" providerId="LiveId" clId="{4BF81A72-E9A8-49C5-8BED-C1A7555B2D76}" dt="2025-01-23T14:57:58.887" v="433" actId="478"/>
          <ac:spMkLst>
            <pc:docMk/>
            <pc:sldMk cId="3703052" sldId="258"/>
            <ac:spMk id="17" creationId="{C2E081A8-E044-E7A0-0A76-DB0DAB1B0AED}"/>
          </ac:spMkLst>
        </pc:spChg>
        <pc:spChg chg="del mod topLvl">
          <ac:chgData name="Puttiwat พุทธิวัตร Kongkaew คงแก้ว" userId="0e7dae164e998c41" providerId="LiveId" clId="{4BF81A72-E9A8-49C5-8BED-C1A7555B2D76}" dt="2025-01-23T14:57:58.887" v="433" actId="478"/>
          <ac:spMkLst>
            <pc:docMk/>
            <pc:sldMk cId="3703052" sldId="258"/>
            <ac:spMk id="18" creationId="{59D8D51F-3843-7C5A-7468-93ACDF5DD5E4}"/>
          </ac:spMkLst>
        </pc:spChg>
        <pc:spChg chg="del mod topLvl">
          <ac:chgData name="Puttiwat พุทธิวัตร Kongkaew คงแก้ว" userId="0e7dae164e998c41" providerId="LiveId" clId="{4BF81A72-E9A8-49C5-8BED-C1A7555B2D76}" dt="2025-01-23T14:57:58.887" v="433" actId="478"/>
          <ac:spMkLst>
            <pc:docMk/>
            <pc:sldMk cId="3703052" sldId="258"/>
            <ac:spMk id="33" creationId="{07744E3B-8107-1C9E-8754-9504626F91D2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3703052" sldId="258"/>
            <ac:spMk id="81" creationId="{14071FD2-29C2-3BF1-D3AE-633E45353DA1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3703052" sldId="258"/>
            <ac:spMk id="82" creationId="{658FD1F7-03E9-4AC3-206A-F471AE3E2567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3703052" sldId="258"/>
            <ac:spMk id="83" creationId="{05C21D5C-CBA0-6624-28AC-E807310D3151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3703052" sldId="258"/>
            <ac:spMk id="84" creationId="{D9CAD479-24FA-7565-3424-9D81BF7827B3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3703052" sldId="258"/>
            <ac:spMk id="85" creationId="{F963AA34-765F-EAB7-8118-66F5BB1D15E5}"/>
          </ac:spMkLst>
        </pc:spChg>
        <pc:spChg chg="mod topLvl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3703052" sldId="258"/>
            <ac:spMk id="86" creationId="{201B9942-0B06-A877-F582-6D7C9224DC47}"/>
          </ac:spMkLst>
        </pc:spChg>
        <pc:spChg chg="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3703052" sldId="258"/>
            <ac:spMk id="98" creationId="{5265218C-0B3D-38EE-7A9C-44F3DD4C76D0}"/>
          </ac:spMkLst>
        </pc:spChg>
        <pc:spChg chg="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3703052" sldId="258"/>
            <ac:spMk id="99" creationId="{AAEAA3C1-E264-8EAE-4FFC-D16EFEBAC903}"/>
          </ac:spMkLst>
        </pc:spChg>
        <pc:spChg chg="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3703052" sldId="258"/>
            <ac:spMk id="100" creationId="{D6B89311-73DC-C9AD-0BF5-CCFB9A491926}"/>
          </ac:spMkLst>
        </pc:spChg>
        <pc:spChg chg="add mod">
          <ac:chgData name="Puttiwat พุทธิวัตร Kongkaew คงแก้ว" userId="0e7dae164e998c41" providerId="LiveId" clId="{4BF81A72-E9A8-49C5-8BED-C1A7555B2D76}" dt="2025-01-23T14:59:03.491" v="445" actId="1076"/>
          <ac:spMkLst>
            <pc:docMk/>
            <pc:sldMk cId="3703052" sldId="258"/>
            <ac:spMk id="106" creationId="{CEF6C5B9-25EB-3397-D436-558DCCF255DA}"/>
          </ac:spMkLst>
        </pc:spChg>
        <pc:spChg chg="add 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3703052" sldId="258"/>
            <ac:spMk id="107" creationId="{E69AD0A0-8406-B927-E7C1-038821A637BA}"/>
          </ac:spMkLst>
        </pc:spChg>
        <pc:spChg chg="add 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k cId="3703052" sldId="258"/>
            <ac:spMk id="108" creationId="{2FCE7821-427A-0272-AF00-AFD8E69462F5}"/>
          </ac:spMkLst>
        </pc:spChg>
        <pc:grpChg chg="add del mod">
          <ac:chgData name="Puttiwat พุทธิวัตร Kongkaew คงแก้ว" userId="0e7dae164e998c41" providerId="LiveId" clId="{4BF81A72-E9A8-49C5-8BED-C1A7555B2D76}" dt="2025-01-23T14:48:37.531" v="185" actId="165"/>
          <ac:grpSpMkLst>
            <pc:docMk/>
            <pc:sldMk cId="3703052" sldId="258"/>
            <ac:grpSpMk id="74" creationId="{914EB3B2-51F8-CE50-1883-13D0117E9E33}"/>
          </ac:grpSpMkLst>
        </pc:grpChg>
        <pc:grpChg chg="add del mod">
          <ac:chgData name="Puttiwat พุทธิวัตร Kongkaew คงแก้ว" userId="0e7dae164e998c41" providerId="LiveId" clId="{4BF81A72-E9A8-49C5-8BED-C1A7555B2D76}" dt="2025-01-23T14:59:06.700" v="447" actId="165"/>
          <ac:grpSpMkLst>
            <pc:docMk/>
            <pc:sldMk cId="3703052" sldId="258"/>
            <ac:grpSpMk id="75" creationId="{4FA8AD04-ECE2-7C8C-43C3-1C240E3C1D2F}"/>
          </ac:grpSpMkLst>
        </pc:grpChg>
        <pc:grpChg chg="mod topLvl">
          <ac:chgData name="Puttiwat พุทธิวัตร Kongkaew คงแก้ว" userId="0e7dae164e998c41" providerId="LiveId" clId="{4BF81A72-E9A8-49C5-8BED-C1A7555B2D76}" dt="2025-01-23T15:10:53.137" v="471"/>
          <ac:grpSpMkLst>
            <pc:docMk/>
            <pc:sldMk cId="3703052" sldId="258"/>
            <ac:grpSpMk id="76" creationId="{00223F7A-07CC-A26B-1397-75267889FDCD}"/>
          </ac:grpSpMkLst>
        </pc:grp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6" creationId="{5E7E1B5E-57CB-D627-65F8-05486DB3D0A3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7" creationId="{3A6B3489-B51F-2A2B-B532-EA585EA732D6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8" creationId="{5E7A76B8-23ED-E04B-D574-48B110D19F50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9" creationId="{0DBAE50F-D37A-CADD-4D85-E563D35F5569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10" creationId="{73B584B6-050E-73C2-16E0-D4F0CD6AA26D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11" creationId="{B74E9E31-D279-F167-4ECD-2E548189C7E0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14" creationId="{202CCEB4-3D71-3C00-B826-100BF2431802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15" creationId="{22451627-04D4-5CFE-1561-83769FDD8DD3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16" creationId="{36F9763B-2A3F-87AB-C823-5C1A3561C6F7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21" creationId="{13837B95-3A29-2C85-0140-5121D9719C2E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23" creationId="{B65B288E-0F0D-96F0-B76D-4B8F5B223FF1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25" creationId="{2132AF6A-E6A2-A54D-FE6F-5A21CA34A81D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26" creationId="{A4848CFA-D404-E987-1BB8-B65A6409E840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31" creationId="{999C219C-7400-621D-49DB-A1D31BEE73CD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32" creationId="{4DC852DF-E087-E535-EC93-A606D0592126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37" creationId="{558B886C-EA98-FB86-EBDC-5249E30F5A10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40" creationId="{9BBE55EB-6644-BAE8-0390-2D227363534D}"/>
          </ac:cxnSpMkLst>
        </pc:cxnChg>
        <pc:cxnChg chg="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56" creationId="{81CB8D1E-77CE-44DB-37AF-32154BBA76AF}"/>
          </ac:cxnSpMkLst>
        </pc:cxnChg>
        <pc:cxnChg chg="add mod">
          <ac:chgData name="Puttiwat พุทธิวัตร Kongkaew คงแก้ว" userId="0e7dae164e998c41" providerId="LiveId" clId="{4BF81A72-E9A8-49C5-8BED-C1A7555B2D76}" dt="2025-01-23T14:40:43.015" v="20"/>
          <ac:cxnSpMkLst>
            <pc:docMk/>
            <pc:sldMk cId="3703052" sldId="258"/>
            <ac:cxnSpMk id="61" creationId="{EDED9638-F2F0-AF3C-D6C7-298D5A631902}"/>
          </ac:cxnSpMkLst>
        </pc:cxnChg>
        <pc:cxnChg chg="add mod">
          <ac:chgData name="Puttiwat พุทธิวัตร Kongkaew คงแก้ว" userId="0e7dae164e998c41" providerId="LiveId" clId="{4BF81A72-E9A8-49C5-8BED-C1A7555B2D76}" dt="2025-01-23T14:40:43.015" v="20"/>
          <ac:cxnSpMkLst>
            <pc:docMk/>
            <pc:sldMk cId="3703052" sldId="258"/>
            <ac:cxnSpMk id="62" creationId="{C3D8414B-C294-ECD3-B32D-540DBE6554D0}"/>
          </ac:cxnSpMkLst>
        </pc:cxnChg>
        <pc:cxnChg chg="add mod">
          <ac:chgData name="Puttiwat พุทธิวัตร Kongkaew คงแก้ว" userId="0e7dae164e998c41" providerId="LiveId" clId="{4BF81A72-E9A8-49C5-8BED-C1A7555B2D76}" dt="2025-01-23T14:40:43.015" v="20"/>
          <ac:cxnSpMkLst>
            <pc:docMk/>
            <pc:sldMk cId="3703052" sldId="258"/>
            <ac:cxnSpMk id="63" creationId="{EC2FF84F-3EDD-FC1F-5889-5636F3D4259B}"/>
          </ac:cxnSpMkLst>
        </pc:cxnChg>
        <pc:cxnChg chg="add mod">
          <ac:chgData name="Puttiwat พุทธิวัตร Kongkaew คงแก้ว" userId="0e7dae164e998c41" providerId="LiveId" clId="{4BF81A72-E9A8-49C5-8BED-C1A7555B2D76}" dt="2025-01-23T14:40:43.015" v="20"/>
          <ac:cxnSpMkLst>
            <pc:docMk/>
            <pc:sldMk cId="3703052" sldId="258"/>
            <ac:cxnSpMk id="64" creationId="{B1DADE45-6DF2-1BC3-CBC0-C4DA1E0B015C}"/>
          </ac:cxnSpMkLst>
        </pc:cxnChg>
        <pc:cxnChg chg="add 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65" creationId="{0B1EC4C4-9C87-99A7-CCEA-A1AC68E0E910}"/>
          </ac:cxnSpMkLst>
        </pc:cxnChg>
        <pc:cxnChg chg="add 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66" creationId="{ED9E78EC-4A21-3F2C-4296-01875F46E35B}"/>
          </ac:cxnSpMkLst>
        </pc:cxnChg>
        <pc:cxnChg chg="add 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67" creationId="{1DD32050-C2D8-8595-4037-99926E99AC48}"/>
          </ac:cxnSpMkLst>
        </pc:cxnChg>
        <pc:cxnChg chg="add del mod topLvl">
          <ac:chgData name="Puttiwat พุทธิวัตร Kongkaew คงแก้ว" userId="0e7dae164e998c41" providerId="LiveId" clId="{4BF81A72-E9A8-49C5-8BED-C1A7555B2D76}" dt="2025-01-23T14:57:58.887" v="433" actId="478"/>
          <ac:cxnSpMkLst>
            <pc:docMk/>
            <pc:sldMk cId="3703052" sldId="258"/>
            <ac:cxnSpMk id="68" creationId="{66BA4CCD-0122-49E4-5BEE-8E8342B8A72B}"/>
          </ac:cxnSpMkLst>
        </pc:cxnChg>
        <pc:cxnChg chg="add del mod">
          <ac:chgData name="Puttiwat พุทธิวัตร Kongkaew คงแก้ว" userId="0e7dae164e998c41" providerId="LiveId" clId="{4BF81A72-E9A8-49C5-8BED-C1A7555B2D76}" dt="2025-01-23T14:42:04.637" v="102" actId="478"/>
          <ac:cxnSpMkLst>
            <pc:docMk/>
            <pc:sldMk cId="3703052" sldId="258"/>
            <ac:cxnSpMk id="69" creationId="{B00E9F8C-8294-891C-90E6-08283F216F33}"/>
          </ac:cxnSpMkLst>
        </pc:cxnChg>
        <pc:cxnChg chg="add del mod">
          <ac:chgData name="Puttiwat พุทธิวัตร Kongkaew คงแก้ว" userId="0e7dae164e998c41" providerId="LiveId" clId="{4BF81A72-E9A8-49C5-8BED-C1A7555B2D76}" dt="2025-01-23T14:42:11.234" v="111" actId="478"/>
          <ac:cxnSpMkLst>
            <pc:docMk/>
            <pc:sldMk cId="3703052" sldId="258"/>
            <ac:cxnSpMk id="71" creationId="{2B1690A1-6D6E-0757-8F03-37DFE21CE88B}"/>
          </ac:cxnSpMkLst>
        </pc:cxnChg>
        <pc:cxnChg chg="add mod">
          <ac:chgData name="Puttiwat พุทธิวัตร Kongkaew คงแก้ว" userId="0e7dae164e998c41" providerId="LiveId" clId="{4BF81A72-E9A8-49C5-8BED-C1A7555B2D76}" dt="2025-01-23T14:43:46.920" v="123" actId="1035"/>
          <ac:cxnSpMkLst>
            <pc:docMk/>
            <pc:sldMk cId="3703052" sldId="258"/>
            <ac:cxnSpMk id="72" creationId="{08ED52D6-0E00-31FC-FB6E-B35FCDE8F566}"/>
          </ac:cxnSpMkLst>
        </pc:cxnChg>
        <pc:cxnChg chg="add mod">
          <ac:chgData name="Puttiwat พุทธิวัตร Kongkaew คงแก้ว" userId="0e7dae164e998c41" providerId="LiveId" clId="{4BF81A72-E9A8-49C5-8BED-C1A7555B2D76}" dt="2025-01-23T14:43:44.586" v="120" actId="1076"/>
          <ac:cxnSpMkLst>
            <pc:docMk/>
            <pc:sldMk cId="3703052" sldId="258"/>
            <ac:cxnSpMk id="73" creationId="{0F42F185-C09E-476A-83A9-8B7FBE98CAD9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77" creationId="{143DF216-B76C-B03E-F423-2A5E040D8EDC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78" creationId="{B1AAE89A-B399-3234-7D32-071EE41FABCD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79" creationId="{463BB337-2F28-C9E9-0EA4-F9DE13241A78}"/>
          </ac:cxnSpMkLst>
        </pc:cxnChg>
        <pc:cxnChg chg="mod topLvl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80" creationId="{5C0B7203-FA99-CBB3-949D-73FBD89C7906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87" creationId="{320CAEFD-5AD2-0625-27C5-85C3CB6F84FF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88" creationId="{EDBFED8D-64EE-235A-8F21-15674CB6EED7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89" creationId="{CEC57A9F-A809-134F-5435-61CE546B31E3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90" creationId="{20565440-B90D-9E84-A175-EDBB4AADF535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91" creationId="{B23C5B5E-6B3A-3553-6757-DC49F0D4240D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92" creationId="{3A30288C-9935-41BC-E418-57B603B54291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93" creationId="{04364BA3-17C1-FFBB-CF6C-8D84578DCADA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94" creationId="{589506ED-6BF0-2570-0AAE-2B258C75CB6C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95" creationId="{FD0224A0-E204-AF18-331E-802364E757FF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96" creationId="{AF364746-E1E7-4A1C-D8DB-09DD5FC6855B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97" creationId="{C24AB9B6-A00A-D153-CA27-B0168DE79461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101" creationId="{586CEF35-A200-AE11-91FF-1954C26028DA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102" creationId="{D18CA267-302F-A2C2-13A4-147951C4E39E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103" creationId="{2B2E285A-F03F-2DEE-4371-00C06DCA7582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104" creationId="{9DB49263-4A48-0F1F-87DC-481132CD4882}"/>
          </ac:cxnSpMkLst>
        </pc:cxnChg>
        <pc:cxnChg chg="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105" creationId="{E3371EFD-990B-0ACB-EE25-879E59D97BFE}"/>
          </ac:cxnSpMkLst>
        </pc:cxnChg>
        <pc:cxnChg chg="add 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109" creationId="{2B3812CE-4F1A-0958-F40A-96AF8A22D5C5}"/>
          </ac:cxnSpMkLst>
        </pc:cxnChg>
        <pc:cxnChg chg="add mod">
          <ac:chgData name="Puttiwat พุทธิวัตร Kongkaew คงแก้ว" userId="0e7dae164e998c41" providerId="LiveId" clId="{4BF81A72-E9A8-49C5-8BED-C1A7555B2D76}" dt="2025-01-23T15:10:53.137" v="471"/>
          <ac:cxnSpMkLst>
            <pc:docMk/>
            <pc:sldMk cId="3703052" sldId="258"/>
            <ac:cxnSpMk id="112" creationId="{CC58FD96-E21B-3353-4194-14965290CA21}"/>
          </ac:cxnSpMkLst>
        </pc:cxnChg>
      </pc:sldChg>
      <pc:sldMasterChg chg="modSp modSldLayout">
        <pc:chgData name="Puttiwat พุทธิวัตร Kongkaew คงแก้ว" userId="0e7dae164e998c41" providerId="LiveId" clId="{4BF81A72-E9A8-49C5-8BED-C1A7555B2D76}" dt="2025-01-23T15:10:53.137" v="471"/>
        <pc:sldMasterMkLst>
          <pc:docMk/>
          <pc:sldMasterMk cId="985542564" sldId="2147483660"/>
        </pc:sldMasterMkLst>
        <pc:spChg chg="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asterMk cId="985542564" sldId="2147483660"/>
            <ac:spMk id="2" creationId="{00000000-0000-0000-0000-000000000000}"/>
          </ac:spMkLst>
        </pc:spChg>
        <pc:spChg chg="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asterMk cId="985542564" sldId="2147483660"/>
            <ac:spMk id="3" creationId="{00000000-0000-0000-0000-000000000000}"/>
          </ac:spMkLst>
        </pc:spChg>
        <pc:spChg chg="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asterMk cId="985542564" sldId="2147483660"/>
            <ac:spMk id="4" creationId="{00000000-0000-0000-0000-000000000000}"/>
          </ac:spMkLst>
        </pc:spChg>
        <pc:spChg chg="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asterMk cId="985542564" sldId="2147483660"/>
            <ac:spMk id="5" creationId="{00000000-0000-0000-0000-000000000000}"/>
          </ac:spMkLst>
        </pc:spChg>
        <pc:spChg chg="mod">
          <ac:chgData name="Puttiwat พุทธิวัตร Kongkaew คงแก้ว" userId="0e7dae164e998c41" providerId="LiveId" clId="{4BF81A72-E9A8-49C5-8BED-C1A7555B2D76}" dt="2025-01-23T15:10:53.137" v="471"/>
          <ac:spMkLst>
            <pc:docMk/>
            <pc:sldMasterMk cId="985542564" sldId="2147483660"/>
            <ac:spMk id="6" creationId="{00000000-0000-0000-0000-000000000000}"/>
          </ac:spMkLst>
        </pc:spChg>
        <pc:sldLayoutChg chg="modSp">
          <pc:chgData name="Puttiwat พุทธิวัตร Kongkaew คงแก้ว" userId="0e7dae164e998c41" providerId="LiveId" clId="{4BF81A72-E9A8-49C5-8BED-C1A7555B2D76}" dt="2025-01-23T15:10:53.137" v="471"/>
          <pc:sldLayoutMkLst>
            <pc:docMk/>
            <pc:sldMasterMk cId="985542564" sldId="2147483660"/>
            <pc:sldLayoutMk cId="2162391892" sldId="2147483661"/>
          </pc:sldLayoutMkLst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2162391892" sldId="2147483661"/>
              <ac:spMk id="2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2162391892" sldId="2147483661"/>
              <ac:spMk id="3" creationId="{00000000-0000-0000-0000-000000000000}"/>
            </ac:spMkLst>
          </pc:spChg>
        </pc:sldLayoutChg>
        <pc:sldLayoutChg chg="modSp">
          <pc:chgData name="Puttiwat พุทธิวัตร Kongkaew คงแก้ว" userId="0e7dae164e998c41" providerId="LiveId" clId="{4BF81A72-E9A8-49C5-8BED-C1A7555B2D76}" dt="2025-01-23T15:10:53.137" v="471"/>
          <pc:sldLayoutMkLst>
            <pc:docMk/>
            <pc:sldMasterMk cId="985542564" sldId="2147483660"/>
            <pc:sldLayoutMk cId="260232581" sldId="2147483663"/>
          </pc:sldLayoutMkLst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260232581" sldId="2147483663"/>
              <ac:spMk id="2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260232581" sldId="2147483663"/>
              <ac:spMk id="3" creationId="{00000000-0000-0000-0000-000000000000}"/>
            </ac:spMkLst>
          </pc:spChg>
        </pc:sldLayoutChg>
        <pc:sldLayoutChg chg="modSp">
          <pc:chgData name="Puttiwat พุทธิวัตร Kongkaew คงแก้ว" userId="0e7dae164e998c41" providerId="LiveId" clId="{4BF81A72-E9A8-49C5-8BED-C1A7555B2D76}" dt="2025-01-23T15:10:53.137" v="471"/>
          <pc:sldLayoutMkLst>
            <pc:docMk/>
            <pc:sldMasterMk cId="985542564" sldId="2147483660"/>
            <pc:sldLayoutMk cId="1678563289" sldId="2147483664"/>
          </pc:sldLayoutMkLst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678563289" sldId="2147483664"/>
              <ac:spMk id="3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678563289" sldId="2147483664"/>
              <ac:spMk id="4" creationId="{00000000-0000-0000-0000-000000000000}"/>
            </ac:spMkLst>
          </pc:spChg>
        </pc:sldLayoutChg>
        <pc:sldLayoutChg chg="modSp">
          <pc:chgData name="Puttiwat พุทธิวัตร Kongkaew คงแก้ว" userId="0e7dae164e998c41" providerId="LiveId" clId="{4BF81A72-E9A8-49C5-8BED-C1A7555B2D76}" dt="2025-01-23T15:10:53.137" v="471"/>
          <pc:sldLayoutMkLst>
            <pc:docMk/>
            <pc:sldMasterMk cId="985542564" sldId="2147483660"/>
            <pc:sldLayoutMk cId="1006948294" sldId="2147483665"/>
          </pc:sldLayoutMkLst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006948294" sldId="2147483665"/>
              <ac:spMk id="2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006948294" sldId="2147483665"/>
              <ac:spMk id="3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006948294" sldId="2147483665"/>
              <ac:spMk id="4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006948294" sldId="2147483665"/>
              <ac:spMk id="5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006948294" sldId="2147483665"/>
              <ac:spMk id="6" creationId="{00000000-0000-0000-0000-000000000000}"/>
            </ac:spMkLst>
          </pc:spChg>
        </pc:sldLayoutChg>
        <pc:sldLayoutChg chg="modSp">
          <pc:chgData name="Puttiwat พุทธิวัตร Kongkaew คงแก้ว" userId="0e7dae164e998c41" providerId="LiveId" clId="{4BF81A72-E9A8-49C5-8BED-C1A7555B2D76}" dt="2025-01-23T15:10:53.137" v="471"/>
          <pc:sldLayoutMkLst>
            <pc:docMk/>
            <pc:sldMasterMk cId="985542564" sldId="2147483660"/>
            <pc:sldLayoutMk cId="1155964524" sldId="2147483668"/>
          </pc:sldLayoutMkLst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155964524" sldId="2147483668"/>
              <ac:spMk id="2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155964524" sldId="2147483668"/>
              <ac:spMk id="3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155964524" sldId="2147483668"/>
              <ac:spMk id="4" creationId="{00000000-0000-0000-0000-000000000000}"/>
            </ac:spMkLst>
          </pc:spChg>
        </pc:sldLayoutChg>
        <pc:sldLayoutChg chg="modSp">
          <pc:chgData name="Puttiwat พุทธิวัตร Kongkaew คงแก้ว" userId="0e7dae164e998c41" providerId="LiveId" clId="{4BF81A72-E9A8-49C5-8BED-C1A7555B2D76}" dt="2025-01-23T15:10:53.137" v="471"/>
          <pc:sldLayoutMkLst>
            <pc:docMk/>
            <pc:sldMasterMk cId="985542564" sldId="2147483660"/>
            <pc:sldLayoutMk cId="1470079333" sldId="2147483669"/>
          </pc:sldLayoutMkLst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470079333" sldId="2147483669"/>
              <ac:spMk id="2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470079333" sldId="2147483669"/>
              <ac:spMk id="3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1470079333" sldId="2147483669"/>
              <ac:spMk id="4" creationId="{00000000-0000-0000-0000-000000000000}"/>
            </ac:spMkLst>
          </pc:spChg>
        </pc:sldLayoutChg>
        <pc:sldLayoutChg chg="modSp">
          <pc:chgData name="Puttiwat พุทธิวัตร Kongkaew คงแก้ว" userId="0e7dae164e998c41" providerId="LiveId" clId="{4BF81A72-E9A8-49C5-8BED-C1A7555B2D76}" dt="2025-01-23T15:10:53.137" v="471"/>
          <pc:sldLayoutMkLst>
            <pc:docMk/>
            <pc:sldMasterMk cId="985542564" sldId="2147483660"/>
            <pc:sldLayoutMk cId="3037645244" sldId="2147483671"/>
          </pc:sldLayoutMkLst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3037645244" sldId="2147483671"/>
              <ac:spMk id="2" creationId="{00000000-0000-0000-0000-000000000000}"/>
            </ac:spMkLst>
          </pc:spChg>
          <pc:spChg chg="mod">
            <ac:chgData name="Puttiwat พุทธิวัตร Kongkaew คงแก้ว" userId="0e7dae164e998c41" providerId="LiveId" clId="{4BF81A72-E9A8-49C5-8BED-C1A7555B2D76}" dt="2025-01-23T15:10:53.137" v="471"/>
            <ac:spMkLst>
              <pc:docMk/>
              <pc:sldMasterMk cId="985542564" sldId="2147483660"/>
              <pc:sldLayoutMk cId="3037645244" sldId="2147483671"/>
              <ac:spMk id="3" creationId="{00000000-0000-0000-0000-00000000000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1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1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391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571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80" y="1709742"/>
            <a:ext cx="8543924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80" y="4589467"/>
            <a:ext cx="8543924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32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4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563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365129"/>
            <a:ext cx="8543924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3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3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2" y="1681163"/>
            <a:ext cx="421134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2" y="2505075"/>
            <a:ext cx="421134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9482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8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262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1" y="987429"/>
            <a:ext cx="5014914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9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964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9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1" y="987429"/>
            <a:ext cx="5014914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9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79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04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9" y="365125"/>
            <a:ext cx="6284118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645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40" y="365129"/>
            <a:ext cx="854392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40" y="1825625"/>
            <a:ext cx="854392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9" y="6356354"/>
            <a:ext cx="22288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62E6D7-315A-4EAD-889B-39F6C7061BA5}" type="datetimeFigureOut">
              <a:rPr lang="en-US" smtClean="0"/>
              <a:t>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4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4" y="6356354"/>
            <a:ext cx="22288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BCD35E-2C59-4FA7-B99B-D7038985F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42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82">
            <a:extLst>
              <a:ext uri="{FF2B5EF4-FFF2-40B4-BE49-F238E27FC236}">
                <a16:creationId xmlns:a16="http://schemas.microsoft.com/office/drawing/2014/main" id="{D63B7F38-2BF3-0EC2-25C1-68479260B073}"/>
              </a:ext>
            </a:extLst>
          </p:cNvPr>
          <p:cNvGrpSpPr/>
          <p:nvPr/>
        </p:nvGrpSpPr>
        <p:grpSpPr>
          <a:xfrm>
            <a:off x="1046430" y="76655"/>
            <a:ext cx="7832073" cy="6664715"/>
            <a:chOff x="1046429" y="76653"/>
            <a:chExt cx="7832073" cy="6664715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B9AB337F-7EF1-83F2-2153-873EAC884CC0}"/>
                </a:ext>
              </a:extLst>
            </p:cNvPr>
            <p:cNvGrpSpPr/>
            <p:nvPr/>
          </p:nvGrpSpPr>
          <p:grpSpPr>
            <a:xfrm>
              <a:off x="1225170" y="271738"/>
              <a:ext cx="7515707" cy="3877342"/>
              <a:chOff x="1225170" y="271738"/>
              <a:chExt cx="7515707" cy="3172497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3A6DFB86-5CC6-7A38-D52B-7B8C61F245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5170" y="471458"/>
                <a:ext cx="7515707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28ED2685-E866-AFFC-6D4E-FD2CF24B69F9}"/>
                  </a:ext>
                </a:extLst>
              </p:cNvPr>
              <p:cNvCxnSpPr/>
              <p:nvPr/>
            </p:nvCxnSpPr>
            <p:spPr>
              <a:xfrm>
                <a:off x="3728864" y="471458"/>
                <a:ext cx="0" cy="2966719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4C82FA22-D399-89FD-5DA2-D674A2B01B46}"/>
                  </a:ext>
                </a:extLst>
              </p:cNvPr>
              <p:cNvCxnSpPr/>
              <p:nvPr/>
            </p:nvCxnSpPr>
            <p:spPr>
              <a:xfrm>
                <a:off x="8740877" y="471458"/>
                <a:ext cx="0" cy="2966719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65C165F-A065-74AA-8730-AA971AF0D8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25170" y="3435504"/>
                <a:ext cx="7515707" cy="380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01F2B6C-D2A4-B821-898E-484BEE68B9C4}"/>
                  </a:ext>
                </a:extLst>
              </p:cNvPr>
              <p:cNvCxnSpPr/>
              <p:nvPr/>
            </p:nvCxnSpPr>
            <p:spPr>
              <a:xfrm>
                <a:off x="6213550" y="471458"/>
                <a:ext cx="0" cy="2966719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E6730B09-BE3A-660D-9846-EA583E7BFBC4}"/>
                  </a:ext>
                </a:extLst>
              </p:cNvPr>
              <p:cNvCxnSpPr/>
              <p:nvPr/>
            </p:nvCxnSpPr>
            <p:spPr>
              <a:xfrm>
                <a:off x="4964385" y="468785"/>
                <a:ext cx="0" cy="2966719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0D763DB9-D545-DD2B-1AB5-872851CA3395}"/>
                  </a:ext>
                </a:extLst>
              </p:cNvPr>
              <p:cNvCxnSpPr/>
              <p:nvPr/>
            </p:nvCxnSpPr>
            <p:spPr>
              <a:xfrm>
                <a:off x="7462715" y="468785"/>
                <a:ext cx="0" cy="2966719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A0B87FA-BBDD-9ACA-EBCB-424FCA75F3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37185" y="468785"/>
                <a:ext cx="1609506" cy="2973193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B40C85-6F13-D6E7-BF63-4EE96F2D8C0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76715" y="468785"/>
                <a:ext cx="1705335" cy="2973193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DF5F150C-899C-8733-2F47-B4A12621F2BA}"/>
                  </a:ext>
                </a:extLst>
              </p:cNvPr>
              <p:cNvCxnSpPr/>
              <p:nvPr/>
            </p:nvCxnSpPr>
            <p:spPr>
              <a:xfrm>
                <a:off x="1225170" y="475259"/>
                <a:ext cx="0" cy="2966719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A39224AE-01DF-A07C-019C-B01BD89CD018}"/>
                  </a:ext>
                </a:extLst>
              </p:cNvPr>
              <p:cNvCxnSpPr/>
              <p:nvPr/>
            </p:nvCxnSpPr>
            <p:spPr>
              <a:xfrm>
                <a:off x="2460691" y="472586"/>
                <a:ext cx="0" cy="2966719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0E180B60-A762-B404-ECEF-1126D0E949BC}"/>
                  </a:ext>
                </a:extLst>
              </p:cNvPr>
              <p:cNvSpPr/>
              <p:nvPr/>
            </p:nvSpPr>
            <p:spPr>
              <a:xfrm>
                <a:off x="4382050" y="271739"/>
                <a:ext cx="1216129" cy="407040"/>
              </a:xfrm>
              <a:custGeom>
                <a:avLst/>
                <a:gdLst>
                  <a:gd name="connsiteX0" fmla="*/ 0 w 2060199"/>
                  <a:gd name="connsiteY0" fmla="*/ 620439 h 748699"/>
                  <a:gd name="connsiteX1" fmla="*/ 816078 w 2060199"/>
                  <a:gd name="connsiteY1" fmla="*/ 1006 h 748699"/>
                  <a:gd name="connsiteX2" fmla="*/ 1140542 w 2060199"/>
                  <a:gd name="connsiteY2" fmla="*/ 748258 h 748699"/>
                  <a:gd name="connsiteX3" fmla="*/ 1946787 w 2060199"/>
                  <a:gd name="connsiteY3" fmla="*/ 109161 h 748699"/>
                  <a:gd name="connsiteX4" fmla="*/ 2035278 w 2060199"/>
                  <a:gd name="connsiteY4" fmla="*/ 40335 h 7486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0199" h="748699">
                    <a:moveTo>
                      <a:pt x="0" y="620439"/>
                    </a:moveTo>
                    <a:cubicBezTo>
                      <a:pt x="312994" y="300071"/>
                      <a:pt x="625988" y="-20297"/>
                      <a:pt x="816078" y="1006"/>
                    </a:cubicBezTo>
                    <a:cubicBezTo>
                      <a:pt x="1006168" y="22309"/>
                      <a:pt x="952090" y="730232"/>
                      <a:pt x="1140542" y="748258"/>
                    </a:cubicBezTo>
                    <a:cubicBezTo>
                      <a:pt x="1328994" y="766284"/>
                      <a:pt x="1797664" y="227148"/>
                      <a:pt x="1946787" y="109161"/>
                    </a:cubicBezTo>
                    <a:cubicBezTo>
                      <a:pt x="2095910" y="-8826"/>
                      <a:pt x="2065594" y="15754"/>
                      <a:pt x="2035278" y="40335"/>
                    </a:cubicBezTo>
                  </a:path>
                </a:pathLst>
              </a:cu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4A1B3A29-7197-87EC-7040-0FD3D94240F8}"/>
                  </a:ext>
                </a:extLst>
              </p:cNvPr>
              <p:cNvSpPr/>
              <p:nvPr/>
            </p:nvSpPr>
            <p:spPr>
              <a:xfrm>
                <a:off x="6882062" y="303057"/>
                <a:ext cx="1250538" cy="407040"/>
              </a:xfrm>
              <a:custGeom>
                <a:avLst/>
                <a:gdLst>
                  <a:gd name="connsiteX0" fmla="*/ 0 w 2060199"/>
                  <a:gd name="connsiteY0" fmla="*/ 620439 h 748699"/>
                  <a:gd name="connsiteX1" fmla="*/ 816078 w 2060199"/>
                  <a:gd name="connsiteY1" fmla="*/ 1006 h 748699"/>
                  <a:gd name="connsiteX2" fmla="*/ 1140542 w 2060199"/>
                  <a:gd name="connsiteY2" fmla="*/ 748258 h 748699"/>
                  <a:gd name="connsiteX3" fmla="*/ 1946787 w 2060199"/>
                  <a:gd name="connsiteY3" fmla="*/ 109161 h 748699"/>
                  <a:gd name="connsiteX4" fmla="*/ 2035278 w 2060199"/>
                  <a:gd name="connsiteY4" fmla="*/ 40335 h 7486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0199" h="748699">
                    <a:moveTo>
                      <a:pt x="0" y="620439"/>
                    </a:moveTo>
                    <a:cubicBezTo>
                      <a:pt x="312994" y="300071"/>
                      <a:pt x="625988" y="-20297"/>
                      <a:pt x="816078" y="1006"/>
                    </a:cubicBezTo>
                    <a:cubicBezTo>
                      <a:pt x="1006168" y="22309"/>
                      <a:pt x="952090" y="730232"/>
                      <a:pt x="1140542" y="748258"/>
                    </a:cubicBezTo>
                    <a:cubicBezTo>
                      <a:pt x="1328994" y="766284"/>
                      <a:pt x="1797664" y="227148"/>
                      <a:pt x="1946787" y="109161"/>
                    </a:cubicBezTo>
                    <a:cubicBezTo>
                      <a:pt x="2095910" y="-8826"/>
                      <a:pt x="2065594" y="15754"/>
                      <a:pt x="2035278" y="40335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69CD16C-9D00-EC99-8CAA-EE9EB4032DB8}"/>
                  </a:ext>
                </a:extLst>
              </p:cNvPr>
              <p:cNvSpPr/>
              <p:nvPr/>
            </p:nvSpPr>
            <p:spPr>
              <a:xfrm>
                <a:off x="1872225" y="271738"/>
                <a:ext cx="1225707" cy="407040"/>
              </a:xfrm>
              <a:custGeom>
                <a:avLst/>
                <a:gdLst>
                  <a:gd name="connsiteX0" fmla="*/ 0 w 2060199"/>
                  <a:gd name="connsiteY0" fmla="*/ 620439 h 748699"/>
                  <a:gd name="connsiteX1" fmla="*/ 816078 w 2060199"/>
                  <a:gd name="connsiteY1" fmla="*/ 1006 h 748699"/>
                  <a:gd name="connsiteX2" fmla="*/ 1140542 w 2060199"/>
                  <a:gd name="connsiteY2" fmla="*/ 748258 h 748699"/>
                  <a:gd name="connsiteX3" fmla="*/ 1946787 w 2060199"/>
                  <a:gd name="connsiteY3" fmla="*/ 109161 h 748699"/>
                  <a:gd name="connsiteX4" fmla="*/ 2035278 w 2060199"/>
                  <a:gd name="connsiteY4" fmla="*/ 40335 h 7486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0199" h="748699">
                    <a:moveTo>
                      <a:pt x="0" y="620439"/>
                    </a:moveTo>
                    <a:cubicBezTo>
                      <a:pt x="312994" y="300071"/>
                      <a:pt x="625988" y="-20297"/>
                      <a:pt x="816078" y="1006"/>
                    </a:cubicBezTo>
                    <a:cubicBezTo>
                      <a:pt x="1006168" y="22309"/>
                      <a:pt x="952090" y="730232"/>
                      <a:pt x="1140542" y="748258"/>
                    </a:cubicBezTo>
                    <a:cubicBezTo>
                      <a:pt x="1328994" y="766284"/>
                      <a:pt x="1797664" y="227148"/>
                      <a:pt x="1946787" y="109161"/>
                    </a:cubicBezTo>
                    <a:cubicBezTo>
                      <a:pt x="2095910" y="-8826"/>
                      <a:pt x="2065594" y="15754"/>
                      <a:pt x="2035278" y="40335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A70B521-31CF-3D85-C4DD-8DC7A60D3B26}"/>
                  </a:ext>
                </a:extLst>
              </p:cNvPr>
              <p:cNvCxnSpPr/>
              <p:nvPr/>
            </p:nvCxnSpPr>
            <p:spPr>
              <a:xfrm>
                <a:off x="3728864" y="472586"/>
                <a:ext cx="2484686" cy="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46E0351-C77A-8696-E69B-E3A979A59170}"/>
                  </a:ext>
                </a:extLst>
              </p:cNvPr>
              <p:cNvCxnSpPr/>
              <p:nvPr/>
            </p:nvCxnSpPr>
            <p:spPr>
              <a:xfrm>
                <a:off x="3728864" y="3439306"/>
                <a:ext cx="2484686" cy="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1EFA9F1A-B5DB-5ADF-A2EE-A5E767CF76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36976" y="3444235"/>
                <a:ext cx="432048" cy="0"/>
              </a:xfrm>
              <a:prstGeom prst="line">
                <a:avLst/>
              </a:prstGeom>
              <a:ln w="762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CD70ABF6-2FA0-48A7-3BF3-BE797BA3AD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46691" y="3432832"/>
                <a:ext cx="432048" cy="0"/>
              </a:xfrm>
              <a:prstGeom prst="line">
                <a:avLst/>
              </a:prstGeom>
              <a:ln w="762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72596806-1726-3251-AEE4-0974998826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44667" y="3441978"/>
                <a:ext cx="432048" cy="0"/>
              </a:xfrm>
              <a:prstGeom prst="line">
                <a:avLst/>
              </a:prstGeom>
              <a:ln w="762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0D7C5D2-61E1-3184-D77A-F3867BF185D3}"/>
                </a:ext>
              </a:extLst>
            </p:cNvPr>
            <p:cNvGrpSpPr/>
            <p:nvPr/>
          </p:nvGrpSpPr>
          <p:grpSpPr>
            <a:xfrm>
              <a:off x="4209332" y="4319085"/>
              <a:ext cx="3273047" cy="2422283"/>
              <a:chOff x="4209332" y="3645024"/>
              <a:chExt cx="3273047" cy="2422283"/>
            </a:xfrm>
          </p:grpSpPr>
          <p:cxnSp>
            <p:nvCxnSpPr>
              <p:cNvPr id="56" name="Straight Arrow Connector 55">
                <a:extLst>
                  <a:ext uri="{FF2B5EF4-FFF2-40B4-BE49-F238E27FC236}">
                    <a16:creationId xmlns:a16="http://schemas.microsoft.com/office/drawing/2014/main" id="{55B14003-EBED-BCF9-312A-FF8FD3738E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4553" y="5882641"/>
                <a:ext cx="2527826" cy="0"/>
              </a:xfrm>
              <a:prstGeom prst="straightConnector1">
                <a:avLst/>
              </a:prstGeom>
              <a:ln>
                <a:headEnd type="triangl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4FDD0448-8A47-593A-AA84-852428CBC0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990769"/>
                <a:ext cx="684185" cy="0"/>
              </a:xfrm>
              <a:prstGeom prst="straightConnector1">
                <a:avLst/>
              </a:prstGeom>
              <a:ln>
                <a:headEnd type="triangl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Arrow Connector 61">
                <a:extLst>
                  <a:ext uri="{FF2B5EF4-FFF2-40B4-BE49-F238E27FC236}">
                    <a16:creationId xmlns:a16="http://schemas.microsoft.com/office/drawing/2014/main" id="{2054F92A-DC34-D166-A510-EB9DD9B6E0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85248" y="5266507"/>
                <a:ext cx="297131" cy="0"/>
              </a:xfrm>
              <a:prstGeom prst="straightConnector1">
                <a:avLst/>
              </a:prstGeom>
              <a:ln>
                <a:headEnd type="triangl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Arrow Connector 67">
                <a:extLst>
                  <a:ext uri="{FF2B5EF4-FFF2-40B4-BE49-F238E27FC236}">
                    <a16:creationId xmlns:a16="http://schemas.microsoft.com/office/drawing/2014/main" id="{57681C2A-285A-3F9E-394C-F220CEE61D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37185" y="4591699"/>
                <a:ext cx="1548063" cy="0"/>
              </a:xfrm>
              <a:prstGeom prst="straightConnector1">
                <a:avLst/>
              </a:prstGeom>
              <a:ln>
                <a:headEnd type="triangle"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45D5B1C1-B301-0EC1-FC5F-E2D2A308F5C7}"/>
                      </a:ext>
                    </a:extLst>
                  </p:cNvPr>
                  <p:cNvSpPr txBox="1"/>
                  <p:nvPr/>
                </p:nvSpPr>
                <p:spPr>
                  <a:xfrm>
                    <a:off x="4336353" y="3645024"/>
                    <a:ext cx="578107" cy="65620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45D5B1C1-B301-0EC1-FC5F-E2D2A308F5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36353" y="3645024"/>
                    <a:ext cx="578107" cy="656205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32A29AE0-933A-3757-F3BE-8C1B9EA3DAC4}"/>
                      </a:ext>
                    </a:extLst>
                  </p:cNvPr>
                  <p:cNvSpPr txBox="1"/>
                  <p:nvPr/>
                </p:nvSpPr>
                <p:spPr>
                  <a:xfrm>
                    <a:off x="4318689" y="4946537"/>
                    <a:ext cx="583428" cy="65620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32A29AE0-933A-3757-F3BE-8C1B9EA3DA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18689" y="4946537"/>
                    <a:ext cx="583428" cy="65620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126C9A9E-829D-F1F9-824D-8E5B72653405}"/>
                      </a:ext>
                    </a:extLst>
                  </p:cNvPr>
                  <p:cNvSpPr txBox="1"/>
                  <p:nvPr/>
                </p:nvSpPr>
                <p:spPr>
                  <a:xfrm>
                    <a:off x="4209332" y="4282894"/>
                    <a:ext cx="802143" cy="66364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74" name="TextBox 73">
                    <a:extLst>
                      <a:ext uri="{FF2B5EF4-FFF2-40B4-BE49-F238E27FC236}">
                        <a16:creationId xmlns:a16="http://schemas.microsoft.com/office/drawing/2014/main" id="{126C9A9E-829D-F1F9-824D-8E5B726534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09332" y="4282894"/>
                    <a:ext cx="802143" cy="66364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CD08C312-CCD1-9A37-E621-CF8240A374D2}"/>
                      </a:ext>
                    </a:extLst>
                  </p:cNvPr>
                  <p:cNvSpPr txBox="1"/>
                  <p:nvPr/>
                </p:nvSpPr>
                <p:spPr>
                  <a:xfrm>
                    <a:off x="4407847" y="5697975"/>
                    <a:ext cx="4051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CD08C312-CCD1-9A37-E621-CF8240A374D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07847" y="5697975"/>
                    <a:ext cx="40511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D1A8B071-D3E0-D9F4-5CBC-1CE101634B2D}"/>
                </a:ext>
              </a:extLst>
            </p:cNvPr>
            <p:cNvSpPr/>
            <p:nvPr/>
          </p:nvSpPr>
          <p:spPr>
            <a:xfrm>
              <a:off x="1046429" y="76653"/>
              <a:ext cx="1396123" cy="4504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6CDD8D2-658F-0896-5025-7F9C700EF820}"/>
                </a:ext>
              </a:extLst>
            </p:cNvPr>
            <p:cNvSpPr/>
            <p:nvPr/>
          </p:nvSpPr>
          <p:spPr>
            <a:xfrm>
              <a:off x="7482379" y="76653"/>
              <a:ext cx="1396123" cy="4504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29579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FF858-9248-6DAE-7EB9-AB739BBC8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roup 77">
            <a:extLst>
              <a:ext uri="{FF2B5EF4-FFF2-40B4-BE49-F238E27FC236}">
                <a16:creationId xmlns:a16="http://schemas.microsoft.com/office/drawing/2014/main" id="{53524C15-3CE3-41BB-5028-8E834B8D695B}"/>
              </a:ext>
            </a:extLst>
          </p:cNvPr>
          <p:cNvGrpSpPr/>
          <p:nvPr/>
        </p:nvGrpSpPr>
        <p:grpSpPr>
          <a:xfrm>
            <a:off x="1046430" y="76655"/>
            <a:ext cx="7832073" cy="6664715"/>
            <a:chOff x="1046429" y="76653"/>
            <a:chExt cx="7832073" cy="6664715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C13F1A67-F05D-3850-009E-1BF9BB385643}"/>
                </a:ext>
              </a:extLst>
            </p:cNvPr>
            <p:cNvGrpSpPr/>
            <p:nvPr/>
          </p:nvGrpSpPr>
          <p:grpSpPr>
            <a:xfrm>
              <a:off x="1225170" y="271738"/>
              <a:ext cx="7515707" cy="3877342"/>
              <a:chOff x="1225170" y="271738"/>
              <a:chExt cx="7515707" cy="3172497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39AE7FE9-1A00-85D3-7815-E947C3E123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25170" y="471458"/>
                <a:ext cx="7515707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A82905D-0416-7732-FB54-9730DAF9AB1C}"/>
                  </a:ext>
                </a:extLst>
              </p:cNvPr>
              <p:cNvCxnSpPr/>
              <p:nvPr/>
            </p:nvCxnSpPr>
            <p:spPr>
              <a:xfrm>
                <a:off x="3728864" y="471458"/>
                <a:ext cx="0" cy="2966719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4ED5CFD0-456B-D992-3D80-A9FC3D9AC7C6}"/>
                  </a:ext>
                </a:extLst>
              </p:cNvPr>
              <p:cNvCxnSpPr/>
              <p:nvPr/>
            </p:nvCxnSpPr>
            <p:spPr>
              <a:xfrm>
                <a:off x="8740877" y="471458"/>
                <a:ext cx="0" cy="2966719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F9A6DADE-01E4-DB1A-63D8-2B41FE6E65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25170" y="3435504"/>
                <a:ext cx="7515707" cy="380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AE310364-1C7E-2A97-DCEF-0D64A1A4CFF6}"/>
                  </a:ext>
                </a:extLst>
              </p:cNvPr>
              <p:cNvCxnSpPr/>
              <p:nvPr/>
            </p:nvCxnSpPr>
            <p:spPr>
              <a:xfrm>
                <a:off x="6213550" y="471458"/>
                <a:ext cx="0" cy="2966719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0FC0A021-CD35-F22B-A371-7E17DD0EDBF0}"/>
                  </a:ext>
                </a:extLst>
              </p:cNvPr>
              <p:cNvCxnSpPr/>
              <p:nvPr/>
            </p:nvCxnSpPr>
            <p:spPr>
              <a:xfrm>
                <a:off x="4964385" y="468785"/>
                <a:ext cx="0" cy="2966719"/>
              </a:xfrm>
              <a:prstGeom prst="line">
                <a:avLst/>
              </a:prstGeom>
              <a:ln>
                <a:solidFill>
                  <a:srgbClr val="FF0000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C8BAB929-120A-EC08-87A1-DE32343F15E9}"/>
                  </a:ext>
                </a:extLst>
              </p:cNvPr>
              <p:cNvCxnSpPr/>
              <p:nvPr/>
            </p:nvCxnSpPr>
            <p:spPr>
              <a:xfrm>
                <a:off x="7462715" y="468785"/>
                <a:ext cx="0" cy="2966719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Arrow Connector 61">
                <a:extLst>
                  <a:ext uri="{FF2B5EF4-FFF2-40B4-BE49-F238E27FC236}">
                    <a16:creationId xmlns:a16="http://schemas.microsoft.com/office/drawing/2014/main" id="{BD35DE59-C943-3B51-D0E0-6EC6273A2E0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84178" y="486662"/>
                <a:ext cx="1713038" cy="2957573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Arrow Connector 62">
                <a:extLst>
                  <a:ext uri="{FF2B5EF4-FFF2-40B4-BE49-F238E27FC236}">
                    <a16:creationId xmlns:a16="http://schemas.microsoft.com/office/drawing/2014/main" id="{B06826E0-C732-28E6-C996-FE6A059E73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97932" y="475259"/>
                <a:ext cx="1639044" cy="2968976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0D82F8B-A9B6-887F-70BB-A96BDF8854B4}"/>
                  </a:ext>
                </a:extLst>
              </p:cNvPr>
              <p:cNvCxnSpPr/>
              <p:nvPr/>
            </p:nvCxnSpPr>
            <p:spPr>
              <a:xfrm>
                <a:off x="1225170" y="475259"/>
                <a:ext cx="0" cy="2966719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F406F257-8691-CEA6-70B7-877F4FB3DC85}"/>
                  </a:ext>
                </a:extLst>
              </p:cNvPr>
              <p:cNvCxnSpPr/>
              <p:nvPr/>
            </p:nvCxnSpPr>
            <p:spPr>
              <a:xfrm>
                <a:off x="2460691" y="472586"/>
                <a:ext cx="0" cy="2966719"/>
              </a:xfrm>
              <a:prstGeom prst="line">
                <a:avLst/>
              </a:prstGeom>
              <a:ln>
                <a:solidFill>
                  <a:schemeClr val="accent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AFD3B4A1-0819-0B63-5A97-7983FDAA6564}"/>
                  </a:ext>
                </a:extLst>
              </p:cNvPr>
              <p:cNvSpPr/>
              <p:nvPr/>
            </p:nvSpPr>
            <p:spPr>
              <a:xfrm>
                <a:off x="4382050" y="271739"/>
                <a:ext cx="1216129" cy="407040"/>
              </a:xfrm>
              <a:custGeom>
                <a:avLst/>
                <a:gdLst>
                  <a:gd name="connsiteX0" fmla="*/ 0 w 2060199"/>
                  <a:gd name="connsiteY0" fmla="*/ 620439 h 748699"/>
                  <a:gd name="connsiteX1" fmla="*/ 816078 w 2060199"/>
                  <a:gd name="connsiteY1" fmla="*/ 1006 h 748699"/>
                  <a:gd name="connsiteX2" fmla="*/ 1140542 w 2060199"/>
                  <a:gd name="connsiteY2" fmla="*/ 748258 h 748699"/>
                  <a:gd name="connsiteX3" fmla="*/ 1946787 w 2060199"/>
                  <a:gd name="connsiteY3" fmla="*/ 109161 h 748699"/>
                  <a:gd name="connsiteX4" fmla="*/ 2035278 w 2060199"/>
                  <a:gd name="connsiteY4" fmla="*/ 40335 h 7486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0199" h="748699">
                    <a:moveTo>
                      <a:pt x="0" y="620439"/>
                    </a:moveTo>
                    <a:cubicBezTo>
                      <a:pt x="312994" y="300071"/>
                      <a:pt x="625988" y="-20297"/>
                      <a:pt x="816078" y="1006"/>
                    </a:cubicBezTo>
                    <a:cubicBezTo>
                      <a:pt x="1006168" y="22309"/>
                      <a:pt x="952090" y="730232"/>
                      <a:pt x="1140542" y="748258"/>
                    </a:cubicBezTo>
                    <a:cubicBezTo>
                      <a:pt x="1328994" y="766284"/>
                      <a:pt x="1797664" y="227148"/>
                      <a:pt x="1946787" y="109161"/>
                    </a:cubicBezTo>
                    <a:cubicBezTo>
                      <a:pt x="2095910" y="-8826"/>
                      <a:pt x="2065594" y="15754"/>
                      <a:pt x="2035278" y="40335"/>
                    </a:cubicBezTo>
                  </a:path>
                </a:pathLst>
              </a:cu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25583304-6792-3C56-044C-9EF099F8AB18}"/>
                  </a:ext>
                </a:extLst>
              </p:cNvPr>
              <p:cNvSpPr/>
              <p:nvPr/>
            </p:nvSpPr>
            <p:spPr>
              <a:xfrm>
                <a:off x="6882062" y="303057"/>
                <a:ext cx="1250538" cy="407040"/>
              </a:xfrm>
              <a:custGeom>
                <a:avLst/>
                <a:gdLst>
                  <a:gd name="connsiteX0" fmla="*/ 0 w 2060199"/>
                  <a:gd name="connsiteY0" fmla="*/ 620439 h 748699"/>
                  <a:gd name="connsiteX1" fmla="*/ 816078 w 2060199"/>
                  <a:gd name="connsiteY1" fmla="*/ 1006 h 748699"/>
                  <a:gd name="connsiteX2" fmla="*/ 1140542 w 2060199"/>
                  <a:gd name="connsiteY2" fmla="*/ 748258 h 748699"/>
                  <a:gd name="connsiteX3" fmla="*/ 1946787 w 2060199"/>
                  <a:gd name="connsiteY3" fmla="*/ 109161 h 748699"/>
                  <a:gd name="connsiteX4" fmla="*/ 2035278 w 2060199"/>
                  <a:gd name="connsiteY4" fmla="*/ 40335 h 7486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0199" h="748699">
                    <a:moveTo>
                      <a:pt x="0" y="620439"/>
                    </a:moveTo>
                    <a:cubicBezTo>
                      <a:pt x="312994" y="300071"/>
                      <a:pt x="625988" y="-20297"/>
                      <a:pt x="816078" y="1006"/>
                    </a:cubicBezTo>
                    <a:cubicBezTo>
                      <a:pt x="1006168" y="22309"/>
                      <a:pt x="952090" y="730232"/>
                      <a:pt x="1140542" y="748258"/>
                    </a:cubicBezTo>
                    <a:cubicBezTo>
                      <a:pt x="1328994" y="766284"/>
                      <a:pt x="1797664" y="227148"/>
                      <a:pt x="1946787" y="109161"/>
                    </a:cubicBezTo>
                    <a:cubicBezTo>
                      <a:pt x="2095910" y="-8826"/>
                      <a:pt x="2065594" y="15754"/>
                      <a:pt x="2035278" y="40335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66D68894-2B20-D6ED-86D8-A0160D6DDE1F}"/>
                  </a:ext>
                </a:extLst>
              </p:cNvPr>
              <p:cNvSpPr/>
              <p:nvPr/>
            </p:nvSpPr>
            <p:spPr>
              <a:xfrm>
                <a:off x="1872225" y="271738"/>
                <a:ext cx="1225707" cy="407040"/>
              </a:xfrm>
              <a:custGeom>
                <a:avLst/>
                <a:gdLst>
                  <a:gd name="connsiteX0" fmla="*/ 0 w 2060199"/>
                  <a:gd name="connsiteY0" fmla="*/ 620439 h 748699"/>
                  <a:gd name="connsiteX1" fmla="*/ 816078 w 2060199"/>
                  <a:gd name="connsiteY1" fmla="*/ 1006 h 748699"/>
                  <a:gd name="connsiteX2" fmla="*/ 1140542 w 2060199"/>
                  <a:gd name="connsiteY2" fmla="*/ 748258 h 748699"/>
                  <a:gd name="connsiteX3" fmla="*/ 1946787 w 2060199"/>
                  <a:gd name="connsiteY3" fmla="*/ 109161 h 748699"/>
                  <a:gd name="connsiteX4" fmla="*/ 2035278 w 2060199"/>
                  <a:gd name="connsiteY4" fmla="*/ 40335 h 7486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0199" h="748699">
                    <a:moveTo>
                      <a:pt x="0" y="620439"/>
                    </a:moveTo>
                    <a:cubicBezTo>
                      <a:pt x="312994" y="300071"/>
                      <a:pt x="625988" y="-20297"/>
                      <a:pt x="816078" y="1006"/>
                    </a:cubicBezTo>
                    <a:cubicBezTo>
                      <a:pt x="1006168" y="22309"/>
                      <a:pt x="952090" y="730232"/>
                      <a:pt x="1140542" y="748258"/>
                    </a:cubicBezTo>
                    <a:cubicBezTo>
                      <a:pt x="1328994" y="766284"/>
                      <a:pt x="1797664" y="227148"/>
                      <a:pt x="1946787" y="109161"/>
                    </a:cubicBezTo>
                    <a:cubicBezTo>
                      <a:pt x="2095910" y="-8826"/>
                      <a:pt x="2065594" y="15754"/>
                      <a:pt x="2035278" y="40335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B9C2FC20-AA0E-1C02-A894-FFED94DCCEBB}"/>
                  </a:ext>
                </a:extLst>
              </p:cNvPr>
              <p:cNvCxnSpPr/>
              <p:nvPr/>
            </p:nvCxnSpPr>
            <p:spPr>
              <a:xfrm>
                <a:off x="3728864" y="472586"/>
                <a:ext cx="2484686" cy="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2A94626A-C286-CACB-1260-6C8BFFC86728}"/>
                  </a:ext>
                </a:extLst>
              </p:cNvPr>
              <p:cNvCxnSpPr/>
              <p:nvPr/>
            </p:nvCxnSpPr>
            <p:spPr>
              <a:xfrm>
                <a:off x="3728864" y="3439306"/>
                <a:ext cx="2484686" cy="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C857F473-02AC-4B97-98C5-DFDF5BDAEB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36976" y="3444235"/>
                <a:ext cx="432048" cy="0"/>
              </a:xfrm>
              <a:prstGeom prst="line">
                <a:avLst/>
              </a:prstGeom>
              <a:ln w="7620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6D60D326-08FF-757C-5790-1FB7BD013B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46691" y="3432832"/>
                <a:ext cx="432048" cy="0"/>
              </a:xfrm>
              <a:prstGeom prst="line">
                <a:avLst/>
              </a:prstGeom>
              <a:ln w="762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4778969A-C41D-EB09-2390-AE3E232914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44667" y="3441978"/>
                <a:ext cx="432048" cy="0"/>
              </a:xfrm>
              <a:prstGeom prst="line">
                <a:avLst/>
              </a:prstGeom>
              <a:ln w="7620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5CB0CB8-1725-A923-01F0-4FE9CC7CC8B9}"/>
                </a:ext>
              </a:extLst>
            </p:cNvPr>
            <p:cNvCxnSpPr>
              <a:cxnSpLocks/>
            </p:cNvCxnSpPr>
            <p:nvPr/>
          </p:nvCxnSpPr>
          <p:spPr>
            <a:xfrm>
              <a:off x="4954553" y="6556702"/>
              <a:ext cx="2527826" cy="0"/>
            </a:xfrm>
            <a:prstGeom prst="straightConnector1">
              <a:avLst/>
            </a:prstGeom>
            <a:ln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A3FDEE5E-8868-0892-D8F6-52BFDD315488}"/>
                </a:ext>
              </a:extLst>
            </p:cNvPr>
            <p:cNvCxnSpPr>
              <a:cxnSpLocks/>
            </p:cNvCxnSpPr>
            <p:nvPr/>
          </p:nvCxnSpPr>
          <p:spPr>
            <a:xfrm>
              <a:off x="6789095" y="4664830"/>
              <a:ext cx="684185" cy="0"/>
            </a:xfrm>
            <a:prstGeom prst="straightConnector1">
              <a:avLst/>
            </a:prstGeom>
            <a:ln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466727-604F-F8D5-F727-45E40388F8D0}"/>
                </a:ext>
              </a:extLst>
            </p:cNvPr>
            <p:cNvCxnSpPr>
              <a:cxnSpLocks/>
            </p:cNvCxnSpPr>
            <p:nvPr/>
          </p:nvCxnSpPr>
          <p:spPr>
            <a:xfrm>
              <a:off x="4953000" y="5940568"/>
              <a:ext cx="297131" cy="0"/>
            </a:xfrm>
            <a:prstGeom prst="straightConnector1">
              <a:avLst/>
            </a:prstGeom>
            <a:ln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7A5588BF-3A0C-72EA-046C-C0A7CBF4CFDC}"/>
                </a:ext>
              </a:extLst>
            </p:cNvPr>
            <p:cNvCxnSpPr>
              <a:cxnSpLocks/>
            </p:cNvCxnSpPr>
            <p:nvPr/>
          </p:nvCxnSpPr>
          <p:spPr>
            <a:xfrm>
              <a:off x="5241032" y="5265760"/>
              <a:ext cx="1548063" cy="0"/>
            </a:xfrm>
            <a:prstGeom prst="straightConnector1">
              <a:avLst/>
            </a:prstGeom>
            <a:ln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677A13D-2EFC-E0DC-1D4F-00C6287A46FD}"/>
                    </a:ext>
                  </a:extLst>
                </p:cNvPr>
                <p:cNvSpPr txBox="1"/>
                <p:nvPr/>
              </p:nvSpPr>
              <p:spPr>
                <a:xfrm>
                  <a:off x="4336353" y="4319085"/>
                  <a:ext cx="578107" cy="6562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677A13D-2EFC-E0DC-1D4F-00C6287A46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6353" y="4319085"/>
                  <a:ext cx="578107" cy="65620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2C130307-B998-F87F-9F98-04F4EEA1B54B}"/>
                    </a:ext>
                  </a:extLst>
                </p:cNvPr>
                <p:cNvSpPr txBox="1"/>
                <p:nvPr/>
              </p:nvSpPr>
              <p:spPr>
                <a:xfrm>
                  <a:off x="4318689" y="5620598"/>
                  <a:ext cx="583428" cy="65620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2C130307-B998-F87F-9F98-04F4EEA1B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8689" y="5620598"/>
                  <a:ext cx="583428" cy="65620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53324752-6844-0FB4-788C-5DD96815DFD2}"/>
                    </a:ext>
                  </a:extLst>
                </p:cNvPr>
                <p:cNvSpPr txBox="1"/>
                <p:nvPr/>
              </p:nvSpPr>
              <p:spPr>
                <a:xfrm>
                  <a:off x="4209332" y="4956955"/>
                  <a:ext cx="802143" cy="66364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53324752-6844-0FB4-788C-5DD96815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09332" y="4956955"/>
                  <a:ext cx="802143" cy="66364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D056CA09-2590-79F2-48F2-69057803C566}"/>
                    </a:ext>
                  </a:extLst>
                </p:cNvPr>
                <p:cNvSpPr txBox="1"/>
                <p:nvPr/>
              </p:nvSpPr>
              <p:spPr>
                <a:xfrm>
                  <a:off x="4407847" y="6372036"/>
                  <a:ext cx="40511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D056CA09-2590-79F2-48F2-69057803C5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7847" y="6372036"/>
                  <a:ext cx="405111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A3A50F2A-72C1-9037-6257-BB7F88EB6E1F}"/>
                </a:ext>
              </a:extLst>
            </p:cNvPr>
            <p:cNvSpPr/>
            <p:nvPr/>
          </p:nvSpPr>
          <p:spPr>
            <a:xfrm>
              <a:off x="1046429" y="76653"/>
              <a:ext cx="1396123" cy="4504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29B2F9F4-0136-4089-7EE0-939EADE29AE2}"/>
                </a:ext>
              </a:extLst>
            </p:cNvPr>
            <p:cNvSpPr/>
            <p:nvPr/>
          </p:nvSpPr>
          <p:spPr>
            <a:xfrm>
              <a:off x="7482379" y="76653"/>
              <a:ext cx="1396123" cy="4504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12184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23B3A-9CA5-23A7-06DA-AA60058D1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00223F7A-07CC-A26B-1397-75267889FDCD}"/>
              </a:ext>
            </a:extLst>
          </p:cNvPr>
          <p:cNvGrpSpPr/>
          <p:nvPr/>
        </p:nvGrpSpPr>
        <p:grpSpPr>
          <a:xfrm>
            <a:off x="1225171" y="271738"/>
            <a:ext cx="7515707" cy="3877342"/>
            <a:chOff x="1225170" y="271738"/>
            <a:chExt cx="7515707" cy="3172497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320CAEFD-5AD2-0625-27C5-85C3CB6F84FF}"/>
                </a:ext>
              </a:extLst>
            </p:cNvPr>
            <p:cNvCxnSpPr>
              <a:cxnSpLocks/>
            </p:cNvCxnSpPr>
            <p:nvPr/>
          </p:nvCxnSpPr>
          <p:spPr>
            <a:xfrm>
              <a:off x="1225170" y="471458"/>
              <a:ext cx="751570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EDBFED8D-64EE-235A-8F21-15674CB6EED7}"/>
                </a:ext>
              </a:extLst>
            </p:cNvPr>
            <p:cNvCxnSpPr/>
            <p:nvPr/>
          </p:nvCxnSpPr>
          <p:spPr>
            <a:xfrm>
              <a:off x="3728864" y="471458"/>
              <a:ext cx="0" cy="2966719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CEC57A9F-A809-134F-5435-61CE546B31E3}"/>
                </a:ext>
              </a:extLst>
            </p:cNvPr>
            <p:cNvCxnSpPr/>
            <p:nvPr/>
          </p:nvCxnSpPr>
          <p:spPr>
            <a:xfrm>
              <a:off x="8740877" y="471458"/>
              <a:ext cx="0" cy="2966719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20565440-B90D-9E84-A175-EDBB4AADF5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25170" y="3435504"/>
              <a:ext cx="7515707" cy="380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B23C5B5E-6B3A-3553-6757-DC49F0D4240D}"/>
                </a:ext>
              </a:extLst>
            </p:cNvPr>
            <p:cNvCxnSpPr/>
            <p:nvPr/>
          </p:nvCxnSpPr>
          <p:spPr>
            <a:xfrm>
              <a:off x="6213550" y="471458"/>
              <a:ext cx="0" cy="2966719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3A30288C-9935-41BC-E418-57B603B54291}"/>
                </a:ext>
              </a:extLst>
            </p:cNvPr>
            <p:cNvCxnSpPr/>
            <p:nvPr/>
          </p:nvCxnSpPr>
          <p:spPr>
            <a:xfrm>
              <a:off x="4964385" y="468785"/>
              <a:ext cx="0" cy="2966719"/>
            </a:xfrm>
            <a:prstGeom prst="line">
              <a:avLst/>
            </a:prstGeom>
            <a:ln>
              <a:solidFill>
                <a:srgbClr val="FF0000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364BA3-17C1-FFBB-CF6C-8D84578DCADA}"/>
                </a:ext>
              </a:extLst>
            </p:cNvPr>
            <p:cNvCxnSpPr/>
            <p:nvPr/>
          </p:nvCxnSpPr>
          <p:spPr>
            <a:xfrm>
              <a:off x="7462715" y="468785"/>
              <a:ext cx="0" cy="2966719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589506ED-6BF0-2570-0AAE-2B258C75CB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84178" y="486662"/>
              <a:ext cx="1713038" cy="2957573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FD0224A0-E204-AF18-331E-802364E757FF}"/>
                </a:ext>
              </a:extLst>
            </p:cNvPr>
            <p:cNvCxnSpPr>
              <a:cxnSpLocks/>
            </p:cNvCxnSpPr>
            <p:nvPr/>
          </p:nvCxnSpPr>
          <p:spPr>
            <a:xfrm>
              <a:off x="3097932" y="475259"/>
              <a:ext cx="1639044" cy="2968976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AF364746-E1E7-4A1C-D8DB-09DD5FC6855B}"/>
                </a:ext>
              </a:extLst>
            </p:cNvPr>
            <p:cNvCxnSpPr/>
            <p:nvPr/>
          </p:nvCxnSpPr>
          <p:spPr>
            <a:xfrm>
              <a:off x="1225170" y="475259"/>
              <a:ext cx="0" cy="2966719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24AB9B6-A00A-D153-CA27-B0168DE79461}"/>
                </a:ext>
              </a:extLst>
            </p:cNvPr>
            <p:cNvCxnSpPr/>
            <p:nvPr/>
          </p:nvCxnSpPr>
          <p:spPr>
            <a:xfrm>
              <a:off x="2460691" y="472586"/>
              <a:ext cx="0" cy="2966719"/>
            </a:xfrm>
            <a:prstGeom prst="line">
              <a:avLst/>
            </a:prstGeom>
            <a:ln>
              <a:solidFill>
                <a:schemeClr val="accent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5265218C-0B3D-38EE-7A9C-44F3DD4C76D0}"/>
                </a:ext>
              </a:extLst>
            </p:cNvPr>
            <p:cNvSpPr/>
            <p:nvPr/>
          </p:nvSpPr>
          <p:spPr>
            <a:xfrm>
              <a:off x="4382050" y="271739"/>
              <a:ext cx="1216129" cy="407040"/>
            </a:xfrm>
            <a:custGeom>
              <a:avLst/>
              <a:gdLst>
                <a:gd name="connsiteX0" fmla="*/ 0 w 2060199"/>
                <a:gd name="connsiteY0" fmla="*/ 620439 h 748699"/>
                <a:gd name="connsiteX1" fmla="*/ 816078 w 2060199"/>
                <a:gd name="connsiteY1" fmla="*/ 1006 h 748699"/>
                <a:gd name="connsiteX2" fmla="*/ 1140542 w 2060199"/>
                <a:gd name="connsiteY2" fmla="*/ 748258 h 748699"/>
                <a:gd name="connsiteX3" fmla="*/ 1946787 w 2060199"/>
                <a:gd name="connsiteY3" fmla="*/ 109161 h 748699"/>
                <a:gd name="connsiteX4" fmla="*/ 2035278 w 2060199"/>
                <a:gd name="connsiteY4" fmla="*/ 40335 h 748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0199" h="748699">
                  <a:moveTo>
                    <a:pt x="0" y="620439"/>
                  </a:moveTo>
                  <a:cubicBezTo>
                    <a:pt x="312994" y="300071"/>
                    <a:pt x="625988" y="-20297"/>
                    <a:pt x="816078" y="1006"/>
                  </a:cubicBezTo>
                  <a:cubicBezTo>
                    <a:pt x="1006168" y="22309"/>
                    <a:pt x="952090" y="730232"/>
                    <a:pt x="1140542" y="748258"/>
                  </a:cubicBezTo>
                  <a:cubicBezTo>
                    <a:pt x="1328994" y="766284"/>
                    <a:pt x="1797664" y="227148"/>
                    <a:pt x="1946787" y="109161"/>
                  </a:cubicBezTo>
                  <a:cubicBezTo>
                    <a:pt x="2095910" y="-8826"/>
                    <a:pt x="2065594" y="15754"/>
                    <a:pt x="2035278" y="40335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AAEAA3C1-E264-8EAE-4FFC-D16EFEBAC903}"/>
                </a:ext>
              </a:extLst>
            </p:cNvPr>
            <p:cNvSpPr/>
            <p:nvPr/>
          </p:nvSpPr>
          <p:spPr>
            <a:xfrm>
              <a:off x="6882062" y="303057"/>
              <a:ext cx="1250538" cy="407040"/>
            </a:xfrm>
            <a:custGeom>
              <a:avLst/>
              <a:gdLst>
                <a:gd name="connsiteX0" fmla="*/ 0 w 2060199"/>
                <a:gd name="connsiteY0" fmla="*/ 620439 h 748699"/>
                <a:gd name="connsiteX1" fmla="*/ 816078 w 2060199"/>
                <a:gd name="connsiteY1" fmla="*/ 1006 h 748699"/>
                <a:gd name="connsiteX2" fmla="*/ 1140542 w 2060199"/>
                <a:gd name="connsiteY2" fmla="*/ 748258 h 748699"/>
                <a:gd name="connsiteX3" fmla="*/ 1946787 w 2060199"/>
                <a:gd name="connsiteY3" fmla="*/ 109161 h 748699"/>
                <a:gd name="connsiteX4" fmla="*/ 2035278 w 2060199"/>
                <a:gd name="connsiteY4" fmla="*/ 40335 h 748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0199" h="748699">
                  <a:moveTo>
                    <a:pt x="0" y="620439"/>
                  </a:moveTo>
                  <a:cubicBezTo>
                    <a:pt x="312994" y="300071"/>
                    <a:pt x="625988" y="-20297"/>
                    <a:pt x="816078" y="1006"/>
                  </a:cubicBezTo>
                  <a:cubicBezTo>
                    <a:pt x="1006168" y="22309"/>
                    <a:pt x="952090" y="730232"/>
                    <a:pt x="1140542" y="748258"/>
                  </a:cubicBezTo>
                  <a:cubicBezTo>
                    <a:pt x="1328994" y="766284"/>
                    <a:pt x="1797664" y="227148"/>
                    <a:pt x="1946787" y="109161"/>
                  </a:cubicBezTo>
                  <a:cubicBezTo>
                    <a:pt x="2095910" y="-8826"/>
                    <a:pt x="2065594" y="15754"/>
                    <a:pt x="2035278" y="40335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D6B89311-73DC-C9AD-0BF5-CCFB9A491926}"/>
                </a:ext>
              </a:extLst>
            </p:cNvPr>
            <p:cNvSpPr/>
            <p:nvPr/>
          </p:nvSpPr>
          <p:spPr>
            <a:xfrm>
              <a:off x="1872225" y="271738"/>
              <a:ext cx="1225707" cy="407040"/>
            </a:xfrm>
            <a:custGeom>
              <a:avLst/>
              <a:gdLst>
                <a:gd name="connsiteX0" fmla="*/ 0 w 2060199"/>
                <a:gd name="connsiteY0" fmla="*/ 620439 h 748699"/>
                <a:gd name="connsiteX1" fmla="*/ 816078 w 2060199"/>
                <a:gd name="connsiteY1" fmla="*/ 1006 h 748699"/>
                <a:gd name="connsiteX2" fmla="*/ 1140542 w 2060199"/>
                <a:gd name="connsiteY2" fmla="*/ 748258 h 748699"/>
                <a:gd name="connsiteX3" fmla="*/ 1946787 w 2060199"/>
                <a:gd name="connsiteY3" fmla="*/ 109161 h 748699"/>
                <a:gd name="connsiteX4" fmla="*/ 2035278 w 2060199"/>
                <a:gd name="connsiteY4" fmla="*/ 40335 h 748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0199" h="748699">
                  <a:moveTo>
                    <a:pt x="0" y="620439"/>
                  </a:moveTo>
                  <a:cubicBezTo>
                    <a:pt x="312994" y="300071"/>
                    <a:pt x="625988" y="-20297"/>
                    <a:pt x="816078" y="1006"/>
                  </a:cubicBezTo>
                  <a:cubicBezTo>
                    <a:pt x="1006168" y="22309"/>
                    <a:pt x="952090" y="730232"/>
                    <a:pt x="1140542" y="748258"/>
                  </a:cubicBezTo>
                  <a:cubicBezTo>
                    <a:pt x="1328994" y="766284"/>
                    <a:pt x="1797664" y="227148"/>
                    <a:pt x="1946787" y="109161"/>
                  </a:cubicBezTo>
                  <a:cubicBezTo>
                    <a:pt x="2095910" y="-8826"/>
                    <a:pt x="2065594" y="15754"/>
                    <a:pt x="2035278" y="40335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586CEF35-A200-AE11-91FF-1954C26028DA}"/>
                </a:ext>
              </a:extLst>
            </p:cNvPr>
            <p:cNvCxnSpPr/>
            <p:nvPr/>
          </p:nvCxnSpPr>
          <p:spPr>
            <a:xfrm>
              <a:off x="3728864" y="472586"/>
              <a:ext cx="2484686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D18CA267-302F-A2C2-13A4-147951C4E39E}"/>
                </a:ext>
              </a:extLst>
            </p:cNvPr>
            <p:cNvCxnSpPr/>
            <p:nvPr/>
          </p:nvCxnSpPr>
          <p:spPr>
            <a:xfrm>
              <a:off x="3728864" y="3439306"/>
              <a:ext cx="2484686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2B2E285A-F03F-2DEE-4371-00C06DCA7582}"/>
                </a:ext>
              </a:extLst>
            </p:cNvPr>
            <p:cNvCxnSpPr>
              <a:cxnSpLocks/>
            </p:cNvCxnSpPr>
            <p:nvPr/>
          </p:nvCxnSpPr>
          <p:spPr>
            <a:xfrm>
              <a:off x="4736976" y="3444235"/>
              <a:ext cx="432048" cy="0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9DB49263-4A48-0F1F-87DC-481132CD4882}"/>
                </a:ext>
              </a:extLst>
            </p:cNvPr>
            <p:cNvCxnSpPr>
              <a:cxnSpLocks/>
            </p:cNvCxnSpPr>
            <p:nvPr/>
          </p:nvCxnSpPr>
          <p:spPr>
            <a:xfrm>
              <a:off x="7246691" y="3432832"/>
              <a:ext cx="432048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3371EFD-990B-0ACB-EE25-879E59D97BFE}"/>
                </a:ext>
              </a:extLst>
            </p:cNvPr>
            <p:cNvCxnSpPr>
              <a:cxnSpLocks/>
            </p:cNvCxnSpPr>
            <p:nvPr/>
          </p:nvCxnSpPr>
          <p:spPr>
            <a:xfrm>
              <a:off x="2244667" y="3441978"/>
              <a:ext cx="432048" cy="0"/>
            </a:xfrm>
            <a:prstGeom prst="line">
              <a:avLst/>
            </a:prstGeom>
            <a:ln w="762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43DF216-B76C-B03E-F423-2A5E040D8EDC}"/>
              </a:ext>
            </a:extLst>
          </p:cNvPr>
          <p:cNvCxnSpPr>
            <a:cxnSpLocks/>
          </p:cNvCxnSpPr>
          <p:nvPr/>
        </p:nvCxnSpPr>
        <p:spPr>
          <a:xfrm>
            <a:off x="4954553" y="6556702"/>
            <a:ext cx="2527826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B1AAE89A-B399-3234-7D32-071EE41FABCD}"/>
              </a:ext>
            </a:extLst>
          </p:cNvPr>
          <p:cNvCxnSpPr>
            <a:cxnSpLocks/>
          </p:cNvCxnSpPr>
          <p:nvPr/>
        </p:nvCxnSpPr>
        <p:spPr>
          <a:xfrm>
            <a:off x="6789097" y="4664830"/>
            <a:ext cx="684185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63BB337-2F28-C9E9-0EA4-F9DE13241A78}"/>
              </a:ext>
            </a:extLst>
          </p:cNvPr>
          <p:cNvCxnSpPr>
            <a:cxnSpLocks/>
          </p:cNvCxnSpPr>
          <p:nvPr/>
        </p:nvCxnSpPr>
        <p:spPr>
          <a:xfrm>
            <a:off x="4953002" y="5940568"/>
            <a:ext cx="297131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5C0B7203-FA99-CBB3-949D-73FBD89C7906}"/>
              </a:ext>
            </a:extLst>
          </p:cNvPr>
          <p:cNvCxnSpPr>
            <a:cxnSpLocks/>
          </p:cNvCxnSpPr>
          <p:nvPr/>
        </p:nvCxnSpPr>
        <p:spPr>
          <a:xfrm>
            <a:off x="5241034" y="5265760"/>
            <a:ext cx="1548063" cy="0"/>
          </a:xfrm>
          <a:prstGeom prst="straightConnector1">
            <a:avLst/>
          </a:prstGeom>
          <a:ln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14071FD2-29C2-3BF1-D3AE-633E45353DA1}"/>
                  </a:ext>
                </a:extLst>
              </p:cNvPr>
              <p:cNvSpPr txBox="1"/>
              <p:nvPr/>
            </p:nvSpPr>
            <p:spPr>
              <a:xfrm>
                <a:off x="4336355" y="4319087"/>
                <a:ext cx="578107" cy="6562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14071FD2-29C2-3BF1-D3AE-633E4535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6355" y="4319087"/>
                <a:ext cx="578107" cy="6562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58FD1F7-03E9-4AC3-206A-F471AE3E2567}"/>
                  </a:ext>
                </a:extLst>
              </p:cNvPr>
              <p:cNvSpPr txBox="1"/>
              <p:nvPr/>
            </p:nvSpPr>
            <p:spPr>
              <a:xfrm>
                <a:off x="4318689" y="5620600"/>
                <a:ext cx="583428" cy="6562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58FD1F7-03E9-4AC3-206A-F471AE3E25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8689" y="5620600"/>
                <a:ext cx="583428" cy="6562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5C21D5C-CBA0-6624-28AC-E807310D3151}"/>
                  </a:ext>
                </a:extLst>
              </p:cNvPr>
              <p:cNvSpPr txBox="1"/>
              <p:nvPr/>
            </p:nvSpPr>
            <p:spPr>
              <a:xfrm>
                <a:off x="4209334" y="4956957"/>
                <a:ext cx="802143" cy="6636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5C21D5C-CBA0-6624-28AC-E807310D31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334" y="4956957"/>
                <a:ext cx="802143" cy="6636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D9CAD479-24FA-7565-3424-9D81BF7827B3}"/>
                  </a:ext>
                </a:extLst>
              </p:cNvPr>
              <p:cNvSpPr txBox="1"/>
              <p:nvPr/>
            </p:nvSpPr>
            <p:spPr>
              <a:xfrm>
                <a:off x="4407849" y="6372036"/>
                <a:ext cx="40511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D9CAD479-24FA-7565-3424-9D81BF782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7849" y="6372036"/>
                <a:ext cx="40511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5" name="Rectangle 84">
            <a:extLst>
              <a:ext uri="{FF2B5EF4-FFF2-40B4-BE49-F238E27FC236}">
                <a16:creationId xmlns:a16="http://schemas.microsoft.com/office/drawing/2014/main" id="{F963AA34-765F-EAB7-8118-66F5BB1D15E5}"/>
              </a:ext>
            </a:extLst>
          </p:cNvPr>
          <p:cNvSpPr/>
          <p:nvPr/>
        </p:nvSpPr>
        <p:spPr>
          <a:xfrm>
            <a:off x="1046429" y="76653"/>
            <a:ext cx="1396123" cy="45044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01B9942-0B06-A877-F582-6D7C9224DC47}"/>
              </a:ext>
            </a:extLst>
          </p:cNvPr>
          <p:cNvSpPr/>
          <p:nvPr/>
        </p:nvSpPr>
        <p:spPr>
          <a:xfrm>
            <a:off x="7482381" y="76655"/>
            <a:ext cx="1396123" cy="450447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E69AD0A0-8406-B927-E7C1-038821A637BA}"/>
              </a:ext>
            </a:extLst>
          </p:cNvPr>
          <p:cNvSpPr/>
          <p:nvPr/>
        </p:nvSpPr>
        <p:spPr>
          <a:xfrm flipH="1">
            <a:off x="5646681" y="260648"/>
            <a:ext cx="1250537" cy="497474"/>
          </a:xfrm>
          <a:custGeom>
            <a:avLst/>
            <a:gdLst>
              <a:gd name="connsiteX0" fmla="*/ 0 w 2060199"/>
              <a:gd name="connsiteY0" fmla="*/ 620439 h 748699"/>
              <a:gd name="connsiteX1" fmla="*/ 816078 w 2060199"/>
              <a:gd name="connsiteY1" fmla="*/ 1006 h 748699"/>
              <a:gd name="connsiteX2" fmla="*/ 1140542 w 2060199"/>
              <a:gd name="connsiteY2" fmla="*/ 748258 h 748699"/>
              <a:gd name="connsiteX3" fmla="*/ 1946787 w 2060199"/>
              <a:gd name="connsiteY3" fmla="*/ 109161 h 748699"/>
              <a:gd name="connsiteX4" fmla="*/ 2035278 w 2060199"/>
              <a:gd name="connsiteY4" fmla="*/ 40335 h 748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0199" h="748699">
                <a:moveTo>
                  <a:pt x="0" y="620439"/>
                </a:moveTo>
                <a:cubicBezTo>
                  <a:pt x="312994" y="300071"/>
                  <a:pt x="625988" y="-20297"/>
                  <a:pt x="816078" y="1006"/>
                </a:cubicBezTo>
                <a:cubicBezTo>
                  <a:pt x="1006168" y="22309"/>
                  <a:pt x="952090" y="730232"/>
                  <a:pt x="1140542" y="748258"/>
                </a:cubicBezTo>
                <a:cubicBezTo>
                  <a:pt x="1328994" y="766284"/>
                  <a:pt x="1797664" y="227148"/>
                  <a:pt x="1946787" y="109161"/>
                </a:cubicBezTo>
                <a:cubicBezTo>
                  <a:pt x="2095910" y="-8826"/>
                  <a:pt x="2065594" y="15754"/>
                  <a:pt x="2035278" y="40335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2FCE7821-427A-0272-AF00-AFD8E69462F5}"/>
              </a:ext>
            </a:extLst>
          </p:cNvPr>
          <p:cNvSpPr/>
          <p:nvPr/>
        </p:nvSpPr>
        <p:spPr>
          <a:xfrm flipH="1">
            <a:off x="3125850" y="271738"/>
            <a:ext cx="1250537" cy="497474"/>
          </a:xfrm>
          <a:custGeom>
            <a:avLst/>
            <a:gdLst>
              <a:gd name="connsiteX0" fmla="*/ 0 w 2060199"/>
              <a:gd name="connsiteY0" fmla="*/ 620439 h 748699"/>
              <a:gd name="connsiteX1" fmla="*/ 816078 w 2060199"/>
              <a:gd name="connsiteY1" fmla="*/ 1006 h 748699"/>
              <a:gd name="connsiteX2" fmla="*/ 1140542 w 2060199"/>
              <a:gd name="connsiteY2" fmla="*/ 748258 h 748699"/>
              <a:gd name="connsiteX3" fmla="*/ 1946787 w 2060199"/>
              <a:gd name="connsiteY3" fmla="*/ 109161 h 748699"/>
              <a:gd name="connsiteX4" fmla="*/ 2035278 w 2060199"/>
              <a:gd name="connsiteY4" fmla="*/ 40335 h 748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0199" h="748699">
                <a:moveTo>
                  <a:pt x="0" y="620439"/>
                </a:moveTo>
                <a:cubicBezTo>
                  <a:pt x="312994" y="300071"/>
                  <a:pt x="625988" y="-20297"/>
                  <a:pt x="816078" y="1006"/>
                </a:cubicBezTo>
                <a:cubicBezTo>
                  <a:pt x="1006168" y="22309"/>
                  <a:pt x="952090" y="730232"/>
                  <a:pt x="1140542" y="748258"/>
                </a:cubicBezTo>
                <a:cubicBezTo>
                  <a:pt x="1328994" y="766284"/>
                  <a:pt x="1797664" y="227148"/>
                  <a:pt x="1946787" y="109161"/>
                </a:cubicBezTo>
                <a:cubicBezTo>
                  <a:pt x="2095910" y="-8826"/>
                  <a:pt x="2065594" y="15754"/>
                  <a:pt x="2035278" y="40335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B3812CE-4F1A-0958-F40A-96AF8A22D5C5}"/>
              </a:ext>
            </a:extLst>
          </p:cNvPr>
          <p:cNvCxnSpPr>
            <a:cxnSpLocks/>
          </p:cNvCxnSpPr>
          <p:nvPr/>
        </p:nvCxnSpPr>
        <p:spPr>
          <a:xfrm>
            <a:off x="4376387" y="534412"/>
            <a:ext cx="360591" cy="3600732"/>
          </a:xfrm>
          <a:prstGeom prst="straightConnector1">
            <a:avLst/>
          </a:prstGeom>
          <a:ln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CC58FD96-E21B-3353-4194-14965290CA21}"/>
              </a:ext>
            </a:extLst>
          </p:cNvPr>
          <p:cNvCxnSpPr>
            <a:cxnSpLocks/>
          </p:cNvCxnSpPr>
          <p:nvPr/>
        </p:nvCxnSpPr>
        <p:spPr>
          <a:xfrm flipH="1">
            <a:off x="5184180" y="534412"/>
            <a:ext cx="414001" cy="3600732"/>
          </a:xfrm>
          <a:prstGeom prst="straightConnector1">
            <a:avLst/>
          </a:prstGeom>
          <a:ln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3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6F76FEFA16F1C419D6262AE0792B1CF" ma:contentTypeVersion="18" ma:contentTypeDescription="Create a new document." ma:contentTypeScope="" ma:versionID="3aac7f604abf90be2ec7acacff5f95b2">
  <xsd:schema xmlns:xsd="http://www.w3.org/2001/XMLSchema" xmlns:xs="http://www.w3.org/2001/XMLSchema" xmlns:p="http://schemas.microsoft.com/office/2006/metadata/properties" xmlns:ns3="02cf8272-43b7-4a92-b486-ec80984c6216" xmlns:ns4="8bfe0132-504a-46c8-821f-c6a64d88f44d" targetNamespace="http://schemas.microsoft.com/office/2006/metadata/properties" ma:root="true" ma:fieldsID="fab8b4598dffc87916f241e46810f011" ns3:_="" ns4:_="">
    <xsd:import namespace="02cf8272-43b7-4a92-b486-ec80984c6216"/>
    <xsd:import namespace="8bfe0132-504a-46c8-821f-c6a64d88f44d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DateTaken" minOccurs="0"/>
                <xsd:element ref="ns3:MediaServiceLocatio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cf8272-43b7-4a92-b486-ec80984c621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description="" ma:indexed="true" ma:internalName="MediaServiceLocation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fe0132-504a-46c8-821f-c6a64d88f44d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2cf8272-43b7-4a92-b486-ec80984c6216" xsi:nil="true"/>
  </documentManagement>
</p:properties>
</file>

<file path=customXml/itemProps1.xml><?xml version="1.0" encoding="utf-8"?>
<ds:datastoreItem xmlns:ds="http://schemas.openxmlformats.org/officeDocument/2006/customXml" ds:itemID="{C54064AB-E329-4717-9C1C-6A574D34C98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2cf8272-43b7-4a92-b486-ec80984c6216"/>
    <ds:schemaRef ds:uri="8bfe0132-504a-46c8-821f-c6a64d88f44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7199FDF-6FFA-436C-B049-129C6B3F3BB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E34DB09-C764-4A45-89FB-7FD52AAA7239}">
  <ds:schemaRefs>
    <ds:schemaRef ds:uri="http://schemas.microsoft.com/office/2006/metadata/properties"/>
    <ds:schemaRef ds:uri="http://purl.org/dc/dcmitype/"/>
    <ds:schemaRef ds:uri="http://schemas.openxmlformats.org/package/2006/metadata/core-properties"/>
    <ds:schemaRef ds:uri="02cf8272-43b7-4a92-b486-ec80984c6216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8bfe0132-504a-46c8-821f-c6a64d88f44d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</TotalTime>
  <Words>12</Words>
  <Application>Microsoft Office PowerPoint</Application>
  <PresentationFormat>A4 Paper (210x297 mm)</PresentationFormat>
  <Paragraphs>12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KONGKAEW, PUTTIWAT</dc:creator>
  <cp:lastModifiedBy>KONGKAEW, PUTTIWAT</cp:lastModifiedBy>
  <cp:revision>1</cp:revision>
  <dcterms:created xsi:type="dcterms:W3CDTF">2025-01-23T14:06:01Z</dcterms:created>
  <dcterms:modified xsi:type="dcterms:W3CDTF">2025-01-23T15:11:02Z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0x01010036F76FEFA16F1C419D6262AE0792B1CF</vt:lpwstr>
  </property>
</Properties>
</file>