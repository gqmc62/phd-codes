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E185AC-8BAB-4646-8799-FCC203326852}" v="49" dt="2025-09-05T09:15:40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75" d="100"/>
          <a:sy n="75" d="100"/>
        </p:scale>
        <p:origin x="1440" y="43"/>
      </p:cViewPr>
      <p:guideLst>
        <p:guide orient="horz" pos="2160"/>
        <p:guide pos="31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ttiwat พุทธิวัตร Kongkaew คงแก้ว" userId="0e7dae164e998c41" providerId="LiveId" clId="{4BF81A72-E9A8-49C5-8BED-C1A7555B2D76}"/>
    <pc:docChg chg="undo redo custSel modSld modMainMaster">
      <pc:chgData name="Puttiwat พุทธิวัตร Kongkaew คงแก้ว" userId="0e7dae164e998c41" providerId="LiveId" clId="{4BF81A72-E9A8-49C5-8BED-C1A7555B2D76}" dt="2025-01-23T15:10:53.137" v="471"/>
      <pc:docMkLst>
        <pc:docMk/>
      </pc:docMkLst>
      <pc:sldChg chg="addSp delSp modSp mod">
        <pc:chgData name="Puttiwat พุทธิวัตร Kongkaew คงแก้ว" userId="0e7dae164e998c41" providerId="LiveId" clId="{4BF81A72-E9A8-49C5-8BED-C1A7555B2D76}" dt="2025-01-23T15:10:53.137" v="471"/>
        <pc:sldMkLst>
          <pc:docMk/>
          <pc:sldMk cId="1829579257" sldId="256"/>
        </pc:sldMkLst>
      </pc:sldChg>
      <pc:sldChg chg="addSp delSp modSp mod">
        <pc:chgData name="Puttiwat พุทธิวัตร Kongkaew คงแก้ว" userId="0e7dae164e998c41" providerId="LiveId" clId="{4BF81A72-E9A8-49C5-8BED-C1A7555B2D76}" dt="2025-01-23T15:10:53.137" v="471"/>
        <pc:sldMkLst>
          <pc:docMk/>
          <pc:sldMk cId="2512184350" sldId="257"/>
        </pc:sldMkLst>
      </pc:sldChg>
      <pc:sldChg chg="addSp delSp modSp mod">
        <pc:chgData name="Puttiwat พุทธิวัตร Kongkaew คงแก้ว" userId="0e7dae164e998c41" providerId="LiveId" clId="{4BF81A72-E9A8-49C5-8BED-C1A7555B2D76}" dt="2025-01-23T15:10:53.137" v="471"/>
        <pc:sldMkLst>
          <pc:docMk/>
          <pc:sldMk cId="3703052" sldId="258"/>
        </pc:sldMkLst>
      </pc:sldChg>
      <pc:sldMasterChg chg="modSp modSldLayout">
        <pc:chgData name="Puttiwat พุทธิวัตร Kongkaew คงแก้ว" userId="0e7dae164e998c41" providerId="LiveId" clId="{4BF81A72-E9A8-49C5-8BED-C1A7555B2D76}" dt="2025-01-23T15:10:53.137" v="471"/>
        <pc:sldMasterMkLst>
          <pc:docMk/>
          <pc:sldMasterMk cId="985542564" sldId="2147483660"/>
        </pc:sldMasterMkLst>
        <pc:sldLayoutChg chg="modSp">
          <pc:chgData name="Puttiwat พุทธิวัตร Kongkaew คงแก้ว" userId="0e7dae164e998c41" providerId="LiveId" clId="{4BF81A72-E9A8-49C5-8BED-C1A7555B2D76}" dt="2025-01-23T15:10:53.137" v="471"/>
          <pc:sldLayoutMkLst>
            <pc:docMk/>
            <pc:sldMasterMk cId="985542564" sldId="2147483660"/>
            <pc:sldLayoutMk cId="2162391892" sldId="2147483661"/>
          </pc:sldLayoutMkLst>
        </pc:sldLayoutChg>
        <pc:sldLayoutChg chg="modSp">
          <pc:chgData name="Puttiwat พุทธิวัตร Kongkaew คงแก้ว" userId="0e7dae164e998c41" providerId="LiveId" clId="{4BF81A72-E9A8-49C5-8BED-C1A7555B2D76}" dt="2025-01-23T15:10:53.137" v="471"/>
          <pc:sldLayoutMkLst>
            <pc:docMk/>
            <pc:sldMasterMk cId="985542564" sldId="2147483660"/>
            <pc:sldLayoutMk cId="260232581" sldId="2147483663"/>
          </pc:sldLayoutMkLst>
        </pc:sldLayoutChg>
        <pc:sldLayoutChg chg="modSp">
          <pc:chgData name="Puttiwat พุทธิวัตร Kongkaew คงแก้ว" userId="0e7dae164e998c41" providerId="LiveId" clId="{4BF81A72-E9A8-49C5-8BED-C1A7555B2D76}" dt="2025-01-23T15:10:53.137" v="471"/>
          <pc:sldLayoutMkLst>
            <pc:docMk/>
            <pc:sldMasterMk cId="985542564" sldId="2147483660"/>
            <pc:sldLayoutMk cId="1678563289" sldId="2147483664"/>
          </pc:sldLayoutMkLst>
        </pc:sldLayoutChg>
        <pc:sldLayoutChg chg="modSp">
          <pc:chgData name="Puttiwat พุทธิวัตร Kongkaew คงแก้ว" userId="0e7dae164e998c41" providerId="LiveId" clId="{4BF81A72-E9A8-49C5-8BED-C1A7555B2D76}" dt="2025-01-23T15:10:53.137" v="471"/>
          <pc:sldLayoutMkLst>
            <pc:docMk/>
            <pc:sldMasterMk cId="985542564" sldId="2147483660"/>
            <pc:sldLayoutMk cId="1006948294" sldId="2147483665"/>
          </pc:sldLayoutMkLst>
        </pc:sldLayoutChg>
        <pc:sldLayoutChg chg="modSp">
          <pc:chgData name="Puttiwat พุทธิวัตร Kongkaew คงแก้ว" userId="0e7dae164e998c41" providerId="LiveId" clId="{4BF81A72-E9A8-49C5-8BED-C1A7555B2D76}" dt="2025-01-23T15:10:53.137" v="471"/>
          <pc:sldLayoutMkLst>
            <pc:docMk/>
            <pc:sldMasterMk cId="985542564" sldId="2147483660"/>
            <pc:sldLayoutMk cId="1155964524" sldId="2147483668"/>
          </pc:sldLayoutMkLst>
        </pc:sldLayoutChg>
        <pc:sldLayoutChg chg="modSp">
          <pc:chgData name="Puttiwat พุทธิวัตร Kongkaew คงแก้ว" userId="0e7dae164e998c41" providerId="LiveId" clId="{4BF81A72-E9A8-49C5-8BED-C1A7555B2D76}" dt="2025-01-23T15:10:53.137" v="471"/>
          <pc:sldLayoutMkLst>
            <pc:docMk/>
            <pc:sldMasterMk cId="985542564" sldId="2147483660"/>
            <pc:sldLayoutMk cId="1470079333" sldId="2147483669"/>
          </pc:sldLayoutMkLst>
        </pc:sldLayoutChg>
        <pc:sldLayoutChg chg="modSp">
          <pc:chgData name="Puttiwat พุทธิวัตร Kongkaew คงแก้ว" userId="0e7dae164e998c41" providerId="LiveId" clId="{4BF81A72-E9A8-49C5-8BED-C1A7555B2D76}" dt="2025-01-23T15:10:53.137" v="471"/>
          <pc:sldLayoutMkLst>
            <pc:docMk/>
            <pc:sldMasterMk cId="985542564" sldId="2147483660"/>
            <pc:sldLayoutMk cId="3037645244" sldId="2147483671"/>
          </pc:sldLayoutMkLst>
        </pc:sldLayoutChg>
      </pc:sldMasterChg>
    </pc:docChg>
  </pc:docChgLst>
  <pc:docChgLst>
    <pc:chgData name="KONGKAEW, PUTTIWAT" userId="a8adac1e-848f-4d84-b961-6a7ffb648b49" providerId="ADAL" clId="{C9E185AC-8BAB-4646-8799-FCC203326852}"/>
    <pc:docChg chg="undo custSel modSld">
      <pc:chgData name="KONGKAEW, PUTTIWAT" userId="a8adac1e-848f-4d84-b961-6a7ffb648b49" providerId="ADAL" clId="{C9E185AC-8BAB-4646-8799-FCC203326852}" dt="2025-09-05T09:15:46.056" v="273" actId="478"/>
      <pc:docMkLst>
        <pc:docMk/>
      </pc:docMkLst>
      <pc:sldChg chg="addSp modSp mod">
        <pc:chgData name="KONGKAEW, PUTTIWAT" userId="a8adac1e-848f-4d84-b961-6a7ffb648b49" providerId="ADAL" clId="{C9E185AC-8BAB-4646-8799-FCC203326852}" dt="2025-09-05T09:09:22.272" v="217" actId="1037"/>
        <pc:sldMkLst>
          <pc:docMk/>
          <pc:sldMk cId="1829579257" sldId="256"/>
        </pc:sldMkLst>
        <pc:spChg chg="mod">
          <ac:chgData name="KONGKAEW, PUTTIWAT" userId="a8adac1e-848f-4d84-b961-6a7ffb648b49" providerId="ADAL" clId="{C9E185AC-8BAB-4646-8799-FCC203326852}" dt="2025-09-05T09:09:22.272" v="217" actId="1037"/>
          <ac:spMkLst>
            <pc:docMk/>
            <pc:sldMk cId="1829579257" sldId="256"/>
            <ac:spMk id="72" creationId="{45D5B1C1-B301-0EC1-FC5F-E2D2A308F5C7}"/>
          </ac:spMkLst>
        </pc:spChg>
        <pc:spChg chg="mod">
          <ac:chgData name="KONGKAEW, PUTTIWAT" userId="a8adac1e-848f-4d84-b961-6a7ffb648b49" providerId="ADAL" clId="{C9E185AC-8BAB-4646-8799-FCC203326852}" dt="2025-09-05T09:09:22.272" v="217" actId="1037"/>
          <ac:spMkLst>
            <pc:docMk/>
            <pc:sldMk cId="1829579257" sldId="256"/>
            <ac:spMk id="73" creationId="{32A29AE0-933A-3757-F3BE-8C1B9EA3DAC4}"/>
          </ac:spMkLst>
        </pc:spChg>
        <pc:spChg chg="mod">
          <ac:chgData name="KONGKAEW, PUTTIWAT" userId="a8adac1e-848f-4d84-b961-6a7ffb648b49" providerId="ADAL" clId="{C9E185AC-8BAB-4646-8799-FCC203326852}" dt="2025-09-05T09:09:22.272" v="217" actId="1037"/>
          <ac:spMkLst>
            <pc:docMk/>
            <pc:sldMk cId="1829579257" sldId="256"/>
            <ac:spMk id="74" creationId="{126C9A9E-829D-F1F9-824D-8E5B72653405}"/>
          </ac:spMkLst>
        </pc:spChg>
        <pc:spChg chg="mod">
          <ac:chgData name="KONGKAEW, PUTTIWAT" userId="a8adac1e-848f-4d84-b961-6a7ffb648b49" providerId="ADAL" clId="{C9E185AC-8BAB-4646-8799-FCC203326852}" dt="2025-09-05T09:09:22.272" v="217" actId="1037"/>
          <ac:spMkLst>
            <pc:docMk/>
            <pc:sldMk cId="1829579257" sldId="256"/>
            <ac:spMk id="75" creationId="{CD08C312-CCD1-9A37-E621-CF8240A374D2}"/>
          </ac:spMkLst>
        </pc:spChg>
        <pc:grpChg chg="add mod">
          <ac:chgData name="KONGKAEW, PUTTIWAT" userId="a8adac1e-848f-4d84-b961-6a7ffb648b49" providerId="ADAL" clId="{C9E185AC-8BAB-4646-8799-FCC203326852}" dt="2025-09-05T08:45:59.082" v="61" actId="164"/>
          <ac:grpSpMkLst>
            <pc:docMk/>
            <pc:sldMk cId="1829579257" sldId="256"/>
            <ac:grpSpMk id="23" creationId="{97EC584F-0797-DDBE-1572-9542AA79DA3B}"/>
          </ac:grpSpMkLst>
        </pc:grpChg>
        <pc:grpChg chg="mod">
          <ac:chgData name="KONGKAEW, PUTTIWAT" userId="a8adac1e-848f-4d84-b961-6a7ffb648b49" providerId="ADAL" clId="{C9E185AC-8BAB-4646-8799-FCC203326852}" dt="2025-09-05T08:45:59.082" v="61" actId="164"/>
          <ac:grpSpMkLst>
            <pc:docMk/>
            <pc:sldMk cId="1829579257" sldId="256"/>
            <ac:grpSpMk id="83" creationId="{D63B7F38-2BF3-0EC2-25C1-68479260B073}"/>
          </ac:grpSpMkLst>
        </pc:grpChg>
        <pc:cxnChg chg="add mod">
          <ac:chgData name="KONGKAEW, PUTTIWAT" userId="a8adac1e-848f-4d84-b961-6a7ffb648b49" providerId="ADAL" clId="{C9E185AC-8BAB-4646-8799-FCC203326852}" dt="2025-09-05T08:37:50.801" v="12" actId="1076"/>
          <ac:cxnSpMkLst>
            <pc:docMk/>
            <pc:sldMk cId="1829579257" sldId="256"/>
            <ac:cxnSpMk id="2" creationId="{D04B0607-1018-02B2-29F1-A585DE51537D}"/>
          </ac:cxnSpMkLst>
        </pc:cxnChg>
        <pc:cxnChg chg="add mod">
          <ac:chgData name="KONGKAEW, PUTTIWAT" userId="a8adac1e-848f-4d84-b961-6a7ffb648b49" providerId="ADAL" clId="{C9E185AC-8BAB-4646-8799-FCC203326852}" dt="2025-09-05T08:45:59.082" v="61" actId="164"/>
          <ac:cxnSpMkLst>
            <pc:docMk/>
            <pc:sldMk cId="1829579257" sldId="256"/>
            <ac:cxnSpMk id="4" creationId="{CA9BF423-8F5A-D3D7-A300-1D544AFF2D0D}"/>
          </ac:cxnSpMkLst>
        </pc:cxnChg>
        <pc:cxnChg chg="add mod">
          <ac:chgData name="KONGKAEW, PUTTIWAT" userId="a8adac1e-848f-4d84-b961-6a7ffb648b49" providerId="ADAL" clId="{C9E185AC-8BAB-4646-8799-FCC203326852}" dt="2025-09-05T08:45:59.082" v="61" actId="164"/>
          <ac:cxnSpMkLst>
            <pc:docMk/>
            <pc:sldMk cId="1829579257" sldId="256"/>
            <ac:cxnSpMk id="7" creationId="{0A7FEC9A-E303-BC37-55E8-F27ADC0E3516}"/>
          </ac:cxnSpMkLst>
        </pc:cxnChg>
        <pc:cxnChg chg="add mod">
          <ac:chgData name="KONGKAEW, PUTTIWAT" userId="a8adac1e-848f-4d84-b961-6a7ffb648b49" providerId="ADAL" clId="{C9E185AC-8BAB-4646-8799-FCC203326852}" dt="2025-09-05T08:38:36.646" v="25" actId="1076"/>
          <ac:cxnSpMkLst>
            <pc:docMk/>
            <pc:sldMk cId="1829579257" sldId="256"/>
            <ac:cxnSpMk id="12" creationId="{DA6D05BF-7121-2838-8E91-61E2FDF70EDB}"/>
          </ac:cxnSpMkLst>
        </pc:cxnChg>
        <pc:cxnChg chg="mod">
          <ac:chgData name="KONGKAEW, PUTTIWAT" userId="a8adac1e-848f-4d84-b961-6a7ffb648b49" providerId="ADAL" clId="{C9E185AC-8BAB-4646-8799-FCC203326852}" dt="2025-09-05T08:38:01.351" v="14" actId="14100"/>
          <ac:cxnSpMkLst>
            <pc:docMk/>
            <pc:sldMk cId="1829579257" sldId="256"/>
            <ac:cxnSpMk id="15" creationId="{E6730B09-BE3A-660D-9846-EA583E7BFBC4}"/>
          </ac:cxnSpMkLst>
        </pc:cxnChg>
        <pc:cxnChg chg="add mod">
          <ac:chgData name="KONGKAEW, PUTTIWAT" userId="a8adac1e-848f-4d84-b961-6a7ffb648b49" providerId="ADAL" clId="{C9E185AC-8BAB-4646-8799-FCC203326852}" dt="2025-09-05T08:45:59.082" v="61" actId="164"/>
          <ac:cxnSpMkLst>
            <pc:docMk/>
            <pc:sldMk cId="1829579257" sldId="256"/>
            <ac:cxnSpMk id="17" creationId="{BD0FF3F6-B257-BA5D-2AB2-A004802C6855}"/>
          </ac:cxnSpMkLst>
        </pc:cxnChg>
        <pc:cxnChg chg="add mod">
          <ac:chgData name="KONGKAEW, PUTTIWAT" userId="a8adac1e-848f-4d84-b961-6a7ffb648b49" providerId="ADAL" clId="{C9E185AC-8BAB-4646-8799-FCC203326852}" dt="2025-09-05T08:45:59.082" v="61" actId="164"/>
          <ac:cxnSpMkLst>
            <pc:docMk/>
            <pc:sldMk cId="1829579257" sldId="256"/>
            <ac:cxnSpMk id="19" creationId="{1B24A417-3FC8-3345-EBDA-80248B6AAAD6}"/>
          </ac:cxnSpMkLst>
        </pc:cxnChg>
      </pc:sldChg>
      <pc:sldChg chg="addSp modSp mod">
        <pc:chgData name="KONGKAEW, PUTTIWAT" userId="a8adac1e-848f-4d84-b961-6a7ffb648b49" providerId="ADAL" clId="{C9E185AC-8BAB-4646-8799-FCC203326852}" dt="2025-09-05T09:08:51.588" v="208" actId="1037"/>
        <pc:sldMkLst>
          <pc:docMk/>
          <pc:sldMk cId="2512184350" sldId="257"/>
        </pc:sldMkLst>
        <pc:spChg chg="mod">
          <ac:chgData name="KONGKAEW, PUTTIWAT" userId="a8adac1e-848f-4d84-b961-6a7ffb648b49" providerId="ADAL" clId="{C9E185AC-8BAB-4646-8799-FCC203326852}" dt="2025-09-05T09:08:51.588" v="208" actId="1037"/>
          <ac:spMkLst>
            <pc:docMk/>
            <pc:sldMk cId="2512184350" sldId="257"/>
            <ac:spMk id="51" creationId="{1677A13D-2EFC-E0DC-1D4F-00C6287A46FD}"/>
          </ac:spMkLst>
        </pc:spChg>
        <pc:spChg chg="mod">
          <ac:chgData name="KONGKAEW, PUTTIWAT" userId="a8adac1e-848f-4d84-b961-6a7ffb648b49" providerId="ADAL" clId="{C9E185AC-8BAB-4646-8799-FCC203326852}" dt="2025-09-05T09:08:51.588" v="208" actId="1037"/>
          <ac:spMkLst>
            <pc:docMk/>
            <pc:sldMk cId="2512184350" sldId="257"/>
            <ac:spMk id="52" creationId="{2C130307-B998-F87F-9F98-04F4EEA1B54B}"/>
          </ac:spMkLst>
        </pc:spChg>
        <pc:spChg chg="mod">
          <ac:chgData name="KONGKAEW, PUTTIWAT" userId="a8adac1e-848f-4d84-b961-6a7ffb648b49" providerId="ADAL" clId="{C9E185AC-8BAB-4646-8799-FCC203326852}" dt="2025-09-05T09:08:51.588" v="208" actId="1037"/>
          <ac:spMkLst>
            <pc:docMk/>
            <pc:sldMk cId="2512184350" sldId="257"/>
            <ac:spMk id="53" creationId="{53324752-6844-0FB4-788C-5DD96815DFD2}"/>
          </ac:spMkLst>
        </pc:spChg>
        <pc:spChg chg="mod">
          <ac:chgData name="KONGKAEW, PUTTIWAT" userId="a8adac1e-848f-4d84-b961-6a7ffb648b49" providerId="ADAL" clId="{C9E185AC-8BAB-4646-8799-FCC203326852}" dt="2025-09-05T09:08:51.588" v="208" actId="1037"/>
          <ac:spMkLst>
            <pc:docMk/>
            <pc:sldMk cId="2512184350" sldId="257"/>
            <ac:spMk id="54" creationId="{D056CA09-2590-79F2-48F2-69057803C566}"/>
          </ac:spMkLst>
        </pc:spChg>
        <pc:grpChg chg="add mod">
          <ac:chgData name="KONGKAEW, PUTTIWAT" userId="a8adac1e-848f-4d84-b961-6a7ffb648b49" providerId="ADAL" clId="{C9E185AC-8BAB-4646-8799-FCC203326852}" dt="2025-09-05T08:47:08.111" v="66" actId="164"/>
          <ac:grpSpMkLst>
            <pc:docMk/>
            <pc:sldMk cId="2512184350" sldId="257"/>
            <ac:grpSpMk id="6" creationId="{5E638FCF-4F6E-FA3E-56AD-4EF196B59514}"/>
          </ac:grpSpMkLst>
        </pc:grpChg>
        <pc:cxnChg chg="add mod">
          <ac:chgData name="KONGKAEW, PUTTIWAT" userId="a8adac1e-848f-4d84-b961-6a7ffb648b49" providerId="ADAL" clId="{C9E185AC-8BAB-4646-8799-FCC203326852}" dt="2025-09-05T08:47:08.111" v="66" actId="164"/>
          <ac:cxnSpMkLst>
            <pc:docMk/>
            <pc:sldMk cId="2512184350" sldId="257"/>
            <ac:cxnSpMk id="2" creationId="{8A30EB8E-D427-BFF9-58DE-2BA710C88395}"/>
          </ac:cxnSpMkLst>
        </pc:cxnChg>
        <pc:cxnChg chg="add mod">
          <ac:chgData name="KONGKAEW, PUTTIWAT" userId="a8adac1e-848f-4d84-b961-6a7ffb648b49" providerId="ADAL" clId="{C9E185AC-8BAB-4646-8799-FCC203326852}" dt="2025-09-05T08:49:18.192" v="83" actId="1076"/>
          <ac:cxnSpMkLst>
            <pc:docMk/>
            <pc:sldMk cId="2512184350" sldId="257"/>
            <ac:cxnSpMk id="3" creationId="{2824E304-84D6-CAE3-22B9-D4DE0FDA301D}"/>
          </ac:cxnSpMkLst>
        </pc:cxnChg>
        <pc:cxnChg chg="add mod">
          <ac:chgData name="KONGKAEW, PUTTIWAT" userId="a8adac1e-848f-4d84-b961-6a7ffb648b49" providerId="ADAL" clId="{C9E185AC-8BAB-4646-8799-FCC203326852}" dt="2025-09-05T08:47:40.123" v="80" actId="1035"/>
          <ac:cxnSpMkLst>
            <pc:docMk/>
            <pc:sldMk cId="2512184350" sldId="257"/>
            <ac:cxnSpMk id="4" creationId="{B0B93DD5-A464-F638-168C-10C72C49D907}"/>
          </ac:cxnSpMkLst>
        </pc:cxnChg>
        <pc:cxnChg chg="add mod">
          <ac:chgData name="KONGKAEW, PUTTIWAT" userId="a8adac1e-848f-4d84-b961-6a7ffb648b49" providerId="ADAL" clId="{C9E185AC-8BAB-4646-8799-FCC203326852}" dt="2025-09-05T08:47:08.111" v="66" actId="164"/>
          <ac:cxnSpMkLst>
            <pc:docMk/>
            <pc:sldMk cId="2512184350" sldId="257"/>
            <ac:cxnSpMk id="5" creationId="{6E43E687-FDA0-0AF8-A472-9590F90E461A}"/>
          </ac:cxnSpMkLst>
        </pc:cxnChg>
        <pc:cxnChg chg="mod">
          <ac:chgData name="KONGKAEW, PUTTIWAT" userId="a8adac1e-848f-4d84-b961-6a7ffb648b49" providerId="ADAL" clId="{C9E185AC-8BAB-4646-8799-FCC203326852}" dt="2025-09-05T08:47:46.766" v="81" actId="14100"/>
          <ac:cxnSpMkLst>
            <pc:docMk/>
            <pc:sldMk cId="2512184350" sldId="257"/>
            <ac:cxnSpMk id="48" creationId="{A3FDEE5E-8868-0892-D8F6-52BFDD315488}"/>
          </ac:cxnSpMkLst>
        </pc:cxnChg>
        <pc:cxnChg chg="mod">
          <ac:chgData name="KONGKAEW, PUTTIWAT" userId="a8adac1e-848f-4d84-b961-6a7ffb648b49" providerId="ADAL" clId="{C9E185AC-8BAB-4646-8799-FCC203326852}" dt="2025-09-05T08:49:22.603" v="84" actId="14100"/>
          <ac:cxnSpMkLst>
            <pc:docMk/>
            <pc:sldMk cId="2512184350" sldId="257"/>
            <ac:cxnSpMk id="49" creationId="{30466727-604F-F8D5-F727-45E40388F8D0}"/>
          </ac:cxnSpMkLst>
        </pc:cxnChg>
        <pc:cxnChg chg="mod">
          <ac:chgData name="KONGKAEW, PUTTIWAT" userId="a8adac1e-848f-4d84-b961-6a7ffb648b49" providerId="ADAL" clId="{C9E185AC-8BAB-4646-8799-FCC203326852}" dt="2025-09-05T08:47:48.458" v="82" actId="14100"/>
          <ac:cxnSpMkLst>
            <pc:docMk/>
            <pc:sldMk cId="2512184350" sldId="257"/>
            <ac:cxnSpMk id="50" creationId="{7A5588BF-3A0C-72EA-046C-C0A7CBF4CFDC}"/>
          </ac:cxnSpMkLst>
        </pc:cxnChg>
      </pc:sldChg>
      <pc:sldChg chg="addSp delSp modSp mod">
        <pc:chgData name="KONGKAEW, PUTTIWAT" userId="a8adac1e-848f-4d84-b961-6a7ffb648b49" providerId="ADAL" clId="{C9E185AC-8BAB-4646-8799-FCC203326852}" dt="2025-09-05T09:15:46.056" v="273" actId="478"/>
        <pc:sldMkLst>
          <pc:docMk/>
          <pc:sldMk cId="3703052" sldId="258"/>
        </pc:sldMkLst>
        <pc:spChg chg="add mod">
          <ac:chgData name="KONGKAEW, PUTTIWAT" userId="a8adac1e-848f-4d84-b961-6a7ffb648b49" providerId="ADAL" clId="{C9E185AC-8BAB-4646-8799-FCC203326852}" dt="2025-09-05T09:13:16.986" v="268" actId="164"/>
          <ac:spMkLst>
            <pc:docMk/>
            <pc:sldMk cId="3703052" sldId="258"/>
            <ac:spMk id="38" creationId="{F3B47661-29A3-6446-1075-F624809EA480}"/>
          </ac:spMkLst>
        </pc:spChg>
        <pc:spChg chg="add del mod">
          <ac:chgData name="KONGKAEW, PUTTIWAT" userId="a8adac1e-848f-4d84-b961-6a7ffb648b49" providerId="ADAL" clId="{C9E185AC-8BAB-4646-8799-FCC203326852}" dt="2025-09-05T09:15:46.056" v="273" actId="478"/>
          <ac:spMkLst>
            <pc:docMk/>
            <pc:sldMk cId="3703052" sldId="258"/>
            <ac:spMk id="40" creationId="{79A76F4C-DB9A-385C-DE34-8866FB6C1007}"/>
          </ac:spMkLst>
        </pc:spChg>
        <pc:spChg chg="mod">
          <ac:chgData name="KONGKAEW, PUTTIWAT" userId="a8adac1e-848f-4d84-b961-6a7ffb648b49" providerId="ADAL" clId="{C9E185AC-8BAB-4646-8799-FCC203326852}" dt="2025-09-05T09:08:27.533" v="206" actId="1037"/>
          <ac:spMkLst>
            <pc:docMk/>
            <pc:sldMk cId="3703052" sldId="258"/>
            <ac:spMk id="81" creationId="{14071FD2-29C2-3BF1-D3AE-633E45353DA1}"/>
          </ac:spMkLst>
        </pc:spChg>
        <pc:spChg chg="mod">
          <ac:chgData name="KONGKAEW, PUTTIWAT" userId="a8adac1e-848f-4d84-b961-6a7ffb648b49" providerId="ADAL" clId="{C9E185AC-8BAB-4646-8799-FCC203326852}" dt="2025-09-05T09:08:27.533" v="206" actId="1037"/>
          <ac:spMkLst>
            <pc:docMk/>
            <pc:sldMk cId="3703052" sldId="258"/>
            <ac:spMk id="82" creationId="{658FD1F7-03E9-4AC3-206A-F471AE3E2567}"/>
          </ac:spMkLst>
        </pc:spChg>
        <pc:spChg chg="mod">
          <ac:chgData name="KONGKAEW, PUTTIWAT" userId="a8adac1e-848f-4d84-b961-6a7ffb648b49" providerId="ADAL" clId="{C9E185AC-8BAB-4646-8799-FCC203326852}" dt="2025-09-05T09:08:27.533" v="206" actId="1037"/>
          <ac:spMkLst>
            <pc:docMk/>
            <pc:sldMk cId="3703052" sldId="258"/>
            <ac:spMk id="83" creationId="{05C21D5C-CBA0-6624-28AC-E807310D3151}"/>
          </ac:spMkLst>
        </pc:spChg>
        <pc:spChg chg="mod">
          <ac:chgData name="KONGKAEW, PUTTIWAT" userId="a8adac1e-848f-4d84-b961-6a7ffb648b49" providerId="ADAL" clId="{C9E185AC-8BAB-4646-8799-FCC203326852}" dt="2025-09-05T09:08:27.533" v="206" actId="1037"/>
          <ac:spMkLst>
            <pc:docMk/>
            <pc:sldMk cId="3703052" sldId="258"/>
            <ac:spMk id="84" creationId="{D9CAD479-24FA-7565-3424-9D81BF7827B3}"/>
          </ac:spMkLst>
        </pc:spChg>
        <pc:spChg chg="mod">
          <ac:chgData name="KONGKAEW, PUTTIWAT" userId="a8adac1e-848f-4d84-b961-6a7ffb648b49" providerId="ADAL" clId="{C9E185AC-8BAB-4646-8799-FCC203326852}" dt="2025-09-05T09:06:49.113" v="171" actId="20577"/>
          <ac:spMkLst>
            <pc:docMk/>
            <pc:sldMk cId="3703052" sldId="258"/>
            <ac:spMk id="85" creationId="{F963AA34-765F-EAB7-8118-66F5BB1D15E5}"/>
          </ac:spMkLst>
        </pc:spChg>
        <pc:spChg chg="mod">
          <ac:chgData name="KONGKAEW, PUTTIWAT" userId="a8adac1e-848f-4d84-b961-6a7ffb648b49" providerId="ADAL" clId="{C9E185AC-8BAB-4646-8799-FCC203326852}" dt="2025-09-05T08:45:47.385" v="60" actId="164"/>
          <ac:spMkLst>
            <pc:docMk/>
            <pc:sldMk cId="3703052" sldId="258"/>
            <ac:spMk id="86" creationId="{201B9942-0B06-A877-F582-6D7C9224DC47}"/>
          </ac:spMkLst>
        </pc:spChg>
        <pc:spChg chg="mod">
          <ac:chgData name="KONGKAEW, PUTTIWAT" userId="a8adac1e-848f-4d84-b961-6a7ffb648b49" providerId="ADAL" clId="{C9E185AC-8BAB-4646-8799-FCC203326852}" dt="2025-09-05T09:06:49.113" v="171" actId="20577"/>
          <ac:spMkLst>
            <pc:docMk/>
            <pc:sldMk cId="3703052" sldId="258"/>
            <ac:spMk id="98" creationId="{5265218C-0B3D-38EE-7A9C-44F3DD4C76D0}"/>
          </ac:spMkLst>
        </pc:spChg>
        <pc:spChg chg="mod">
          <ac:chgData name="KONGKAEW, PUTTIWAT" userId="a8adac1e-848f-4d84-b961-6a7ffb648b49" providerId="ADAL" clId="{C9E185AC-8BAB-4646-8799-FCC203326852}" dt="2025-09-05T09:06:49.113" v="171" actId="20577"/>
          <ac:spMkLst>
            <pc:docMk/>
            <pc:sldMk cId="3703052" sldId="258"/>
            <ac:spMk id="99" creationId="{AAEAA3C1-E264-8EAE-4FFC-D16EFEBAC903}"/>
          </ac:spMkLst>
        </pc:spChg>
        <pc:spChg chg="mod">
          <ac:chgData name="KONGKAEW, PUTTIWAT" userId="a8adac1e-848f-4d84-b961-6a7ffb648b49" providerId="ADAL" clId="{C9E185AC-8BAB-4646-8799-FCC203326852}" dt="2025-09-05T09:06:49.113" v="171" actId="20577"/>
          <ac:spMkLst>
            <pc:docMk/>
            <pc:sldMk cId="3703052" sldId="258"/>
            <ac:spMk id="100" creationId="{D6B89311-73DC-C9AD-0BF5-CCFB9A491926}"/>
          </ac:spMkLst>
        </pc:spChg>
        <pc:spChg chg="mod">
          <ac:chgData name="KONGKAEW, PUTTIWAT" userId="a8adac1e-848f-4d84-b961-6a7ffb648b49" providerId="ADAL" clId="{C9E185AC-8BAB-4646-8799-FCC203326852}" dt="2025-09-05T09:06:49.113" v="171" actId="20577"/>
          <ac:spMkLst>
            <pc:docMk/>
            <pc:sldMk cId="3703052" sldId="258"/>
            <ac:spMk id="107" creationId="{E69AD0A0-8406-B927-E7C1-038821A637BA}"/>
          </ac:spMkLst>
        </pc:spChg>
        <pc:spChg chg="mod">
          <ac:chgData name="KONGKAEW, PUTTIWAT" userId="a8adac1e-848f-4d84-b961-6a7ffb648b49" providerId="ADAL" clId="{C9E185AC-8BAB-4646-8799-FCC203326852}" dt="2025-09-05T09:06:49.113" v="171" actId="20577"/>
          <ac:spMkLst>
            <pc:docMk/>
            <pc:sldMk cId="3703052" sldId="258"/>
            <ac:spMk id="108" creationId="{2FCE7821-427A-0272-AF00-AFD8E69462F5}"/>
          </ac:spMkLst>
        </pc:spChg>
        <pc:grpChg chg="add mod">
          <ac:chgData name="KONGKAEW, PUTTIWAT" userId="a8adac1e-848f-4d84-b961-6a7ffb648b49" providerId="ADAL" clId="{C9E185AC-8BAB-4646-8799-FCC203326852}" dt="2025-09-05T09:13:16.986" v="268" actId="164"/>
          <ac:grpSpMkLst>
            <pc:docMk/>
            <pc:sldMk cId="3703052" sldId="258"/>
            <ac:grpSpMk id="27" creationId="{47F2A218-88C6-6D96-F7E9-DD34493996F7}"/>
          </ac:grpSpMkLst>
        </pc:grpChg>
        <pc:grpChg chg="add mod">
          <ac:chgData name="KONGKAEW, PUTTIWAT" userId="a8adac1e-848f-4d84-b961-6a7ffb648b49" providerId="ADAL" clId="{C9E185AC-8BAB-4646-8799-FCC203326852}" dt="2025-09-05T09:13:24.850" v="270" actId="14100"/>
          <ac:grpSpMkLst>
            <pc:docMk/>
            <pc:sldMk cId="3703052" sldId="258"/>
            <ac:grpSpMk id="39" creationId="{78D99959-4489-1AC7-20EB-3A7696305CC5}"/>
          </ac:grpSpMkLst>
        </pc:grpChg>
        <pc:grpChg chg="mod">
          <ac:chgData name="KONGKAEW, PUTTIWAT" userId="a8adac1e-848f-4d84-b961-6a7ffb648b49" providerId="ADAL" clId="{C9E185AC-8BAB-4646-8799-FCC203326852}" dt="2025-09-05T08:45:47.385" v="60" actId="164"/>
          <ac:grpSpMkLst>
            <pc:docMk/>
            <pc:sldMk cId="3703052" sldId="258"/>
            <ac:grpSpMk id="76" creationId="{00223F7A-07CC-A26B-1397-75267889FDCD}"/>
          </ac:grpSpMkLst>
        </pc:grpChg>
        <pc:cxnChg chg="add del mod">
          <ac:chgData name="KONGKAEW, PUTTIWAT" userId="a8adac1e-848f-4d84-b961-6a7ffb648b49" providerId="ADAL" clId="{C9E185AC-8BAB-4646-8799-FCC203326852}" dt="2025-09-05T09:14:59.226" v="271" actId="478"/>
          <ac:cxnSpMkLst>
            <pc:docMk/>
            <pc:sldMk cId="3703052" sldId="258"/>
            <ac:cxnSpMk id="4" creationId="{D9CF4B89-F73D-F685-9787-302650FEEEB7}"/>
          </ac:cxnSpMkLst>
        </pc:cxnChg>
        <pc:cxnChg chg="add del mod">
          <ac:chgData name="KONGKAEW, PUTTIWAT" userId="a8adac1e-848f-4d84-b961-6a7ffb648b49" providerId="ADAL" clId="{C9E185AC-8BAB-4646-8799-FCC203326852}" dt="2025-09-05T08:37:39.740" v="9" actId="478"/>
          <ac:cxnSpMkLst>
            <pc:docMk/>
            <pc:sldMk cId="3703052" sldId="258"/>
            <ac:cxnSpMk id="9" creationId="{C6FCCBFC-4448-BAD4-18DA-413C94B79620}"/>
          </ac:cxnSpMkLst>
        </pc:cxnChg>
        <pc:cxnChg chg="add mod">
          <ac:chgData name="KONGKAEW, PUTTIWAT" userId="a8adac1e-848f-4d84-b961-6a7ffb648b49" providerId="ADAL" clId="{C9E185AC-8BAB-4646-8799-FCC203326852}" dt="2025-09-05T08:42:15.979" v="41"/>
          <ac:cxnSpMkLst>
            <pc:docMk/>
            <pc:sldMk cId="3703052" sldId="258"/>
            <ac:cxnSpMk id="12" creationId="{7B169652-195F-275D-761B-FB3C40D85391}"/>
          </ac:cxnSpMkLst>
        </pc:cxnChg>
        <pc:cxnChg chg="add mod">
          <ac:chgData name="KONGKAEW, PUTTIWAT" userId="a8adac1e-848f-4d84-b961-6a7ffb648b49" providerId="ADAL" clId="{C9E185AC-8BAB-4646-8799-FCC203326852}" dt="2025-09-05T08:43:07.075" v="49" actId="14100"/>
          <ac:cxnSpMkLst>
            <pc:docMk/>
            <pc:sldMk cId="3703052" sldId="258"/>
            <ac:cxnSpMk id="13" creationId="{0554A1BC-638B-DE89-E4F7-DD3687EFA6BC}"/>
          </ac:cxnSpMkLst>
        </pc:cxnChg>
        <pc:cxnChg chg="add mod">
          <ac:chgData name="KONGKAEW, PUTTIWAT" userId="a8adac1e-848f-4d84-b961-6a7ffb648b49" providerId="ADAL" clId="{C9E185AC-8BAB-4646-8799-FCC203326852}" dt="2025-09-05T09:05:42.260" v="144" actId="14100"/>
          <ac:cxnSpMkLst>
            <pc:docMk/>
            <pc:sldMk cId="3703052" sldId="258"/>
            <ac:cxnSpMk id="14" creationId="{B2AD6511-5C65-02B7-C50C-8FF362A63E11}"/>
          </ac:cxnSpMkLst>
        </pc:cxnChg>
        <pc:cxnChg chg="add mod">
          <ac:chgData name="KONGKAEW, PUTTIWAT" userId="a8adac1e-848f-4d84-b961-6a7ffb648b49" providerId="ADAL" clId="{C9E185AC-8BAB-4646-8799-FCC203326852}" dt="2025-09-05T08:42:15.979" v="41"/>
          <ac:cxnSpMkLst>
            <pc:docMk/>
            <pc:sldMk cId="3703052" sldId="258"/>
            <ac:cxnSpMk id="15" creationId="{524B468D-1AD6-BBFA-DFA9-92824160F523}"/>
          </ac:cxnSpMkLst>
        </pc:cxnChg>
        <pc:cxnChg chg="add del">
          <ac:chgData name="KONGKAEW, PUTTIWAT" userId="a8adac1e-848f-4d84-b961-6a7ffb648b49" providerId="ADAL" clId="{C9E185AC-8BAB-4646-8799-FCC203326852}" dt="2025-09-05T08:43:49.113" v="51" actId="478"/>
          <ac:cxnSpMkLst>
            <pc:docMk/>
            <pc:sldMk cId="3703052" sldId="258"/>
            <ac:cxnSpMk id="24" creationId="{8FE1B266-1E04-E60B-2D7E-DAD904F37B2E}"/>
          </ac:cxnSpMkLst>
        </pc:cxnChg>
        <pc:cxnChg chg="add del mod">
          <ac:chgData name="KONGKAEW, PUTTIWAT" userId="a8adac1e-848f-4d84-b961-6a7ffb648b49" providerId="ADAL" clId="{C9E185AC-8BAB-4646-8799-FCC203326852}" dt="2025-09-05T09:11:24.576" v="223" actId="478"/>
          <ac:cxnSpMkLst>
            <pc:docMk/>
            <pc:sldMk cId="3703052" sldId="258"/>
            <ac:cxnSpMk id="34" creationId="{084B7C9D-B01B-DE05-03AD-DE80DFB4DEBF}"/>
          </ac:cxnSpMkLst>
        </pc:cxnChg>
        <pc:cxnChg chg="add mod">
          <ac:chgData name="KONGKAEW, PUTTIWAT" userId="a8adac1e-848f-4d84-b961-6a7ffb648b49" providerId="ADAL" clId="{C9E185AC-8BAB-4646-8799-FCC203326852}" dt="2025-09-05T09:13:16.986" v="268" actId="164"/>
          <ac:cxnSpMkLst>
            <pc:docMk/>
            <pc:sldMk cId="3703052" sldId="258"/>
            <ac:cxnSpMk id="36" creationId="{A1746CC8-FD5C-7188-A0E0-CC55A99F137A}"/>
          </ac:cxnSpMkLst>
        </pc:cxnChg>
        <pc:cxnChg chg="mod">
          <ac:chgData name="KONGKAEW, PUTTIWAT" userId="a8adac1e-848f-4d84-b961-6a7ffb648b49" providerId="ADAL" clId="{C9E185AC-8BAB-4646-8799-FCC203326852}" dt="2025-09-05T09:06:28.149" v="164" actId="14100"/>
          <ac:cxnSpMkLst>
            <pc:docMk/>
            <pc:sldMk cId="3703052" sldId="258"/>
            <ac:cxnSpMk id="78" creationId="{B1AAE89A-B399-3234-7D32-071EE41FABCD}"/>
          </ac:cxnSpMkLst>
        </pc:cxnChg>
        <pc:cxnChg chg="mod">
          <ac:chgData name="KONGKAEW, PUTTIWAT" userId="a8adac1e-848f-4d84-b961-6a7ffb648b49" providerId="ADAL" clId="{C9E185AC-8BAB-4646-8799-FCC203326852}" dt="2025-09-05T08:42:59.743" v="48" actId="14100"/>
          <ac:cxnSpMkLst>
            <pc:docMk/>
            <pc:sldMk cId="3703052" sldId="258"/>
            <ac:cxnSpMk id="79" creationId="{463BB337-2F28-C9E9-0EA4-F9DE13241A78}"/>
          </ac:cxnSpMkLst>
        </pc:cxnChg>
        <pc:cxnChg chg="mod">
          <ac:chgData name="KONGKAEW, PUTTIWAT" userId="a8adac1e-848f-4d84-b961-6a7ffb648b49" providerId="ADAL" clId="{C9E185AC-8BAB-4646-8799-FCC203326852}" dt="2025-09-05T09:05:46.813" v="145" actId="14100"/>
          <ac:cxnSpMkLst>
            <pc:docMk/>
            <pc:sldMk cId="3703052" sldId="258"/>
            <ac:cxnSpMk id="80" creationId="{5C0B7203-FA99-CBB3-949D-73FBD89C7906}"/>
          </ac:cxnSpMkLst>
        </pc:cxnChg>
        <pc:cxnChg chg="mod">
          <ac:chgData name="KONGKAEW, PUTTIWAT" userId="a8adac1e-848f-4d84-b961-6a7ffb648b49" providerId="ADAL" clId="{C9E185AC-8BAB-4646-8799-FCC203326852}" dt="2025-09-05T08:37:11.894" v="6" actId="14100"/>
          <ac:cxnSpMkLst>
            <pc:docMk/>
            <pc:sldMk cId="3703052" sldId="258"/>
            <ac:cxnSpMk id="94" creationId="{589506ED-6BF0-2570-0AAE-2B258C75CB6C}"/>
          </ac:cxnSpMkLst>
        </pc:cxnChg>
        <pc:cxnChg chg="mod">
          <ac:chgData name="KONGKAEW, PUTTIWAT" userId="a8adac1e-848f-4d84-b961-6a7ffb648b49" providerId="ADAL" clId="{C9E185AC-8BAB-4646-8799-FCC203326852}" dt="2025-09-05T08:36:42.811" v="0" actId="14100"/>
          <ac:cxnSpMkLst>
            <pc:docMk/>
            <pc:sldMk cId="3703052" sldId="258"/>
            <ac:cxnSpMk id="95" creationId="{FD0224A0-E204-AF18-331E-802364E757F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1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1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E6D7-315A-4EAD-889B-39F6C7061BA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D35E-2C59-4FA7-B99B-D7038985F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9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E6D7-315A-4EAD-889B-39F6C7061BA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D35E-2C59-4FA7-B99B-D7038985F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57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80" y="1709742"/>
            <a:ext cx="854392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80" y="4589467"/>
            <a:ext cx="854392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E6D7-315A-4EAD-889B-39F6C7061BA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D35E-2C59-4FA7-B99B-D7038985F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2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4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E6D7-315A-4EAD-889B-39F6C7061BA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D35E-2C59-4FA7-B99B-D7038985F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63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365129"/>
            <a:ext cx="8543924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2" y="1681163"/>
            <a:ext cx="421134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2" y="2505075"/>
            <a:ext cx="421134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E6D7-315A-4EAD-889B-39F6C7061BA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D35E-2C59-4FA7-B99B-D7038985F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94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E6D7-315A-4EAD-889B-39F6C7061BA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D35E-2C59-4FA7-B99B-D7038985F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E6D7-315A-4EAD-889B-39F6C7061BA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D35E-2C59-4FA7-B99B-D7038985F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62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1" y="987429"/>
            <a:ext cx="501491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9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E6D7-315A-4EAD-889B-39F6C7061BA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D35E-2C59-4FA7-B99B-D7038985F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64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1" y="987429"/>
            <a:ext cx="5014914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9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E6D7-315A-4EAD-889B-39F6C7061BA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D35E-2C59-4FA7-B99B-D7038985F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79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E6D7-315A-4EAD-889B-39F6C7061BA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D35E-2C59-4FA7-B99B-D7038985F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4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365125"/>
            <a:ext cx="6284118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E6D7-315A-4EAD-889B-39F6C7061BA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D35E-2C59-4FA7-B99B-D7038985F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4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40" y="365129"/>
            <a:ext cx="854392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40" y="1825625"/>
            <a:ext cx="85439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9" y="6356354"/>
            <a:ext cx="22288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2E6D7-315A-4EAD-889B-39F6C7061BA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4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4" y="6356354"/>
            <a:ext cx="22288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BCD35E-2C59-4FA7-B99B-D7038985F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42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7EC584F-0797-DDBE-1572-9542AA79DA3B}"/>
              </a:ext>
            </a:extLst>
          </p:cNvPr>
          <p:cNvGrpSpPr/>
          <p:nvPr/>
        </p:nvGrpSpPr>
        <p:grpSpPr>
          <a:xfrm>
            <a:off x="1046430" y="76655"/>
            <a:ext cx="7832073" cy="6664715"/>
            <a:chOff x="1046430" y="76655"/>
            <a:chExt cx="7832073" cy="6664715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D63B7F38-2BF3-0EC2-25C1-68479260B073}"/>
                </a:ext>
              </a:extLst>
            </p:cNvPr>
            <p:cNvGrpSpPr/>
            <p:nvPr/>
          </p:nvGrpSpPr>
          <p:grpSpPr>
            <a:xfrm>
              <a:off x="1046430" y="76655"/>
              <a:ext cx="7832073" cy="6664715"/>
              <a:chOff x="1046429" y="76653"/>
              <a:chExt cx="7832073" cy="6664715"/>
            </a:xfrm>
          </p:grpSpPr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B9AB337F-7EF1-83F2-2153-873EAC884CC0}"/>
                  </a:ext>
                </a:extLst>
              </p:cNvPr>
              <p:cNvGrpSpPr/>
              <p:nvPr/>
            </p:nvGrpSpPr>
            <p:grpSpPr>
              <a:xfrm>
                <a:off x="1225170" y="271738"/>
                <a:ext cx="7515707" cy="3877342"/>
                <a:chOff x="1225170" y="271738"/>
                <a:chExt cx="7515707" cy="3172497"/>
              </a:xfrm>
            </p:grpSpPr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3A6DFB86-5CC6-7A38-D52B-7B8C61F245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25170" y="471458"/>
                  <a:ext cx="751570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28ED2685-E866-AFFC-6D4E-FD2CF24B69F9}"/>
                    </a:ext>
                  </a:extLst>
                </p:cNvPr>
                <p:cNvCxnSpPr/>
                <p:nvPr/>
              </p:nvCxnSpPr>
              <p:spPr>
                <a:xfrm>
                  <a:off x="3728864" y="471458"/>
                  <a:ext cx="0" cy="2966719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4C82FA22-D399-89FD-5DA2-D674A2B01B46}"/>
                    </a:ext>
                  </a:extLst>
                </p:cNvPr>
                <p:cNvCxnSpPr/>
                <p:nvPr/>
              </p:nvCxnSpPr>
              <p:spPr>
                <a:xfrm>
                  <a:off x="8740877" y="471458"/>
                  <a:ext cx="0" cy="2966719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865C165F-A065-74AA-8730-AA971AF0D8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25170" y="3435504"/>
                  <a:ext cx="7515707" cy="380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001F2B6C-D2A4-B821-898E-484BEE68B9C4}"/>
                    </a:ext>
                  </a:extLst>
                </p:cNvPr>
                <p:cNvCxnSpPr/>
                <p:nvPr/>
              </p:nvCxnSpPr>
              <p:spPr>
                <a:xfrm>
                  <a:off x="6213550" y="471458"/>
                  <a:ext cx="0" cy="2966719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E6730B09-BE3A-660D-9846-EA583E7BF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64385" y="468785"/>
                  <a:ext cx="0" cy="2966719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0D763DB9-D545-DD2B-1AB5-872851CA3395}"/>
                    </a:ext>
                  </a:extLst>
                </p:cNvPr>
                <p:cNvCxnSpPr/>
                <p:nvPr/>
              </p:nvCxnSpPr>
              <p:spPr>
                <a:xfrm>
                  <a:off x="7462715" y="468785"/>
                  <a:ext cx="0" cy="2966719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CA0B87FA-BBDD-9ACA-EBCB-424FCA75F3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37185" y="468785"/>
                  <a:ext cx="1609506" cy="2973193"/>
                </a:xfrm>
                <a:prstGeom prst="straightConnector1">
                  <a:avLst/>
                </a:prstGeom>
                <a:ln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65B40C85-6F13-D6E7-BF63-4EE96F2D8C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76715" y="468785"/>
                  <a:ext cx="1705335" cy="2973193"/>
                </a:xfrm>
                <a:prstGeom prst="straightConnector1">
                  <a:avLst/>
                </a:prstGeom>
                <a:ln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DF5F150C-899C-8733-2F47-B4A12621F2BA}"/>
                    </a:ext>
                  </a:extLst>
                </p:cNvPr>
                <p:cNvCxnSpPr/>
                <p:nvPr/>
              </p:nvCxnSpPr>
              <p:spPr>
                <a:xfrm>
                  <a:off x="1225170" y="475259"/>
                  <a:ext cx="0" cy="2966719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A39224AE-01DF-A07C-019C-B01BD89CD018}"/>
                    </a:ext>
                  </a:extLst>
                </p:cNvPr>
                <p:cNvCxnSpPr/>
                <p:nvPr/>
              </p:nvCxnSpPr>
              <p:spPr>
                <a:xfrm>
                  <a:off x="2460691" y="472586"/>
                  <a:ext cx="0" cy="2966719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0E180B60-A762-B404-ECEF-1126D0E949BC}"/>
                    </a:ext>
                  </a:extLst>
                </p:cNvPr>
                <p:cNvSpPr/>
                <p:nvPr/>
              </p:nvSpPr>
              <p:spPr>
                <a:xfrm>
                  <a:off x="4382050" y="271739"/>
                  <a:ext cx="1216129" cy="407040"/>
                </a:xfrm>
                <a:custGeom>
                  <a:avLst/>
                  <a:gdLst>
                    <a:gd name="connsiteX0" fmla="*/ 0 w 2060199"/>
                    <a:gd name="connsiteY0" fmla="*/ 620439 h 748699"/>
                    <a:gd name="connsiteX1" fmla="*/ 816078 w 2060199"/>
                    <a:gd name="connsiteY1" fmla="*/ 1006 h 748699"/>
                    <a:gd name="connsiteX2" fmla="*/ 1140542 w 2060199"/>
                    <a:gd name="connsiteY2" fmla="*/ 748258 h 748699"/>
                    <a:gd name="connsiteX3" fmla="*/ 1946787 w 2060199"/>
                    <a:gd name="connsiteY3" fmla="*/ 109161 h 748699"/>
                    <a:gd name="connsiteX4" fmla="*/ 2035278 w 2060199"/>
                    <a:gd name="connsiteY4" fmla="*/ 40335 h 7486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60199" h="748699">
                      <a:moveTo>
                        <a:pt x="0" y="620439"/>
                      </a:moveTo>
                      <a:cubicBezTo>
                        <a:pt x="312994" y="300071"/>
                        <a:pt x="625988" y="-20297"/>
                        <a:pt x="816078" y="1006"/>
                      </a:cubicBezTo>
                      <a:cubicBezTo>
                        <a:pt x="1006168" y="22309"/>
                        <a:pt x="952090" y="730232"/>
                        <a:pt x="1140542" y="748258"/>
                      </a:cubicBezTo>
                      <a:cubicBezTo>
                        <a:pt x="1328994" y="766284"/>
                        <a:pt x="1797664" y="227148"/>
                        <a:pt x="1946787" y="109161"/>
                      </a:cubicBezTo>
                      <a:cubicBezTo>
                        <a:pt x="2095910" y="-8826"/>
                        <a:pt x="2065594" y="15754"/>
                        <a:pt x="2035278" y="40335"/>
                      </a:cubicBezTo>
                    </a:path>
                  </a:pathLst>
                </a:cu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4A1B3A29-7197-87EC-7040-0FD3D94240F8}"/>
                    </a:ext>
                  </a:extLst>
                </p:cNvPr>
                <p:cNvSpPr/>
                <p:nvPr/>
              </p:nvSpPr>
              <p:spPr>
                <a:xfrm>
                  <a:off x="6882062" y="303057"/>
                  <a:ext cx="1250538" cy="407040"/>
                </a:xfrm>
                <a:custGeom>
                  <a:avLst/>
                  <a:gdLst>
                    <a:gd name="connsiteX0" fmla="*/ 0 w 2060199"/>
                    <a:gd name="connsiteY0" fmla="*/ 620439 h 748699"/>
                    <a:gd name="connsiteX1" fmla="*/ 816078 w 2060199"/>
                    <a:gd name="connsiteY1" fmla="*/ 1006 h 748699"/>
                    <a:gd name="connsiteX2" fmla="*/ 1140542 w 2060199"/>
                    <a:gd name="connsiteY2" fmla="*/ 748258 h 748699"/>
                    <a:gd name="connsiteX3" fmla="*/ 1946787 w 2060199"/>
                    <a:gd name="connsiteY3" fmla="*/ 109161 h 748699"/>
                    <a:gd name="connsiteX4" fmla="*/ 2035278 w 2060199"/>
                    <a:gd name="connsiteY4" fmla="*/ 40335 h 7486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60199" h="748699">
                      <a:moveTo>
                        <a:pt x="0" y="620439"/>
                      </a:moveTo>
                      <a:cubicBezTo>
                        <a:pt x="312994" y="300071"/>
                        <a:pt x="625988" y="-20297"/>
                        <a:pt x="816078" y="1006"/>
                      </a:cubicBezTo>
                      <a:cubicBezTo>
                        <a:pt x="1006168" y="22309"/>
                        <a:pt x="952090" y="730232"/>
                        <a:pt x="1140542" y="748258"/>
                      </a:cubicBezTo>
                      <a:cubicBezTo>
                        <a:pt x="1328994" y="766284"/>
                        <a:pt x="1797664" y="227148"/>
                        <a:pt x="1946787" y="109161"/>
                      </a:cubicBezTo>
                      <a:cubicBezTo>
                        <a:pt x="2095910" y="-8826"/>
                        <a:pt x="2065594" y="15754"/>
                        <a:pt x="2035278" y="40335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869CD16C-9D00-EC99-8CAA-EE9EB4032DB8}"/>
                    </a:ext>
                  </a:extLst>
                </p:cNvPr>
                <p:cNvSpPr/>
                <p:nvPr/>
              </p:nvSpPr>
              <p:spPr>
                <a:xfrm>
                  <a:off x="1872225" y="271738"/>
                  <a:ext cx="1225707" cy="407040"/>
                </a:xfrm>
                <a:custGeom>
                  <a:avLst/>
                  <a:gdLst>
                    <a:gd name="connsiteX0" fmla="*/ 0 w 2060199"/>
                    <a:gd name="connsiteY0" fmla="*/ 620439 h 748699"/>
                    <a:gd name="connsiteX1" fmla="*/ 816078 w 2060199"/>
                    <a:gd name="connsiteY1" fmla="*/ 1006 h 748699"/>
                    <a:gd name="connsiteX2" fmla="*/ 1140542 w 2060199"/>
                    <a:gd name="connsiteY2" fmla="*/ 748258 h 748699"/>
                    <a:gd name="connsiteX3" fmla="*/ 1946787 w 2060199"/>
                    <a:gd name="connsiteY3" fmla="*/ 109161 h 748699"/>
                    <a:gd name="connsiteX4" fmla="*/ 2035278 w 2060199"/>
                    <a:gd name="connsiteY4" fmla="*/ 40335 h 7486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60199" h="748699">
                      <a:moveTo>
                        <a:pt x="0" y="620439"/>
                      </a:moveTo>
                      <a:cubicBezTo>
                        <a:pt x="312994" y="300071"/>
                        <a:pt x="625988" y="-20297"/>
                        <a:pt x="816078" y="1006"/>
                      </a:cubicBezTo>
                      <a:cubicBezTo>
                        <a:pt x="1006168" y="22309"/>
                        <a:pt x="952090" y="730232"/>
                        <a:pt x="1140542" y="748258"/>
                      </a:cubicBezTo>
                      <a:cubicBezTo>
                        <a:pt x="1328994" y="766284"/>
                        <a:pt x="1797664" y="227148"/>
                        <a:pt x="1946787" y="109161"/>
                      </a:cubicBezTo>
                      <a:cubicBezTo>
                        <a:pt x="2095910" y="-8826"/>
                        <a:pt x="2065594" y="15754"/>
                        <a:pt x="2035278" y="40335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AA70B521-31CF-3D85-C4DD-8DC7A60D3B26}"/>
                    </a:ext>
                  </a:extLst>
                </p:cNvPr>
                <p:cNvCxnSpPr/>
                <p:nvPr/>
              </p:nvCxnSpPr>
              <p:spPr>
                <a:xfrm>
                  <a:off x="3728864" y="472586"/>
                  <a:ext cx="2484686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E46E0351-C77A-8696-E69B-E3A979A59170}"/>
                    </a:ext>
                  </a:extLst>
                </p:cNvPr>
                <p:cNvCxnSpPr/>
                <p:nvPr/>
              </p:nvCxnSpPr>
              <p:spPr>
                <a:xfrm>
                  <a:off x="3728864" y="3439306"/>
                  <a:ext cx="2484686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1EFA9F1A-B5DB-5ADF-A2EE-A5E767CF76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6976" y="3444235"/>
                  <a:ext cx="432048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CD70ABF6-2FA0-48A7-3BF3-BE797BA3AD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46691" y="3432832"/>
                  <a:ext cx="432048" cy="0"/>
                </a:xfrm>
                <a:prstGeom prst="line">
                  <a:avLst/>
                </a:prstGeom>
                <a:ln w="762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72596806-1726-3251-AEE4-0974998826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44667" y="3441978"/>
                  <a:ext cx="432048" cy="0"/>
                </a:xfrm>
                <a:prstGeom prst="line">
                  <a:avLst/>
                </a:prstGeom>
                <a:ln w="762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00D7C5D2-61E1-3184-D77A-F3867BF185D3}"/>
                  </a:ext>
                </a:extLst>
              </p:cNvPr>
              <p:cNvGrpSpPr/>
              <p:nvPr/>
            </p:nvGrpSpPr>
            <p:grpSpPr>
              <a:xfrm>
                <a:off x="4016292" y="4319085"/>
                <a:ext cx="3466087" cy="2422283"/>
                <a:chOff x="4016292" y="3645024"/>
                <a:chExt cx="3466087" cy="2422283"/>
              </a:xfrm>
            </p:grpSpPr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55B14003-EBED-BCF9-312A-FF8FD3738E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54553" y="5882641"/>
                  <a:ext cx="2527826" cy="0"/>
                </a:xfrm>
                <a:prstGeom prst="straightConnector1">
                  <a:avLst/>
                </a:prstGeom>
                <a:ln>
                  <a:headEnd type="triangle"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4FDD0448-8A47-593A-AA84-852428CBC0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53000" y="3990769"/>
                  <a:ext cx="684185" cy="0"/>
                </a:xfrm>
                <a:prstGeom prst="straightConnector1">
                  <a:avLst/>
                </a:prstGeom>
                <a:ln>
                  <a:headEnd type="triangle"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Arrow Connector 61">
                  <a:extLst>
                    <a:ext uri="{FF2B5EF4-FFF2-40B4-BE49-F238E27FC236}">
                      <a16:creationId xmlns:a16="http://schemas.microsoft.com/office/drawing/2014/main" id="{2054F92A-DC34-D166-A510-EB9DD9B6E0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5248" y="5266507"/>
                  <a:ext cx="297131" cy="0"/>
                </a:xfrm>
                <a:prstGeom prst="straightConnector1">
                  <a:avLst/>
                </a:prstGeom>
                <a:ln>
                  <a:headEnd type="triangle"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>
                  <a:extLst>
                    <a:ext uri="{FF2B5EF4-FFF2-40B4-BE49-F238E27FC236}">
                      <a16:creationId xmlns:a16="http://schemas.microsoft.com/office/drawing/2014/main" id="{57681C2A-285A-3F9E-394C-F220CEE61D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37185" y="4591699"/>
                  <a:ext cx="1548063" cy="0"/>
                </a:xfrm>
                <a:prstGeom prst="straightConnector1">
                  <a:avLst/>
                </a:prstGeom>
                <a:ln>
                  <a:headEnd type="triangle"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45D5B1C1-B301-0EC1-FC5F-E2D2A308F5C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913" y="3645024"/>
                      <a:ext cx="578107" cy="65620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45D5B1C1-B301-0EC1-FC5F-E2D2A308F5C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44913" y="3645024"/>
                      <a:ext cx="578107" cy="656205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3" name="TextBox 72">
                      <a:extLst>
                        <a:ext uri="{FF2B5EF4-FFF2-40B4-BE49-F238E27FC236}">
                          <a16:creationId xmlns:a16="http://schemas.microsoft.com/office/drawing/2014/main" id="{32A29AE0-933A-3757-F3BE-8C1B9EA3DA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27249" y="4946537"/>
                      <a:ext cx="583428" cy="65620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73" name="TextBox 72">
                      <a:extLst>
                        <a:ext uri="{FF2B5EF4-FFF2-40B4-BE49-F238E27FC236}">
                          <a16:creationId xmlns:a16="http://schemas.microsoft.com/office/drawing/2014/main" id="{32A29AE0-933A-3757-F3BE-8C1B9EA3DAC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27249" y="4946537"/>
                      <a:ext cx="583428" cy="65620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4" name="TextBox 73">
                      <a:extLst>
                        <a:ext uri="{FF2B5EF4-FFF2-40B4-BE49-F238E27FC236}">
                          <a16:creationId xmlns:a16="http://schemas.microsoft.com/office/drawing/2014/main" id="{126C9A9E-829D-F1F9-824D-8E5B726534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16292" y="4282894"/>
                      <a:ext cx="802143" cy="6636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74" name="TextBox 73">
                      <a:extLst>
                        <a:ext uri="{FF2B5EF4-FFF2-40B4-BE49-F238E27FC236}">
                          <a16:creationId xmlns:a16="http://schemas.microsoft.com/office/drawing/2014/main" id="{126C9A9E-829D-F1F9-824D-8E5B7265340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16292" y="4282894"/>
                      <a:ext cx="802143" cy="663643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5" name="TextBox 74">
                      <a:extLst>
                        <a:ext uri="{FF2B5EF4-FFF2-40B4-BE49-F238E27FC236}">
                          <a16:creationId xmlns:a16="http://schemas.microsoft.com/office/drawing/2014/main" id="{CD08C312-CCD1-9A37-E621-CF8240A374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6407" y="5697975"/>
                      <a:ext cx="40511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75" name="TextBox 74">
                      <a:extLst>
                        <a:ext uri="{FF2B5EF4-FFF2-40B4-BE49-F238E27FC236}">
                          <a16:creationId xmlns:a16="http://schemas.microsoft.com/office/drawing/2014/main" id="{CD08C312-CCD1-9A37-E621-CF8240A374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6407" y="5697975"/>
                      <a:ext cx="405111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D1A8B071-D3E0-D9F4-5CBC-1CE101634B2D}"/>
                  </a:ext>
                </a:extLst>
              </p:cNvPr>
              <p:cNvSpPr/>
              <p:nvPr/>
            </p:nvSpPr>
            <p:spPr>
              <a:xfrm>
                <a:off x="1046429" y="76653"/>
                <a:ext cx="1396123" cy="45044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96CDD8D2-658F-0896-5025-7F9C700EF820}"/>
                  </a:ext>
                </a:extLst>
              </p:cNvPr>
              <p:cNvSpPr/>
              <p:nvPr/>
            </p:nvSpPr>
            <p:spPr>
              <a:xfrm>
                <a:off x="7482379" y="76653"/>
                <a:ext cx="1396123" cy="45044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A9BF423-8F5A-D3D7-A300-1D544AFF2D0D}"/>
                </a:ext>
              </a:extLst>
            </p:cNvPr>
            <p:cNvCxnSpPr>
              <a:cxnSpLocks/>
            </p:cNvCxnSpPr>
            <p:nvPr/>
          </p:nvCxnSpPr>
          <p:spPr>
            <a:xfrm>
              <a:off x="4953000" y="4149080"/>
              <a:ext cx="0" cy="2376264"/>
            </a:xfrm>
            <a:prstGeom prst="line">
              <a:avLst/>
            </a:prstGeom>
            <a:ln>
              <a:solidFill>
                <a:srgbClr val="FFC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A7FEC9A-E303-BC37-55E8-F27ADC0E3516}"/>
                </a:ext>
              </a:extLst>
            </p:cNvPr>
            <p:cNvCxnSpPr>
              <a:cxnSpLocks/>
            </p:cNvCxnSpPr>
            <p:nvPr/>
          </p:nvCxnSpPr>
          <p:spPr>
            <a:xfrm>
              <a:off x="5601072" y="548680"/>
              <a:ext cx="0" cy="4752528"/>
            </a:xfrm>
            <a:prstGeom prst="line">
              <a:avLst/>
            </a:prstGeom>
            <a:ln>
              <a:solidFill>
                <a:srgbClr val="FFC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0FF3F6-B257-BA5D-2AB2-A004802C6855}"/>
                </a:ext>
              </a:extLst>
            </p:cNvPr>
            <p:cNvCxnSpPr>
              <a:cxnSpLocks/>
            </p:cNvCxnSpPr>
            <p:nvPr/>
          </p:nvCxnSpPr>
          <p:spPr>
            <a:xfrm>
              <a:off x="7185248" y="4149080"/>
              <a:ext cx="0" cy="1800200"/>
            </a:xfrm>
            <a:prstGeom prst="line">
              <a:avLst/>
            </a:prstGeom>
            <a:ln>
              <a:solidFill>
                <a:srgbClr val="FFC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24A417-3FC8-3345-EBDA-80248B6AAAD6}"/>
                </a:ext>
              </a:extLst>
            </p:cNvPr>
            <p:cNvCxnSpPr>
              <a:cxnSpLocks/>
            </p:cNvCxnSpPr>
            <p:nvPr/>
          </p:nvCxnSpPr>
          <p:spPr>
            <a:xfrm>
              <a:off x="7473280" y="4221088"/>
              <a:ext cx="0" cy="2376264"/>
            </a:xfrm>
            <a:prstGeom prst="line">
              <a:avLst/>
            </a:prstGeom>
            <a:ln>
              <a:solidFill>
                <a:srgbClr val="FFC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9579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FF858-9248-6DAE-7EB9-AB739BBC8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53524C15-3CE3-41BB-5028-8E834B8D695B}"/>
              </a:ext>
            </a:extLst>
          </p:cNvPr>
          <p:cNvGrpSpPr/>
          <p:nvPr/>
        </p:nvGrpSpPr>
        <p:grpSpPr>
          <a:xfrm>
            <a:off x="1046430" y="76655"/>
            <a:ext cx="7832073" cy="6664715"/>
            <a:chOff x="1046429" y="76653"/>
            <a:chExt cx="7832073" cy="6664715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13F1A67-F05D-3850-009E-1BF9BB385643}"/>
                </a:ext>
              </a:extLst>
            </p:cNvPr>
            <p:cNvGrpSpPr/>
            <p:nvPr/>
          </p:nvGrpSpPr>
          <p:grpSpPr>
            <a:xfrm>
              <a:off x="1225170" y="271738"/>
              <a:ext cx="7515707" cy="3877342"/>
              <a:chOff x="1225170" y="271738"/>
              <a:chExt cx="7515707" cy="3172497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39AE7FE9-1A00-85D3-7815-E947C3E123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5170" y="471458"/>
                <a:ext cx="7515707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A82905D-0416-7732-FB54-9730DAF9AB1C}"/>
                  </a:ext>
                </a:extLst>
              </p:cNvPr>
              <p:cNvCxnSpPr/>
              <p:nvPr/>
            </p:nvCxnSpPr>
            <p:spPr>
              <a:xfrm>
                <a:off x="3728864" y="471458"/>
                <a:ext cx="0" cy="2966719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4ED5CFD0-456B-D992-3D80-A9FC3D9AC7C6}"/>
                  </a:ext>
                </a:extLst>
              </p:cNvPr>
              <p:cNvCxnSpPr/>
              <p:nvPr/>
            </p:nvCxnSpPr>
            <p:spPr>
              <a:xfrm>
                <a:off x="8740877" y="471458"/>
                <a:ext cx="0" cy="2966719"/>
              </a:xfrm>
              <a:prstGeom prst="line">
                <a:avLst/>
              </a:prstGeom>
              <a:ln>
                <a:solidFill>
                  <a:schemeClr val="accent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F9A6DADE-01E4-DB1A-63D8-2B41FE6E65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25170" y="3435504"/>
                <a:ext cx="7515707" cy="380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E310364-1C7E-2A97-DCEF-0D64A1A4CFF6}"/>
                  </a:ext>
                </a:extLst>
              </p:cNvPr>
              <p:cNvCxnSpPr/>
              <p:nvPr/>
            </p:nvCxnSpPr>
            <p:spPr>
              <a:xfrm>
                <a:off x="6213550" y="471458"/>
                <a:ext cx="0" cy="2966719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0FC0A021-CD35-F22B-A371-7E17DD0EDBF0}"/>
                  </a:ext>
                </a:extLst>
              </p:cNvPr>
              <p:cNvCxnSpPr/>
              <p:nvPr/>
            </p:nvCxnSpPr>
            <p:spPr>
              <a:xfrm>
                <a:off x="4964385" y="468785"/>
                <a:ext cx="0" cy="2966719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8BAB929-120A-EC08-87A1-DE32343F15E9}"/>
                  </a:ext>
                </a:extLst>
              </p:cNvPr>
              <p:cNvCxnSpPr/>
              <p:nvPr/>
            </p:nvCxnSpPr>
            <p:spPr>
              <a:xfrm>
                <a:off x="7462715" y="468785"/>
                <a:ext cx="0" cy="2966719"/>
              </a:xfrm>
              <a:prstGeom prst="line">
                <a:avLst/>
              </a:prstGeom>
              <a:ln>
                <a:solidFill>
                  <a:schemeClr val="accent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BD35DE59-C943-3B51-D0E0-6EC6273A2E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4178" y="486662"/>
                <a:ext cx="1713038" cy="2957573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B06826E0-C732-28E6-C996-FE6A059E73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97932" y="475259"/>
                <a:ext cx="1639044" cy="2968976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A0D82F8B-A9B6-887F-70BB-A96BDF8854B4}"/>
                  </a:ext>
                </a:extLst>
              </p:cNvPr>
              <p:cNvCxnSpPr/>
              <p:nvPr/>
            </p:nvCxnSpPr>
            <p:spPr>
              <a:xfrm>
                <a:off x="1225170" y="475259"/>
                <a:ext cx="0" cy="2966719"/>
              </a:xfrm>
              <a:prstGeom prst="line">
                <a:avLst/>
              </a:prstGeom>
              <a:ln>
                <a:solidFill>
                  <a:schemeClr val="accent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F406F257-8691-CEA6-70B7-877F4FB3DC85}"/>
                  </a:ext>
                </a:extLst>
              </p:cNvPr>
              <p:cNvCxnSpPr/>
              <p:nvPr/>
            </p:nvCxnSpPr>
            <p:spPr>
              <a:xfrm>
                <a:off x="2460691" y="472586"/>
                <a:ext cx="0" cy="2966719"/>
              </a:xfrm>
              <a:prstGeom prst="line">
                <a:avLst/>
              </a:prstGeom>
              <a:ln>
                <a:solidFill>
                  <a:schemeClr val="accent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AFD3B4A1-0819-0B63-5A97-7983FDAA6564}"/>
                  </a:ext>
                </a:extLst>
              </p:cNvPr>
              <p:cNvSpPr/>
              <p:nvPr/>
            </p:nvSpPr>
            <p:spPr>
              <a:xfrm>
                <a:off x="4382050" y="271739"/>
                <a:ext cx="1216129" cy="407040"/>
              </a:xfrm>
              <a:custGeom>
                <a:avLst/>
                <a:gdLst>
                  <a:gd name="connsiteX0" fmla="*/ 0 w 2060199"/>
                  <a:gd name="connsiteY0" fmla="*/ 620439 h 748699"/>
                  <a:gd name="connsiteX1" fmla="*/ 816078 w 2060199"/>
                  <a:gd name="connsiteY1" fmla="*/ 1006 h 748699"/>
                  <a:gd name="connsiteX2" fmla="*/ 1140542 w 2060199"/>
                  <a:gd name="connsiteY2" fmla="*/ 748258 h 748699"/>
                  <a:gd name="connsiteX3" fmla="*/ 1946787 w 2060199"/>
                  <a:gd name="connsiteY3" fmla="*/ 109161 h 748699"/>
                  <a:gd name="connsiteX4" fmla="*/ 2035278 w 2060199"/>
                  <a:gd name="connsiteY4" fmla="*/ 40335 h 748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0199" h="748699">
                    <a:moveTo>
                      <a:pt x="0" y="620439"/>
                    </a:moveTo>
                    <a:cubicBezTo>
                      <a:pt x="312994" y="300071"/>
                      <a:pt x="625988" y="-20297"/>
                      <a:pt x="816078" y="1006"/>
                    </a:cubicBezTo>
                    <a:cubicBezTo>
                      <a:pt x="1006168" y="22309"/>
                      <a:pt x="952090" y="730232"/>
                      <a:pt x="1140542" y="748258"/>
                    </a:cubicBezTo>
                    <a:cubicBezTo>
                      <a:pt x="1328994" y="766284"/>
                      <a:pt x="1797664" y="227148"/>
                      <a:pt x="1946787" y="109161"/>
                    </a:cubicBezTo>
                    <a:cubicBezTo>
                      <a:pt x="2095910" y="-8826"/>
                      <a:pt x="2065594" y="15754"/>
                      <a:pt x="2035278" y="40335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25583304-6792-3C56-044C-9EF099F8AB18}"/>
                  </a:ext>
                </a:extLst>
              </p:cNvPr>
              <p:cNvSpPr/>
              <p:nvPr/>
            </p:nvSpPr>
            <p:spPr>
              <a:xfrm>
                <a:off x="6882062" y="303057"/>
                <a:ext cx="1250538" cy="407040"/>
              </a:xfrm>
              <a:custGeom>
                <a:avLst/>
                <a:gdLst>
                  <a:gd name="connsiteX0" fmla="*/ 0 w 2060199"/>
                  <a:gd name="connsiteY0" fmla="*/ 620439 h 748699"/>
                  <a:gd name="connsiteX1" fmla="*/ 816078 w 2060199"/>
                  <a:gd name="connsiteY1" fmla="*/ 1006 h 748699"/>
                  <a:gd name="connsiteX2" fmla="*/ 1140542 w 2060199"/>
                  <a:gd name="connsiteY2" fmla="*/ 748258 h 748699"/>
                  <a:gd name="connsiteX3" fmla="*/ 1946787 w 2060199"/>
                  <a:gd name="connsiteY3" fmla="*/ 109161 h 748699"/>
                  <a:gd name="connsiteX4" fmla="*/ 2035278 w 2060199"/>
                  <a:gd name="connsiteY4" fmla="*/ 40335 h 748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0199" h="748699">
                    <a:moveTo>
                      <a:pt x="0" y="620439"/>
                    </a:moveTo>
                    <a:cubicBezTo>
                      <a:pt x="312994" y="300071"/>
                      <a:pt x="625988" y="-20297"/>
                      <a:pt x="816078" y="1006"/>
                    </a:cubicBezTo>
                    <a:cubicBezTo>
                      <a:pt x="1006168" y="22309"/>
                      <a:pt x="952090" y="730232"/>
                      <a:pt x="1140542" y="748258"/>
                    </a:cubicBezTo>
                    <a:cubicBezTo>
                      <a:pt x="1328994" y="766284"/>
                      <a:pt x="1797664" y="227148"/>
                      <a:pt x="1946787" y="109161"/>
                    </a:cubicBezTo>
                    <a:cubicBezTo>
                      <a:pt x="2095910" y="-8826"/>
                      <a:pt x="2065594" y="15754"/>
                      <a:pt x="2035278" y="40335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66D68894-2B20-D6ED-86D8-A0160D6DDE1F}"/>
                  </a:ext>
                </a:extLst>
              </p:cNvPr>
              <p:cNvSpPr/>
              <p:nvPr/>
            </p:nvSpPr>
            <p:spPr>
              <a:xfrm>
                <a:off x="1872225" y="271738"/>
                <a:ext cx="1225707" cy="407040"/>
              </a:xfrm>
              <a:custGeom>
                <a:avLst/>
                <a:gdLst>
                  <a:gd name="connsiteX0" fmla="*/ 0 w 2060199"/>
                  <a:gd name="connsiteY0" fmla="*/ 620439 h 748699"/>
                  <a:gd name="connsiteX1" fmla="*/ 816078 w 2060199"/>
                  <a:gd name="connsiteY1" fmla="*/ 1006 h 748699"/>
                  <a:gd name="connsiteX2" fmla="*/ 1140542 w 2060199"/>
                  <a:gd name="connsiteY2" fmla="*/ 748258 h 748699"/>
                  <a:gd name="connsiteX3" fmla="*/ 1946787 w 2060199"/>
                  <a:gd name="connsiteY3" fmla="*/ 109161 h 748699"/>
                  <a:gd name="connsiteX4" fmla="*/ 2035278 w 2060199"/>
                  <a:gd name="connsiteY4" fmla="*/ 40335 h 748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0199" h="748699">
                    <a:moveTo>
                      <a:pt x="0" y="620439"/>
                    </a:moveTo>
                    <a:cubicBezTo>
                      <a:pt x="312994" y="300071"/>
                      <a:pt x="625988" y="-20297"/>
                      <a:pt x="816078" y="1006"/>
                    </a:cubicBezTo>
                    <a:cubicBezTo>
                      <a:pt x="1006168" y="22309"/>
                      <a:pt x="952090" y="730232"/>
                      <a:pt x="1140542" y="748258"/>
                    </a:cubicBezTo>
                    <a:cubicBezTo>
                      <a:pt x="1328994" y="766284"/>
                      <a:pt x="1797664" y="227148"/>
                      <a:pt x="1946787" y="109161"/>
                    </a:cubicBezTo>
                    <a:cubicBezTo>
                      <a:pt x="2095910" y="-8826"/>
                      <a:pt x="2065594" y="15754"/>
                      <a:pt x="2035278" y="40335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B9C2FC20-AA0E-1C02-A894-FFED94DCCEBB}"/>
                  </a:ext>
                </a:extLst>
              </p:cNvPr>
              <p:cNvCxnSpPr/>
              <p:nvPr/>
            </p:nvCxnSpPr>
            <p:spPr>
              <a:xfrm>
                <a:off x="3728864" y="472586"/>
                <a:ext cx="248468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2A94626A-C286-CACB-1260-6C8BFFC86728}"/>
                  </a:ext>
                </a:extLst>
              </p:cNvPr>
              <p:cNvCxnSpPr/>
              <p:nvPr/>
            </p:nvCxnSpPr>
            <p:spPr>
              <a:xfrm>
                <a:off x="3728864" y="3439306"/>
                <a:ext cx="248468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C857F473-02AC-4B97-98C5-DFDF5BDAEB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6976" y="3444235"/>
                <a:ext cx="432048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D60D326-08FF-757C-5790-1FB7BD013B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6691" y="3432832"/>
                <a:ext cx="432048" cy="0"/>
              </a:xfrm>
              <a:prstGeom prst="line">
                <a:avLst/>
              </a:prstGeom>
              <a:ln w="762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4778969A-C41D-EB09-2390-AE3E232914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44667" y="3441978"/>
                <a:ext cx="432048" cy="0"/>
              </a:xfrm>
              <a:prstGeom prst="line">
                <a:avLst/>
              </a:prstGeom>
              <a:ln w="762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5CB0CB8-1725-A923-01F0-4FE9CC7CC8B9}"/>
                </a:ext>
              </a:extLst>
            </p:cNvPr>
            <p:cNvCxnSpPr>
              <a:cxnSpLocks/>
            </p:cNvCxnSpPr>
            <p:nvPr/>
          </p:nvCxnSpPr>
          <p:spPr>
            <a:xfrm>
              <a:off x="4954553" y="6556702"/>
              <a:ext cx="2527826" cy="0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3FDEE5E-8868-0892-D8F6-52BFDD315488}"/>
                </a:ext>
              </a:extLst>
            </p:cNvPr>
            <p:cNvCxnSpPr>
              <a:cxnSpLocks/>
            </p:cNvCxnSpPr>
            <p:nvPr/>
          </p:nvCxnSpPr>
          <p:spPr>
            <a:xfrm>
              <a:off x="6897215" y="4664830"/>
              <a:ext cx="576065" cy="0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0466727-604F-F8D5-F727-45E40388F8D0}"/>
                </a:ext>
              </a:extLst>
            </p:cNvPr>
            <p:cNvCxnSpPr>
              <a:cxnSpLocks/>
            </p:cNvCxnSpPr>
            <p:nvPr/>
          </p:nvCxnSpPr>
          <p:spPr>
            <a:xfrm>
              <a:off x="4953000" y="5940568"/>
              <a:ext cx="216023" cy="0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7A5588BF-3A0C-72EA-046C-C0A7CBF4CFDC}"/>
                </a:ext>
              </a:extLst>
            </p:cNvPr>
            <p:cNvCxnSpPr>
              <a:cxnSpLocks/>
            </p:cNvCxnSpPr>
            <p:nvPr/>
          </p:nvCxnSpPr>
          <p:spPr>
            <a:xfrm>
              <a:off x="5241032" y="5265760"/>
              <a:ext cx="1656183" cy="0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677A13D-2EFC-E0DC-1D4F-00C6287A46FD}"/>
                    </a:ext>
                  </a:extLst>
                </p:cNvPr>
                <p:cNvSpPr txBox="1"/>
                <p:nvPr/>
              </p:nvSpPr>
              <p:spPr>
                <a:xfrm>
                  <a:off x="4244913" y="4319085"/>
                  <a:ext cx="578107" cy="6562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677A13D-2EFC-E0DC-1D4F-00C6287A46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4913" y="4319085"/>
                  <a:ext cx="578107" cy="65620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C130307-B998-F87F-9F98-04F4EEA1B54B}"/>
                    </a:ext>
                  </a:extLst>
                </p:cNvPr>
                <p:cNvSpPr txBox="1"/>
                <p:nvPr/>
              </p:nvSpPr>
              <p:spPr>
                <a:xfrm>
                  <a:off x="4227249" y="5620598"/>
                  <a:ext cx="583428" cy="6562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C130307-B998-F87F-9F98-04F4EEA1B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7249" y="5620598"/>
                  <a:ext cx="583428" cy="65620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53324752-6844-0FB4-788C-5DD96815DFD2}"/>
                    </a:ext>
                  </a:extLst>
                </p:cNvPr>
                <p:cNvSpPr txBox="1"/>
                <p:nvPr/>
              </p:nvSpPr>
              <p:spPr>
                <a:xfrm>
                  <a:off x="4016292" y="4956955"/>
                  <a:ext cx="802143" cy="6636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53324752-6844-0FB4-788C-5DD96815DF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6292" y="4956955"/>
                  <a:ext cx="802143" cy="6636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D056CA09-2590-79F2-48F2-69057803C566}"/>
                    </a:ext>
                  </a:extLst>
                </p:cNvPr>
                <p:cNvSpPr txBox="1"/>
                <p:nvPr/>
              </p:nvSpPr>
              <p:spPr>
                <a:xfrm>
                  <a:off x="4316407" y="6372036"/>
                  <a:ext cx="4051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D056CA09-2590-79F2-48F2-69057803C5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6407" y="6372036"/>
                  <a:ext cx="40511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3A50F2A-72C1-9037-6257-BB7F88EB6E1F}"/>
                </a:ext>
              </a:extLst>
            </p:cNvPr>
            <p:cNvSpPr/>
            <p:nvPr/>
          </p:nvSpPr>
          <p:spPr>
            <a:xfrm>
              <a:off x="1046429" y="76653"/>
              <a:ext cx="1396123" cy="4504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9B2F9F4-0136-4089-7EE0-939EADE29AE2}"/>
                </a:ext>
              </a:extLst>
            </p:cNvPr>
            <p:cNvSpPr/>
            <p:nvPr/>
          </p:nvSpPr>
          <p:spPr>
            <a:xfrm>
              <a:off x="7482379" y="76653"/>
              <a:ext cx="1396123" cy="4504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A30EB8E-D427-BFF9-58DE-2BA710C88395}"/>
              </a:ext>
            </a:extLst>
          </p:cNvPr>
          <p:cNvCxnSpPr>
            <a:cxnSpLocks/>
          </p:cNvCxnSpPr>
          <p:nvPr/>
        </p:nvCxnSpPr>
        <p:spPr>
          <a:xfrm>
            <a:off x="4953000" y="4149080"/>
            <a:ext cx="0" cy="2376264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824E304-84D6-CAE3-22B9-D4DE0FDA301D}"/>
              </a:ext>
            </a:extLst>
          </p:cNvPr>
          <p:cNvCxnSpPr>
            <a:cxnSpLocks/>
          </p:cNvCxnSpPr>
          <p:nvPr/>
        </p:nvCxnSpPr>
        <p:spPr>
          <a:xfrm>
            <a:off x="5169024" y="4149080"/>
            <a:ext cx="0" cy="1800200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0B93DD5-A464-F638-168C-10C72C49D907}"/>
              </a:ext>
            </a:extLst>
          </p:cNvPr>
          <p:cNvCxnSpPr>
            <a:cxnSpLocks/>
          </p:cNvCxnSpPr>
          <p:nvPr/>
        </p:nvCxnSpPr>
        <p:spPr>
          <a:xfrm>
            <a:off x="6876896" y="528360"/>
            <a:ext cx="0" cy="4742368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43E687-FDA0-0AF8-A472-9590F90E461A}"/>
              </a:ext>
            </a:extLst>
          </p:cNvPr>
          <p:cNvCxnSpPr>
            <a:cxnSpLocks/>
          </p:cNvCxnSpPr>
          <p:nvPr/>
        </p:nvCxnSpPr>
        <p:spPr>
          <a:xfrm>
            <a:off x="7473280" y="4221088"/>
            <a:ext cx="0" cy="2376264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184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23B3A-9CA5-23A7-06DA-AA60058D1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78D99959-4489-1AC7-20EB-3A7696305CC5}"/>
              </a:ext>
            </a:extLst>
          </p:cNvPr>
          <p:cNvGrpSpPr/>
          <p:nvPr/>
        </p:nvGrpSpPr>
        <p:grpSpPr>
          <a:xfrm>
            <a:off x="1046429" y="116632"/>
            <a:ext cx="7832075" cy="6624736"/>
            <a:chOff x="1046429" y="260648"/>
            <a:chExt cx="7832075" cy="648072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7F2A218-88C6-6D96-F7E9-DD34493996F7}"/>
                </a:ext>
              </a:extLst>
            </p:cNvPr>
            <p:cNvGrpSpPr/>
            <p:nvPr/>
          </p:nvGrpSpPr>
          <p:grpSpPr>
            <a:xfrm>
              <a:off x="1046429" y="692696"/>
              <a:ext cx="7832075" cy="6048672"/>
              <a:chOff x="1046429" y="76653"/>
              <a:chExt cx="7832075" cy="6664715"/>
            </a:xfrm>
          </p:grpSpPr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00223F7A-07CC-A26B-1397-75267889FDCD}"/>
                  </a:ext>
                </a:extLst>
              </p:cNvPr>
              <p:cNvGrpSpPr/>
              <p:nvPr/>
            </p:nvGrpSpPr>
            <p:grpSpPr>
              <a:xfrm>
                <a:off x="1225171" y="271738"/>
                <a:ext cx="7515707" cy="3877342"/>
                <a:chOff x="1225170" y="271738"/>
                <a:chExt cx="7515707" cy="3172497"/>
              </a:xfrm>
            </p:grpSpPr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320CAEFD-5AD2-0625-27C5-85C3CB6F84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25170" y="471458"/>
                  <a:ext cx="751570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EDBFED8D-64EE-235A-8F21-15674CB6EED7}"/>
                    </a:ext>
                  </a:extLst>
                </p:cNvPr>
                <p:cNvCxnSpPr/>
                <p:nvPr/>
              </p:nvCxnSpPr>
              <p:spPr>
                <a:xfrm>
                  <a:off x="3728864" y="471458"/>
                  <a:ext cx="0" cy="2966719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CEC57A9F-A809-134F-5435-61CE546B31E3}"/>
                    </a:ext>
                  </a:extLst>
                </p:cNvPr>
                <p:cNvCxnSpPr/>
                <p:nvPr/>
              </p:nvCxnSpPr>
              <p:spPr>
                <a:xfrm>
                  <a:off x="8740877" y="471458"/>
                  <a:ext cx="0" cy="2966719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20565440-B90D-9E84-A175-EDBB4AADF5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25170" y="3435504"/>
                  <a:ext cx="7515707" cy="380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B23C5B5E-6B3A-3553-6757-DC49F0D4240D}"/>
                    </a:ext>
                  </a:extLst>
                </p:cNvPr>
                <p:cNvCxnSpPr/>
                <p:nvPr/>
              </p:nvCxnSpPr>
              <p:spPr>
                <a:xfrm>
                  <a:off x="6213550" y="471458"/>
                  <a:ext cx="0" cy="2966719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3A30288C-9935-41BC-E418-57B603B54291}"/>
                    </a:ext>
                  </a:extLst>
                </p:cNvPr>
                <p:cNvCxnSpPr/>
                <p:nvPr/>
              </p:nvCxnSpPr>
              <p:spPr>
                <a:xfrm>
                  <a:off x="4964385" y="468785"/>
                  <a:ext cx="0" cy="2966719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04364BA3-17C1-FFBB-CF6C-8D84578DCADA}"/>
                    </a:ext>
                  </a:extLst>
                </p:cNvPr>
                <p:cNvCxnSpPr/>
                <p:nvPr/>
              </p:nvCxnSpPr>
              <p:spPr>
                <a:xfrm>
                  <a:off x="7462715" y="468785"/>
                  <a:ext cx="0" cy="2966719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Arrow Connector 93">
                  <a:extLst>
                    <a:ext uri="{FF2B5EF4-FFF2-40B4-BE49-F238E27FC236}">
                      <a16:creationId xmlns:a16="http://schemas.microsoft.com/office/drawing/2014/main" id="{589506ED-6BF0-2570-0AAE-2B258C75CB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84178" y="498336"/>
                  <a:ext cx="992957" cy="2945899"/>
                </a:xfrm>
                <a:prstGeom prst="straightConnector1">
                  <a:avLst/>
                </a:prstGeom>
                <a:ln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Arrow Connector 94">
                  <a:extLst>
                    <a:ext uri="{FF2B5EF4-FFF2-40B4-BE49-F238E27FC236}">
                      <a16:creationId xmlns:a16="http://schemas.microsoft.com/office/drawing/2014/main" id="{FD0224A0-E204-AF18-331E-802364E75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28863" y="557254"/>
                  <a:ext cx="1008113" cy="2886981"/>
                </a:xfrm>
                <a:prstGeom prst="straightConnector1">
                  <a:avLst/>
                </a:prstGeom>
                <a:ln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AF364746-E1E7-4A1C-D8DB-09DD5FC6855B}"/>
                    </a:ext>
                  </a:extLst>
                </p:cNvPr>
                <p:cNvCxnSpPr/>
                <p:nvPr/>
              </p:nvCxnSpPr>
              <p:spPr>
                <a:xfrm>
                  <a:off x="1225170" y="475259"/>
                  <a:ext cx="0" cy="2966719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C24AB9B6-A00A-D153-CA27-B0168DE79461}"/>
                    </a:ext>
                  </a:extLst>
                </p:cNvPr>
                <p:cNvCxnSpPr/>
                <p:nvPr/>
              </p:nvCxnSpPr>
              <p:spPr>
                <a:xfrm>
                  <a:off x="2460691" y="472586"/>
                  <a:ext cx="0" cy="2966719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5265218C-0B3D-38EE-7A9C-44F3DD4C76D0}"/>
                    </a:ext>
                  </a:extLst>
                </p:cNvPr>
                <p:cNvSpPr/>
                <p:nvPr/>
              </p:nvSpPr>
              <p:spPr>
                <a:xfrm>
                  <a:off x="4382050" y="271739"/>
                  <a:ext cx="1216129" cy="407040"/>
                </a:xfrm>
                <a:custGeom>
                  <a:avLst/>
                  <a:gdLst>
                    <a:gd name="connsiteX0" fmla="*/ 0 w 2060199"/>
                    <a:gd name="connsiteY0" fmla="*/ 620439 h 748699"/>
                    <a:gd name="connsiteX1" fmla="*/ 816078 w 2060199"/>
                    <a:gd name="connsiteY1" fmla="*/ 1006 h 748699"/>
                    <a:gd name="connsiteX2" fmla="*/ 1140542 w 2060199"/>
                    <a:gd name="connsiteY2" fmla="*/ 748258 h 748699"/>
                    <a:gd name="connsiteX3" fmla="*/ 1946787 w 2060199"/>
                    <a:gd name="connsiteY3" fmla="*/ 109161 h 748699"/>
                    <a:gd name="connsiteX4" fmla="*/ 2035278 w 2060199"/>
                    <a:gd name="connsiteY4" fmla="*/ 40335 h 7486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60199" h="748699">
                      <a:moveTo>
                        <a:pt x="0" y="620439"/>
                      </a:moveTo>
                      <a:cubicBezTo>
                        <a:pt x="312994" y="300071"/>
                        <a:pt x="625988" y="-20297"/>
                        <a:pt x="816078" y="1006"/>
                      </a:cubicBezTo>
                      <a:cubicBezTo>
                        <a:pt x="1006168" y="22309"/>
                        <a:pt x="952090" y="730232"/>
                        <a:pt x="1140542" y="748258"/>
                      </a:cubicBezTo>
                      <a:cubicBezTo>
                        <a:pt x="1328994" y="766284"/>
                        <a:pt x="1797664" y="227148"/>
                        <a:pt x="1946787" y="109161"/>
                      </a:cubicBezTo>
                      <a:cubicBezTo>
                        <a:pt x="2095910" y="-8826"/>
                        <a:pt x="2065594" y="15754"/>
                        <a:pt x="2035278" y="40335"/>
                      </a:cubicBezTo>
                    </a:path>
                  </a:pathLst>
                </a:cu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AAEAA3C1-E264-8EAE-4FFC-D16EFEBAC903}"/>
                    </a:ext>
                  </a:extLst>
                </p:cNvPr>
                <p:cNvSpPr/>
                <p:nvPr/>
              </p:nvSpPr>
              <p:spPr>
                <a:xfrm>
                  <a:off x="6882062" y="303057"/>
                  <a:ext cx="1250538" cy="407040"/>
                </a:xfrm>
                <a:custGeom>
                  <a:avLst/>
                  <a:gdLst>
                    <a:gd name="connsiteX0" fmla="*/ 0 w 2060199"/>
                    <a:gd name="connsiteY0" fmla="*/ 620439 h 748699"/>
                    <a:gd name="connsiteX1" fmla="*/ 816078 w 2060199"/>
                    <a:gd name="connsiteY1" fmla="*/ 1006 h 748699"/>
                    <a:gd name="connsiteX2" fmla="*/ 1140542 w 2060199"/>
                    <a:gd name="connsiteY2" fmla="*/ 748258 h 748699"/>
                    <a:gd name="connsiteX3" fmla="*/ 1946787 w 2060199"/>
                    <a:gd name="connsiteY3" fmla="*/ 109161 h 748699"/>
                    <a:gd name="connsiteX4" fmla="*/ 2035278 w 2060199"/>
                    <a:gd name="connsiteY4" fmla="*/ 40335 h 7486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60199" h="748699">
                      <a:moveTo>
                        <a:pt x="0" y="620439"/>
                      </a:moveTo>
                      <a:cubicBezTo>
                        <a:pt x="312994" y="300071"/>
                        <a:pt x="625988" y="-20297"/>
                        <a:pt x="816078" y="1006"/>
                      </a:cubicBezTo>
                      <a:cubicBezTo>
                        <a:pt x="1006168" y="22309"/>
                        <a:pt x="952090" y="730232"/>
                        <a:pt x="1140542" y="748258"/>
                      </a:cubicBezTo>
                      <a:cubicBezTo>
                        <a:pt x="1328994" y="766284"/>
                        <a:pt x="1797664" y="227148"/>
                        <a:pt x="1946787" y="109161"/>
                      </a:cubicBezTo>
                      <a:cubicBezTo>
                        <a:pt x="2095910" y="-8826"/>
                        <a:pt x="2065594" y="15754"/>
                        <a:pt x="2035278" y="40335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D6B89311-73DC-C9AD-0BF5-CCFB9A491926}"/>
                    </a:ext>
                  </a:extLst>
                </p:cNvPr>
                <p:cNvSpPr/>
                <p:nvPr/>
              </p:nvSpPr>
              <p:spPr>
                <a:xfrm>
                  <a:off x="1872225" y="271738"/>
                  <a:ext cx="1225707" cy="407040"/>
                </a:xfrm>
                <a:custGeom>
                  <a:avLst/>
                  <a:gdLst>
                    <a:gd name="connsiteX0" fmla="*/ 0 w 2060199"/>
                    <a:gd name="connsiteY0" fmla="*/ 620439 h 748699"/>
                    <a:gd name="connsiteX1" fmla="*/ 816078 w 2060199"/>
                    <a:gd name="connsiteY1" fmla="*/ 1006 h 748699"/>
                    <a:gd name="connsiteX2" fmla="*/ 1140542 w 2060199"/>
                    <a:gd name="connsiteY2" fmla="*/ 748258 h 748699"/>
                    <a:gd name="connsiteX3" fmla="*/ 1946787 w 2060199"/>
                    <a:gd name="connsiteY3" fmla="*/ 109161 h 748699"/>
                    <a:gd name="connsiteX4" fmla="*/ 2035278 w 2060199"/>
                    <a:gd name="connsiteY4" fmla="*/ 40335 h 7486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60199" h="748699">
                      <a:moveTo>
                        <a:pt x="0" y="620439"/>
                      </a:moveTo>
                      <a:cubicBezTo>
                        <a:pt x="312994" y="300071"/>
                        <a:pt x="625988" y="-20297"/>
                        <a:pt x="816078" y="1006"/>
                      </a:cubicBezTo>
                      <a:cubicBezTo>
                        <a:pt x="1006168" y="22309"/>
                        <a:pt x="952090" y="730232"/>
                        <a:pt x="1140542" y="748258"/>
                      </a:cubicBezTo>
                      <a:cubicBezTo>
                        <a:pt x="1328994" y="766284"/>
                        <a:pt x="1797664" y="227148"/>
                        <a:pt x="1946787" y="109161"/>
                      </a:cubicBezTo>
                      <a:cubicBezTo>
                        <a:pt x="2095910" y="-8826"/>
                        <a:pt x="2065594" y="15754"/>
                        <a:pt x="2035278" y="40335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586CEF35-A200-AE11-91FF-1954C26028DA}"/>
                    </a:ext>
                  </a:extLst>
                </p:cNvPr>
                <p:cNvCxnSpPr/>
                <p:nvPr/>
              </p:nvCxnSpPr>
              <p:spPr>
                <a:xfrm>
                  <a:off x="3728864" y="472586"/>
                  <a:ext cx="2484686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D18CA267-302F-A2C2-13A4-147951C4E39E}"/>
                    </a:ext>
                  </a:extLst>
                </p:cNvPr>
                <p:cNvCxnSpPr/>
                <p:nvPr/>
              </p:nvCxnSpPr>
              <p:spPr>
                <a:xfrm>
                  <a:off x="3728864" y="3439306"/>
                  <a:ext cx="2484686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2B2E285A-F03F-2DEE-4371-00C06DCA75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36976" y="3444235"/>
                  <a:ext cx="432048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9DB49263-4A48-0F1F-87DC-481132CD48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46691" y="3432832"/>
                  <a:ext cx="432048" cy="0"/>
                </a:xfrm>
                <a:prstGeom prst="line">
                  <a:avLst/>
                </a:prstGeom>
                <a:ln w="762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E3371EFD-990B-0ACB-EE25-879E59D97B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44667" y="3441978"/>
                  <a:ext cx="432048" cy="0"/>
                </a:xfrm>
                <a:prstGeom prst="line">
                  <a:avLst/>
                </a:prstGeom>
                <a:ln w="762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143DF216-B76C-B03E-F423-2A5E040D8E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4553" y="6556702"/>
                <a:ext cx="2527826" cy="0"/>
              </a:xfrm>
              <a:prstGeom prst="straightConnector1">
                <a:avLst/>
              </a:prstGeom>
              <a:ln>
                <a:headEnd type="triangle"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B1AAE89A-B399-3234-7D32-071EE41FAB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9144" y="4664830"/>
                <a:ext cx="1224138" cy="0"/>
              </a:xfrm>
              <a:prstGeom prst="straightConnector1">
                <a:avLst/>
              </a:prstGeom>
              <a:ln>
                <a:headEnd type="triangle"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463BB337-2F28-C9E9-0EA4-F9DE13241A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53002" y="5933440"/>
                <a:ext cx="228598" cy="7128"/>
              </a:xfrm>
              <a:prstGeom prst="straightConnector1">
                <a:avLst/>
              </a:prstGeom>
              <a:ln>
                <a:headEnd type="triangle"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5C0B7203-FA99-CBB3-949D-73FBD89C79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41032" y="5265760"/>
                <a:ext cx="936104" cy="0"/>
              </a:xfrm>
              <a:prstGeom prst="straightConnector1">
                <a:avLst/>
              </a:prstGeom>
              <a:ln>
                <a:headEnd type="triangle"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14071FD2-29C2-3BF1-D3AE-633E45353DA1}"/>
                      </a:ext>
                    </a:extLst>
                  </p:cNvPr>
                  <p:cNvSpPr txBox="1"/>
                  <p:nvPr/>
                </p:nvSpPr>
                <p:spPr>
                  <a:xfrm>
                    <a:off x="4048264" y="4319087"/>
                    <a:ext cx="960328" cy="65620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𝑚𝑎𝑡h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14071FD2-29C2-3BF1-D3AE-633E45353D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48264" y="4319087"/>
                    <a:ext cx="960328" cy="65620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658FD1F7-03E9-4AC3-206A-F471AE3E2567}"/>
                      </a:ext>
                    </a:extLst>
                  </p:cNvPr>
                  <p:cNvSpPr txBox="1"/>
                  <p:nvPr/>
                </p:nvSpPr>
                <p:spPr>
                  <a:xfrm>
                    <a:off x="4227249" y="5620600"/>
                    <a:ext cx="583428" cy="65620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658FD1F7-03E9-4AC3-206A-F471AE3E25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7249" y="5620600"/>
                    <a:ext cx="583428" cy="65620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05C21D5C-CBA0-6624-28AC-E807310D3151}"/>
                      </a:ext>
                    </a:extLst>
                  </p:cNvPr>
                  <p:cNvSpPr txBox="1"/>
                  <p:nvPr/>
                </p:nvSpPr>
                <p:spPr>
                  <a:xfrm>
                    <a:off x="4013737" y="4956957"/>
                    <a:ext cx="802143" cy="66364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05C21D5C-CBA0-6624-28AC-E807310D31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13737" y="4956957"/>
                    <a:ext cx="802143" cy="66364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D9CAD479-24FA-7565-3424-9D81BF7827B3}"/>
                      </a:ext>
                    </a:extLst>
                  </p:cNvPr>
                  <p:cNvSpPr txBox="1"/>
                  <p:nvPr/>
                </p:nvSpPr>
                <p:spPr>
                  <a:xfrm>
                    <a:off x="4316409" y="6372036"/>
                    <a:ext cx="40511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D9CAD479-24FA-7565-3424-9D81BF7827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6409" y="6372036"/>
                    <a:ext cx="40511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F963AA34-765F-EAB7-8118-66F5BB1D15E5}"/>
                  </a:ext>
                </a:extLst>
              </p:cNvPr>
              <p:cNvSpPr/>
              <p:nvPr/>
            </p:nvSpPr>
            <p:spPr>
              <a:xfrm>
                <a:off x="1046429" y="76653"/>
                <a:ext cx="1396123" cy="45044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201B9942-0B06-A877-F582-6D7C9224DC47}"/>
                  </a:ext>
                </a:extLst>
              </p:cNvPr>
              <p:cNvSpPr/>
              <p:nvPr/>
            </p:nvSpPr>
            <p:spPr>
              <a:xfrm>
                <a:off x="7482381" y="76655"/>
                <a:ext cx="1396123" cy="45044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E69AD0A0-8406-B927-E7C1-038821A637BA}"/>
                  </a:ext>
                </a:extLst>
              </p:cNvPr>
              <p:cNvSpPr/>
              <p:nvPr/>
            </p:nvSpPr>
            <p:spPr>
              <a:xfrm flipH="1">
                <a:off x="5646681" y="260648"/>
                <a:ext cx="1250537" cy="497474"/>
              </a:xfrm>
              <a:custGeom>
                <a:avLst/>
                <a:gdLst>
                  <a:gd name="connsiteX0" fmla="*/ 0 w 2060199"/>
                  <a:gd name="connsiteY0" fmla="*/ 620439 h 748699"/>
                  <a:gd name="connsiteX1" fmla="*/ 816078 w 2060199"/>
                  <a:gd name="connsiteY1" fmla="*/ 1006 h 748699"/>
                  <a:gd name="connsiteX2" fmla="*/ 1140542 w 2060199"/>
                  <a:gd name="connsiteY2" fmla="*/ 748258 h 748699"/>
                  <a:gd name="connsiteX3" fmla="*/ 1946787 w 2060199"/>
                  <a:gd name="connsiteY3" fmla="*/ 109161 h 748699"/>
                  <a:gd name="connsiteX4" fmla="*/ 2035278 w 2060199"/>
                  <a:gd name="connsiteY4" fmla="*/ 40335 h 748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0199" h="748699">
                    <a:moveTo>
                      <a:pt x="0" y="620439"/>
                    </a:moveTo>
                    <a:cubicBezTo>
                      <a:pt x="312994" y="300071"/>
                      <a:pt x="625988" y="-20297"/>
                      <a:pt x="816078" y="1006"/>
                    </a:cubicBezTo>
                    <a:cubicBezTo>
                      <a:pt x="1006168" y="22309"/>
                      <a:pt x="952090" y="730232"/>
                      <a:pt x="1140542" y="748258"/>
                    </a:cubicBezTo>
                    <a:cubicBezTo>
                      <a:pt x="1328994" y="766284"/>
                      <a:pt x="1797664" y="227148"/>
                      <a:pt x="1946787" y="109161"/>
                    </a:cubicBezTo>
                    <a:cubicBezTo>
                      <a:pt x="2095910" y="-8826"/>
                      <a:pt x="2065594" y="15754"/>
                      <a:pt x="2035278" y="40335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FCE7821-427A-0272-AF00-AFD8E69462F5}"/>
                  </a:ext>
                </a:extLst>
              </p:cNvPr>
              <p:cNvSpPr/>
              <p:nvPr/>
            </p:nvSpPr>
            <p:spPr>
              <a:xfrm flipH="1">
                <a:off x="3125850" y="271738"/>
                <a:ext cx="1250537" cy="497474"/>
              </a:xfrm>
              <a:custGeom>
                <a:avLst/>
                <a:gdLst>
                  <a:gd name="connsiteX0" fmla="*/ 0 w 2060199"/>
                  <a:gd name="connsiteY0" fmla="*/ 620439 h 748699"/>
                  <a:gd name="connsiteX1" fmla="*/ 816078 w 2060199"/>
                  <a:gd name="connsiteY1" fmla="*/ 1006 h 748699"/>
                  <a:gd name="connsiteX2" fmla="*/ 1140542 w 2060199"/>
                  <a:gd name="connsiteY2" fmla="*/ 748258 h 748699"/>
                  <a:gd name="connsiteX3" fmla="*/ 1946787 w 2060199"/>
                  <a:gd name="connsiteY3" fmla="*/ 109161 h 748699"/>
                  <a:gd name="connsiteX4" fmla="*/ 2035278 w 2060199"/>
                  <a:gd name="connsiteY4" fmla="*/ 40335 h 748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0199" h="748699">
                    <a:moveTo>
                      <a:pt x="0" y="620439"/>
                    </a:moveTo>
                    <a:cubicBezTo>
                      <a:pt x="312994" y="300071"/>
                      <a:pt x="625988" y="-20297"/>
                      <a:pt x="816078" y="1006"/>
                    </a:cubicBezTo>
                    <a:cubicBezTo>
                      <a:pt x="1006168" y="22309"/>
                      <a:pt x="952090" y="730232"/>
                      <a:pt x="1140542" y="748258"/>
                    </a:cubicBezTo>
                    <a:cubicBezTo>
                      <a:pt x="1328994" y="766284"/>
                      <a:pt x="1797664" y="227148"/>
                      <a:pt x="1946787" y="109161"/>
                    </a:cubicBezTo>
                    <a:cubicBezTo>
                      <a:pt x="2095910" y="-8826"/>
                      <a:pt x="2065594" y="15754"/>
                      <a:pt x="2035278" y="40335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2B3812CE-4F1A-0958-F40A-96AF8A22D5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6387" y="534412"/>
                <a:ext cx="360591" cy="3600732"/>
              </a:xfrm>
              <a:prstGeom prst="straightConnector1">
                <a:avLst/>
              </a:prstGeom>
              <a:ln>
                <a:prstDash val="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CC58FD96-E21B-3353-4194-14965290CA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4180" y="534412"/>
                <a:ext cx="414001" cy="3600732"/>
              </a:xfrm>
              <a:prstGeom prst="straightConnector1">
                <a:avLst/>
              </a:prstGeom>
              <a:ln>
                <a:prstDash val="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B169652-195F-275D-761B-FB3C40D853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000" y="4149080"/>
                <a:ext cx="0" cy="2376264"/>
              </a:xfrm>
              <a:prstGeom prst="line">
                <a:avLst/>
              </a:prstGeom>
              <a:ln>
                <a:solidFill>
                  <a:srgbClr val="FFC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554A1BC-638B-DE89-E4F7-DD3687EFA6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69024" y="4149080"/>
                <a:ext cx="0" cy="1800200"/>
              </a:xfrm>
              <a:prstGeom prst="line">
                <a:avLst/>
              </a:prstGeom>
              <a:ln>
                <a:solidFill>
                  <a:srgbClr val="FFC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2AD6511-5C65-02B7-C50C-8FF362A63E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8664" y="4149080"/>
                <a:ext cx="0" cy="1131808"/>
              </a:xfrm>
              <a:prstGeom prst="line">
                <a:avLst/>
              </a:prstGeom>
              <a:ln>
                <a:solidFill>
                  <a:srgbClr val="FFC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524B468D-1AD6-BBFA-DFA9-92824160F5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73280" y="4221088"/>
                <a:ext cx="0" cy="2376264"/>
              </a:xfrm>
              <a:prstGeom prst="line">
                <a:avLst/>
              </a:prstGeom>
              <a:ln>
                <a:solidFill>
                  <a:srgbClr val="FFC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1746CC8-FD5C-7188-A0E0-CC55A99F137A}"/>
                </a:ext>
              </a:extLst>
            </p:cNvPr>
            <p:cNvCxnSpPr>
              <a:cxnSpLocks/>
            </p:cNvCxnSpPr>
            <p:nvPr/>
          </p:nvCxnSpPr>
          <p:spPr>
            <a:xfrm>
              <a:off x="4376936" y="692696"/>
              <a:ext cx="1224136" cy="0"/>
            </a:xfrm>
            <a:prstGeom prst="straightConnector1">
              <a:avLst/>
            </a:prstGeom>
            <a:ln>
              <a:solidFill>
                <a:srgbClr val="FFC000"/>
              </a:solidFill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3B47661-29A3-6446-1075-F624809EA480}"/>
                    </a:ext>
                  </a:extLst>
                </p:cNvPr>
                <p:cNvSpPr txBox="1"/>
                <p:nvPr/>
              </p:nvSpPr>
              <p:spPr>
                <a:xfrm>
                  <a:off x="4510792" y="260648"/>
                  <a:ext cx="917815" cy="3912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𝑝h𝑦𝑠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3B47661-29A3-6446-1075-F624809EA4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0792" y="260648"/>
                  <a:ext cx="917815" cy="391261"/>
                </a:xfrm>
                <a:prstGeom prst="rect">
                  <a:avLst/>
                </a:prstGeom>
                <a:blipFill>
                  <a:blip r:embed="rId6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03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F76FEFA16F1C419D6262AE0792B1CF" ma:contentTypeVersion="18" ma:contentTypeDescription="Create a new document." ma:contentTypeScope="" ma:versionID="3aac7f604abf90be2ec7acacff5f95b2">
  <xsd:schema xmlns:xsd="http://www.w3.org/2001/XMLSchema" xmlns:xs="http://www.w3.org/2001/XMLSchema" xmlns:p="http://schemas.microsoft.com/office/2006/metadata/properties" xmlns:ns3="02cf8272-43b7-4a92-b486-ec80984c6216" xmlns:ns4="8bfe0132-504a-46c8-821f-c6a64d88f44d" targetNamespace="http://schemas.microsoft.com/office/2006/metadata/properties" ma:root="true" ma:fieldsID="fab8b4598dffc87916f241e46810f011" ns3:_="" ns4:_="">
    <xsd:import namespace="02cf8272-43b7-4a92-b486-ec80984c6216"/>
    <xsd:import namespace="8bfe0132-504a-46c8-821f-c6a64d88f4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cf8272-43b7-4a92-b486-ec80984c62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description="" ma:indexed="true" ma:internalName="MediaServiceLocatio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fe0132-504a-46c8-821f-c6a64d88f44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2cf8272-43b7-4a92-b486-ec80984c6216" xsi:nil="true"/>
  </documentManagement>
</p:properties>
</file>

<file path=customXml/itemProps1.xml><?xml version="1.0" encoding="utf-8"?>
<ds:datastoreItem xmlns:ds="http://schemas.openxmlformats.org/officeDocument/2006/customXml" ds:itemID="{E7199FDF-6FFA-436C-B049-129C6B3F3B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4064AB-E329-4717-9C1C-6A574D34C9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cf8272-43b7-4a92-b486-ec80984c6216"/>
    <ds:schemaRef ds:uri="8bfe0132-504a-46c8-821f-c6a64d88f4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E34DB09-C764-4A45-89FB-7FD52AAA7239}">
  <ds:schemaRefs>
    <ds:schemaRef ds:uri="http://schemas.microsoft.com/office/2006/metadata/properties"/>
    <ds:schemaRef ds:uri="http://purl.org/dc/dcmitype/"/>
    <ds:schemaRef ds:uri="http://schemas.openxmlformats.org/package/2006/metadata/core-properties"/>
    <ds:schemaRef ds:uri="02cf8272-43b7-4a92-b486-ec80984c6216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8bfe0132-504a-46c8-821f-c6a64d88f44d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</TotalTime>
  <Words>13</Words>
  <Application>Microsoft Office PowerPoint</Application>
  <PresentationFormat>A4 Paper (210x297 mm)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KONGKAEW, PUTTIWAT</dc:creator>
  <cp:lastModifiedBy>KONGKAEW, PUTTIWAT</cp:lastModifiedBy>
  <cp:revision>1</cp:revision>
  <dcterms:created xsi:type="dcterms:W3CDTF">2025-01-23T14:06:01Z</dcterms:created>
  <dcterms:modified xsi:type="dcterms:W3CDTF">2025-09-05T09:15:49Z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0x01010036F76FEFA16F1C419D6262AE0792B1CF</vt:lpwstr>
  </property>
</Properties>
</file>