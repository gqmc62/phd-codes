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</p:sldIdLst>
  <p:sldSz cx="5400675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214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NGKAEW, PUTTIWAT" userId="a8adac1e-848f-4d84-b961-6a7ffb648b49" providerId="ADAL" clId="{83C320FD-E7C7-4FF7-B435-4B1C1BE0BAA2}"/>
    <pc:docChg chg="modSld">
      <pc:chgData name="KONGKAEW, PUTTIWAT" userId="a8adac1e-848f-4d84-b961-6a7ffb648b49" providerId="ADAL" clId="{83C320FD-E7C7-4FF7-B435-4B1C1BE0BAA2}" dt="2025-01-17T14:16:18.493" v="2" actId="1035"/>
      <pc:docMkLst>
        <pc:docMk/>
      </pc:docMkLst>
      <pc:sldChg chg="modSp mod">
        <pc:chgData name="KONGKAEW, PUTTIWAT" userId="a8adac1e-848f-4d84-b961-6a7ffb648b49" providerId="ADAL" clId="{83C320FD-E7C7-4FF7-B435-4B1C1BE0BAA2}" dt="2025-01-17T14:16:18.493" v="2" actId="1035"/>
        <pc:sldMkLst>
          <pc:docMk/>
          <pc:sldMk cId="1236175979" sldId="256"/>
        </pc:sldMkLst>
        <pc:cxnChg chg="mod ord">
          <ac:chgData name="KONGKAEW, PUTTIWAT" userId="a8adac1e-848f-4d84-b961-6a7ffb648b49" providerId="ADAL" clId="{83C320FD-E7C7-4FF7-B435-4B1C1BE0BAA2}" dt="2025-01-17T14:16:18.493" v="2" actId="1035"/>
          <ac:cxnSpMkLst>
            <pc:docMk/>
            <pc:sldMk cId="1236175979" sldId="256"/>
            <ac:cxnSpMk id="6" creationId="{A9B8FDD6-D56F-87F2-7A6E-B22D8EE5DFA9}"/>
          </ac:cxnSpMkLst>
        </pc:cxnChg>
        <pc:cxnChg chg="ord">
          <ac:chgData name="KONGKAEW, PUTTIWAT" userId="a8adac1e-848f-4d84-b961-6a7ffb648b49" providerId="ADAL" clId="{83C320FD-E7C7-4FF7-B435-4B1C1BE0BAA2}" dt="2025-01-17T14:16:08.491" v="0" actId="166"/>
          <ac:cxnSpMkLst>
            <pc:docMk/>
            <pc:sldMk cId="1236175979" sldId="256"/>
            <ac:cxnSpMk id="7" creationId="{1358BA93-C066-AFA1-B2CA-E9E3BF4965A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706933"/>
            <a:ext cx="4590574" cy="1503857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2268784"/>
            <a:ext cx="4050506" cy="1042900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FD69-69F2-4D92-9879-C317D215C6C9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EFCE-AF8F-4A23-B0A9-B01A76CB2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5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FD69-69F2-4D92-9879-C317D215C6C9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EFCE-AF8F-4A23-B0A9-B01A76CB2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97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076899"/>
            <a:ext cx="4658082" cy="1796828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2890725"/>
            <a:ext cx="4658082" cy="944910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82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FD69-69F2-4D92-9879-C317D215C6C9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EFCE-AF8F-4A23-B0A9-B01A76CB2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78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1149890"/>
            <a:ext cx="2295287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1149890"/>
            <a:ext cx="2295287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FD69-69F2-4D92-9879-C317D215C6C9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EFCE-AF8F-4A23-B0A9-B01A76CB2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44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29979"/>
            <a:ext cx="4658082" cy="834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058899"/>
            <a:ext cx="2284738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1577849"/>
            <a:ext cx="2284738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058899"/>
            <a:ext cx="2295990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577849"/>
            <a:ext cx="2295990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FD69-69F2-4D92-9879-C317D215C6C9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EFCE-AF8F-4A23-B0A9-B01A76CB2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35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FD69-69F2-4D92-9879-C317D215C6C9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EFCE-AF8F-4A23-B0A9-B01A76CB2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334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FD69-69F2-4D92-9879-C317D215C6C9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EFCE-AF8F-4A23-B0A9-B01A76CB2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01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87972"/>
            <a:ext cx="1741858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621942"/>
            <a:ext cx="2734092" cy="3069707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295877"/>
            <a:ext cx="1741858" cy="2400771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FD69-69F2-4D92-9879-C317D215C6C9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EFCE-AF8F-4A23-B0A9-B01A76CB2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22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87972"/>
            <a:ext cx="1741858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621942"/>
            <a:ext cx="2734092" cy="3069707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295877"/>
            <a:ext cx="1741858" cy="2400771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FD69-69F2-4D92-9879-C317D215C6C9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EFCE-AF8F-4A23-B0A9-B01A76CB2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15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FD69-69F2-4D92-9879-C317D215C6C9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EFCE-AF8F-4A23-B0A9-B01A76CB2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26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229978"/>
            <a:ext cx="1164521" cy="36606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229978"/>
            <a:ext cx="3426053" cy="36606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FD69-69F2-4D92-9879-C317D215C6C9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EFCE-AF8F-4A23-B0A9-B01A76CB2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1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229979"/>
            <a:ext cx="4658082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1149890"/>
            <a:ext cx="4658082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4003619"/>
            <a:ext cx="1215152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DAFD69-69F2-4D92-9879-C317D215C6C9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4003619"/>
            <a:ext cx="182272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4003619"/>
            <a:ext cx="1215152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4EFCE-AF8F-4A23-B0A9-B01A76CB2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9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CED88225-FC2B-9294-09CE-33F5FFFC15FD}"/>
              </a:ext>
            </a:extLst>
          </p:cNvPr>
          <p:cNvGrpSpPr/>
          <p:nvPr/>
        </p:nvGrpSpPr>
        <p:grpSpPr>
          <a:xfrm>
            <a:off x="649694" y="165710"/>
            <a:ext cx="4101286" cy="3881488"/>
            <a:chOff x="1545404" y="342512"/>
            <a:chExt cx="4101286" cy="388148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89BB0AF-F3AB-71D5-C9A7-72ED0674E0EA}"/>
                </a:ext>
              </a:extLst>
            </p:cNvPr>
            <p:cNvSpPr/>
            <p:nvPr/>
          </p:nvSpPr>
          <p:spPr>
            <a:xfrm>
              <a:off x="2650740" y="1524000"/>
              <a:ext cx="1800000" cy="1800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DE1BA9-3D10-C214-FCA8-BEB934E74FCF}"/>
                </a:ext>
              </a:extLst>
            </p:cNvPr>
            <p:cNvSpPr txBox="1"/>
            <p:nvPr/>
          </p:nvSpPr>
          <p:spPr>
            <a:xfrm>
              <a:off x="5338592" y="223933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9CC9E1B-B1FA-E22F-B441-863940E134C5}"/>
                    </a:ext>
                  </a:extLst>
                </p:cNvPr>
                <p:cNvSpPr txBox="1"/>
                <p:nvPr/>
              </p:nvSpPr>
              <p:spPr>
                <a:xfrm>
                  <a:off x="3718380" y="342512"/>
                  <a:ext cx="372346" cy="5629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9CC9E1B-B1FA-E22F-B441-863940E134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8380" y="342512"/>
                  <a:ext cx="372346" cy="5629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BAD254C-BF28-E781-6689-68DAF768DDBC}"/>
                    </a:ext>
                  </a:extLst>
                </p:cNvPr>
                <p:cNvSpPr txBox="1"/>
                <p:nvPr/>
              </p:nvSpPr>
              <p:spPr>
                <a:xfrm>
                  <a:off x="3526666" y="3605488"/>
                  <a:ext cx="583942" cy="5629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BAD254C-BF28-E781-6689-68DAF768D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6666" y="3605488"/>
                  <a:ext cx="583942" cy="5629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65EFD1F-1AC5-3BC4-C8B9-76F9023BD1FF}"/>
                    </a:ext>
                  </a:extLst>
                </p:cNvPr>
                <p:cNvSpPr txBox="1"/>
                <p:nvPr/>
              </p:nvSpPr>
              <p:spPr>
                <a:xfrm>
                  <a:off x="1545404" y="2424000"/>
                  <a:ext cx="5454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65EFD1F-1AC5-3BC4-C8B9-76F9023BD1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5404" y="2424000"/>
                  <a:ext cx="54547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710E1A1-D250-E790-144A-BC74E20F49B2}"/>
                    </a:ext>
                  </a:extLst>
                </p:cNvPr>
                <p:cNvSpPr txBox="1"/>
                <p:nvPr/>
              </p:nvSpPr>
              <p:spPr>
                <a:xfrm>
                  <a:off x="1718528" y="2054667"/>
                  <a:ext cx="3723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710E1A1-D250-E790-144A-BC74E20F49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8528" y="2054667"/>
                  <a:ext cx="37234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3590AA2-A343-654E-2571-02A7240DB94D}"/>
                    </a:ext>
                  </a:extLst>
                </p:cNvPr>
                <p:cNvSpPr txBox="1"/>
                <p:nvPr/>
              </p:nvSpPr>
              <p:spPr>
                <a:xfrm>
                  <a:off x="2385207" y="1165930"/>
                  <a:ext cx="500586" cy="6109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3590AA2-A343-654E-2571-02A7240DB9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5207" y="1165930"/>
                  <a:ext cx="500586" cy="61093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34BE1C1-9D3F-4F3F-5EA0-B2881D71C9EC}"/>
                    </a:ext>
                  </a:extLst>
                </p:cNvPr>
                <p:cNvSpPr txBox="1"/>
                <p:nvPr/>
              </p:nvSpPr>
              <p:spPr>
                <a:xfrm>
                  <a:off x="2169099" y="3203198"/>
                  <a:ext cx="712183" cy="6109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34BE1C1-9D3F-4F3F-5EA0-B2881D71C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099" y="3203198"/>
                  <a:ext cx="712183" cy="61093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7DCFDED3-DEE0-1514-C9A0-AD6292C680F1}"/>
                </a:ext>
              </a:extLst>
            </p:cNvPr>
            <p:cNvSpPr/>
            <p:nvPr/>
          </p:nvSpPr>
          <p:spPr>
            <a:xfrm>
              <a:off x="2650740" y="1524000"/>
              <a:ext cx="1800000" cy="1780228"/>
            </a:xfrm>
            <a:prstGeom prst="pie">
              <a:avLst>
                <a:gd name="adj1" fmla="val 7508071"/>
                <a:gd name="adj2" fmla="val 13937087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4D05077-AA5C-7FDD-FF36-743ABA38C4C4}"/>
                </a:ext>
              </a:extLst>
            </p:cNvPr>
            <p:cNvSpPr/>
            <p:nvPr/>
          </p:nvSpPr>
          <p:spPr>
            <a:xfrm>
              <a:off x="2810873" y="1550632"/>
              <a:ext cx="360000" cy="36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2BCBDAD-8224-10E0-CAFF-C462B3DED405}"/>
                </a:ext>
              </a:extLst>
            </p:cNvPr>
            <p:cNvSpPr/>
            <p:nvPr/>
          </p:nvSpPr>
          <p:spPr>
            <a:xfrm>
              <a:off x="2820807" y="2990632"/>
              <a:ext cx="360000" cy="36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9B8FDD6-D56F-87F2-7A6E-B22D8EE5DFA9}"/>
                </a:ext>
              </a:extLst>
            </p:cNvPr>
            <p:cNvCxnSpPr>
              <a:cxnSpLocks/>
            </p:cNvCxnSpPr>
            <p:nvPr/>
          </p:nvCxnSpPr>
          <p:spPr>
            <a:xfrm>
              <a:off x="1750740" y="2411808"/>
              <a:ext cx="360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358BA93-C066-AFA1-B2CA-E9E3BF4965AA}"/>
                </a:ext>
              </a:extLst>
            </p:cNvPr>
            <p:cNvCxnSpPr>
              <a:cxnSpLocks/>
            </p:cNvCxnSpPr>
            <p:nvPr/>
          </p:nvCxnSpPr>
          <p:spPr>
            <a:xfrm>
              <a:off x="3550740" y="624000"/>
              <a:ext cx="0" cy="36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6175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2cf8272-43b7-4a92-b486-ec80984c621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F76FEFA16F1C419D6262AE0792B1CF" ma:contentTypeVersion="18" ma:contentTypeDescription="Create a new document." ma:contentTypeScope="" ma:versionID="3aac7f604abf90be2ec7acacff5f95b2">
  <xsd:schema xmlns:xsd="http://www.w3.org/2001/XMLSchema" xmlns:xs="http://www.w3.org/2001/XMLSchema" xmlns:p="http://schemas.microsoft.com/office/2006/metadata/properties" xmlns:ns3="02cf8272-43b7-4a92-b486-ec80984c6216" xmlns:ns4="8bfe0132-504a-46c8-821f-c6a64d88f44d" targetNamespace="http://schemas.microsoft.com/office/2006/metadata/properties" ma:root="true" ma:fieldsID="fab8b4598dffc87916f241e46810f011" ns3:_="" ns4:_="">
    <xsd:import namespace="02cf8272-43b7-4a92-b486-ec80984c6216"/>
    <xsd:import namespace="8bfe0132-504a-46c8-821f-c6a64d88f4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cf8272-43b7-4a92-b486-ec80984c62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description="" ma:indexed="true" ma:internalName="MediaServiceLocatio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fe0132-504a-46c8-821f-c6a64d88f44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FA18306-0838-449E-8D9A-C66D1D8C736A}">
  <ds:schemaRefs>
    <ds:schemaRef ds:uri="02cf8272-43b7-4a92-b486-ec80984c6216"/>
    <ds:schemaRef ds:uri="http://schemas.microsoft.com/office/2006/documentManagement/types"/>
    <ds:schemaRef ds:uri="8bfe0132-504a-46c8-821f-c6a64d88f44d"/>
    <ds:schemaRef ds:uri="http://schemas.microsoft.com/office/2006/metadata/properties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29942EC-94FE-4834-AD7C-B634C53FC9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423255-678E-4732-A190-B2C8366BBF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cf8272-43b7-4a92-b486-ec80984c6216"/>
    <ds:schemaRef ds:uri="8bfe0132-504a-46c8-821f-c6a64d88f4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10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Puttiwat พุทธิวัตร Kongkaew คงแก้ว</dc:creator>
  <cp:lastModifiedBy>KONGKAEW, PUTTIWAT</cp:lastModifiedBy>
  <cp:revision>1</cp:revision>
  <dcterms:created xsi:type="dcterms:W3CDTF">2024-11-02T19:39:40Z</dcterms:created>
  <dcterms:modified xsi:type="dcterms:W3CDTF">2025-01-17T14:16:21Z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0x01010036F76FEFA16F1C419D6262AE0792B1CF</vt:lpwstr>
  </property>
</Properties>
</file>