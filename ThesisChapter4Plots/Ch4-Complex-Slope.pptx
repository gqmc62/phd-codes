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sldIdLst>
    <p:sldId id="256" r:id="rId5"/>
  </p:sldIdLst>
  <p:sldSz cx="5400675" cy="4319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1426" y="3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5051" y="706933"/>
            <a:ext cx="4590574" cy="1503857"/>
          </a:xfrm>
        </p:spPr>
        <p:txBody>
          <a:bodyPr anchor="b"/>
          <a:lstStyle>
            <a:lvl1pPr algn="ctr">
              <a:defRPr sz="354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75085" y="2268784"/>
            <a:ext cx="4050506" cy="1042900"/>
          </a:xfrm>
        </p:spPr>
        <p:txBody>
          <a:bodyPr/>
          <a:lstStyle>
            <a:lvl1pPr marL="0" indent="0" algn="ctr">
              <a:buNone/>
              <a:defRPr sz="1417"/>
            </a:lvl1pPr>
            <a:lvl2pPr marL="270022" indent="0" algn="ctr">
              <a:buNone/>
              <a:defRPr sz="1181"/>
            </a:lvl2pPr>
            <a:lvl3pPr marL="540045" indent="0" algn="ctr">
              <a:buNone/>
              <a:defRPr sz="1063"/>
            </a:lvl3pPr>
            <a:lvl4pPr marL="810067" indent="0" algn="ctr">
              <a:buNone/>
              <a:defRPr sz="945"/>
            </a:lvl4pPr>
            <a:lvl5pPr marL="1080089" indent="0" algn="ctr">
              <a:buNone/>
              <a:defRPr sz="945"/>
            </a:lvl5pPr>
            <a:lvl6pPr marL="1350112" indent="0" algn="ctr">
              <a:buNone/>
              <a:defRPr sz="945"/>
            </a:lvl6pPr>
            <a:lvl7pPr marL="1620134" indent="0" algn="ctr">
              <a:buNone/>
              <a:defRPr sz="945"/>
            </a:lvl7pPr>
            <a:lvl8pPr marL="1890156" indent="0" algn="ctr">
              <a:buNone/>
              <a:defRPr sz="945"/>
            </a:lvl8pPr>
            <a:lvl9pPr marL="2160179" indent="0" algn="ctr">
              <a:buNone/>
              <a:defRPr sz="945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AFD69-69F2-4D92-9879-C317D215C6C9}" type="datetimeFigureOut">
              <a:rPr lang="en-US" smtClean="0"/>
              <a:t>11/2/2024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4EFCE-AF8F-4A23-B0A9-B01A76CB2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059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AFD69-69F2-4D92-9879-C317D215C6C9}" type="datetimeFigureOut">
              <a:rPr lang="en-US" smtClean="0"/>
              <a:t>11/2/2024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4EFCE-AF8F-4A23-B0A9-B01A76CB2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297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8484" y="1076899"/>
            <a:ext cx="4658082" cy="1796828"/>
          </a:xfrm>
        </p:spPr>
        <p:txBody>
          <a:bodyPr anchor="b"/>
          <a:lstStyle>
            <a:lvl1pPr>
              <a:defRPr sz="354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8484" y="2890725"/>
            <a:ext cx="4658082" cy="944910"/>
          </a:xfrm>
        </p:spPr>
        <p:txBody>
          <a:bodyPr/>
          <a:lstStyle>
            <a:lvl1pPr marL="0" indent="0">
              <a:buNone/>
              <a:defRPr sz="1417">
                <a:solidFill>
                  <a:schemeClr val="tx1">
                    <a:tint val="82000"/>
                  </a:schemeClr>
                </a:solidFill>
              </a:defRPr>
            </a:lvl1pPr>
            <a:lvl2pPr marL="270022" indent="0">
              <a:buNone/>
              <a:defRPr sz="1181">
                <a:solidFill>
                  <a:schemeClr val="tx1">
                    <a:tint val="82000"/>
                  </a:schemeClr>
                </a:solidFill>
              </a:defRPr>
            </a:lvl2pPr>
            <a:lvl3pPr marL="540045" indent="0">
              <a:buNone/>
              <a:defRPr sz="1063">
                <a:solidFill>
                  <a:schemeClr val="tx1">
                    <a:tint val="82000"/>
                  </a:schemeClr>
                </a:solidFill>
              </a:defRPr>
            </a:lvl3pPr>
            <a:lvl4pPr marL="810067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4pPr>
            <a:lvl5pPr marL="1080089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5pPr>
            <a:lvl6pPr marL="1350112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6pPr>
            <a:lvl7pPr marL="1620134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7pPr>
            <a:lvl8pPr marL="1890156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8pPr>
            <a:lvl9pPr marL="2160179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AFD69-69F2-4D92-9879-C317D215C6C9}" type="datetimeFigureOut">
              <a:rPr lang="en-US" smtClean="0"/>
              <a:t>11/2/2024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4EFCE-AF8F-4A23-B0A9-B01A76CB2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178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71296" y="1149890"/>
            <a:ext cx="2295287" cy="27407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34092" y="1149890"/>
            <a:ext cx="2295287" cy="27407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AFD69-69F2-4D92-9879-C317D215C6C9}" type="datetimeFigureOut">
              <a:rPr lang="en-US" smtClean="0"/>
              <a:t>11/2/2024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4EFCE-AF8F-4A23-B0A9-B01A76CB2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044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00" y="229979"/>
            <a:ext cx="4658082" cy="8349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2001" y="1058899"/>
            <a:ext cx="2284738" cy="518950"/>
          </a:xfrm>
        </p:spPr>
        <p:txBody>
          <a:bodyPr anchor="b"/>
          <a:lstStyle>
            <a:lvl1pPr marL="0" indent="0">
              <a:buNone/>
              <a:defRPr sz="1417" b="1"/>
            </a:lvl1pPr>
            <a:lvl2pPr marL="270022" indent="0">
              <a:buNone/>
              <a:defRPr sz="1181" b="1"/>
            </a:lvl2pPr>
            <a:lvl3pPr marL="540045" indent="0">
              <a:buNone/>
              <a:defRPr sz="1063" b="1"/>
            </a:lvl3pPr>
            <a:lvl4pPr marL="810067" indent="0">
              <a:buNone/>
              <a:defRPr sz="945" b="1"/>
            </a:lvl4pPr>
            <a:lvl5pPr marL="1080089" indent="0">
              <a:buNone/>
              <a:defRPr sz="945" b="1"/>
            </a:lvl5pPr>
            <a:lvl6pPr marL="1350112" indent="0">
              <a:buNone/>
              <a:defRPr sz="945" b="1"/>
            </a:lvl6pPr>
            <a:lvl7pPr marL="1620134" indent="0">
              <a:buNone/>
              <a:defRPr sz="945" b="1"/>
            </a:lvl7pPr>
            <a:lvl8pPr marL="1890156" indent="0">
              <a:buNone/>
              <a:defRPr sz="945" b="1"/>
            </a:lvl8pPr>
            <a:lvl9pPr marL="2160179" indent="0">
              <a:buNone/>
              <a:defRPr sz="94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2001" y="1577849"/>
            <a:ext cx="2284738" cy="23207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734092" y="1058899"/>
            <a:ext cx="2295990" cy="518950"/>
          </a:xfrm>
        </p:spPr>
        <p:txBody>
          <a:bodyPr anchor="b"/>
          <a:lstStyle>
            <a:lvl1pPr marL="0" indent="0">
              <a:buNone/>
              <a:defRPr sz="1417" b="1"/>
            </a:lvl1pPr>
            <a:lvl2pPr marL="270022" indent="0">
              <a:buNone/>
              <a:defRPr sz="1181" b="1"/>
            </a:lvl2pPr>
            <a:lvl3pPr marL="540045" indent="0">
              <a:buNone/>
              <a:defRPr sz="1063" b="1"/>
            </a:lvl3pPr>
            <a:lvl4pPr marL="810067" indent="0">
              <a:buNone/>
              <a:defRPr sz="945" b="1"/>
            </a:lvl4pPr>
            <a:lvl5pPr marL="1080089" indent="0">
              <a:buNone/>
              <a:defRPr sz="945" b="1"/>
            </a:lvl5pPr>
            <a:lvl6pPr marL="1350112" indent="0">
              <a:buNone/>
              <a:defRPr sz="945" b="1"/>
            </a:lvl6pPr>
            <a:lvl7pPr marL="1620134" indent="0">
              <a:buNone/>
              <a:defRPr sz="945" b="1"/>
            </a:lvl7pPr>
            <a:lvl8pPr marL="1890156" indent="0">
              <a:buNone/>
              <a:defRPr sz="945" b="1"/>
            </a:lvl8pPr>
            <a:lvl9pPr marL="2160179" indent="0">
              <a:buNone/>
              <a:defRPr sz="94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734092" y="1577849"/>
            <a:ext cx="2295990" cy="23207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AFD69-69F2-4D92-9879-C317D215C6C9}" type="datetimeFigureOut">
              <a:rPr lang="en-US" smtClean="0"/>
              <a:t>11/2/2024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4EFCE-AF8F-4A23-B0A9-B01A76CB2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3359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AFD69-69F2-4D92-9879-C317D215C6C9}" type="datetimeFigureOut">
              <a:rPr lang="en-US" smtClean="0"/>
              <a:t>11/2/2024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4EFCE-AF8F-4A23-B0A9-B01A76CB2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334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AFD69-69F2-4D92-9879-C317D215C6C9}" type="datetimeFigureOut">
              <a:rPr lang="en-US" smtClean="0"/>
              <a:t>11/2/2024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4EFCE-AF8F-4A23-B0A9-B01A76CB2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101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00" y="287972"/>
            <a:ext cx="1741858" cy="1007904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5990" y="621942"/>
            <a:ext cx="2734092" cy="3069707"/>
          </a:xfrm>
        </p:spPr>
        <p:txBody>
          <a:bodyPr/>
          <a:lstStyle>
            <a:lvl1pPr>
              <a:defRPr sz="1890"/>
            </a:lvl1pPr>
            <a:lvl2pPr>
              <a:defRPr sz="1654"/>
            </a:lvl2pPr>
            <a:lvl3pPr>
              <a:defRPr sz="1417"/>
            </a:lvl3pPr>
            <a:lvl4pPr>
              <a:defRPr sz="1181"/>
            </a:lvl4pPr>
            <a:lvl5pPr>
              <a:defRPr sz="1181"/>
            </a:lvl5pPr>
            <a:lvl6pPr>
              <a:defRPr sz="1181"/>
            </a:lvl6pPr>
            <a:lvl7pPr>
              <a:defRPr sz="1181"/>
            </a:lvl7pPr>
            <a:lvl8pPr>
              <a:defRPr sz="1181"/>
            </a:lvl8pPr>
            <a:lvl9pPr>
              <a:defRPr sz="118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2000" y="1295877"/>
            <a:ext cx="1741858" cy="2400771"/>
          </a:xfrm>
        </p:spPr>
        <p:txBody>
          <a:bodyPr/>
          <a:lstStyle>
            <a:lvl1pPr marL="0" indent="0">
              <a:buNone/>
              <a:defRPr sz="945"/>
            </a:lvl1pPr>
            <a:lvl2pPr marL="270022" indent="0">
              <a:buNone/>
              <a:defRPr sz="827"/>
            </a:lvl2pPr>
            <a:lvl3pPr marL="540045" indent="0">
              <a:buNone/>
              <a:defRPr sz="709"/>
            </a:lvl3pPr>
            <a:lvl4pPr marL="810067" indent="0">
              <a:buNone/>
              <a:defRPr sz="591"/>
            </a:lvl4pPr>
            <a:lvl5pPr marL="1080089" indent="0">
              <a:buNone/>
              <a:defRPr sz="591"/>
            </a:lvl5pPr>
            <a:lvl6pPr marL="1350112" indent="0">
              <a:buNone/>
              <a:defRPr sz="591"/>
            </a:lvl6pPr>
            <a:lvl7pPr marL="1620134" indent="0">
              <a:buNone/>
              <a:defRPr sz="591"/>
            </a:lvl7pPr>
            <a:lvl8pPr marL="1890156" indent="0">
              <a:buNone/>
              <a:defRPr sz="591"/>
            </a:lvl8pPr>
            <a:lvl9pPr marL="2160179" indent="0">
              <a:buNone/>
              <a:defRPr sz="59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AFD69-69F2-4D92-9879-C317D215C6C9}" type="datetimeFigureOut">
              <a:rPr lang="en-US" smtClean="0"/>
              <a:t>11/2/2024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4EFCE-AF8F-4A23-B0A9-B01A76CB2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422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00" y="287972"/>
            <a:ext cx="1741858" cy="1007904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95990" y="621942"/>
            <a:ext cx="2734092" cy="3069707"/>
          </a:xfrm>
        </p:spPr>
        <p:txBody>
          <a:bodyPr anchor="t"/>
          <a:lstStyle>
            <a:lvl1pPr marL="0" indent="0">
              <a:buNone/>
              <a:defRPr sz="1890"/>
            </a:lvl1pPr>
            <a:lvl2pPr marL="270022" indent="0">
              <a:buNone/>
              <a:defRPr sz="1654"/>
            </a:lvl2pPr>
            <a:lvl3pPr marL="540045" indent="0">
              <a:buNone/>
              <a:defRPr sz="1417"/>
            </a:lvl3pPr>
            <a:lvl4pPr marL="810067" indent="0">
              <a:buNone/>
              <a:defRPr sz="1181"/>
            </a:lvl4pPr>
            <a:lvl5pPr marL="1080089" indent="0">
              <a:buNone/>
              <a:defRPr sz="1181"/>
            </a:lvl5pPr>
            <a:lvl6pPr marL="1350112" indent="0">
              <a:buNone/>
              <a:defRPr sz="1181"/>
            </a:lvl6pPr>
            <a:lvl7pPr marL="1620134" indent="0">
              <a:buNone/>
              <a:defRPr sz="1181"/>
            </a:lvl7pPr>
            <a:lvl8pPr marL="1890156" indent="0">
              <a:buNone/>
              <a:defRPr sz="1181"/>
            </a:lvl8pPr>
            <a:lvl9pPr marL="2160179" indent="0">
              <a:buNone/>
              <a:defRPr sz="1181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2000" y="1295877"/>
            <a:ext cx="1741858" cy="2400771"/>
          </a:xfrm>
        </p:spPr>
        <p:txBody>
          <a:bodyPr/>
          <a:lstStyle>
            <a:lvl1pPr marL="0" indent="0">
              <a:buNone/>
              <a:defRPr sz="945"/>
            </a:lvl1pPr>
            <a:lvl2pPr marL="270022" indent="0">
              <a:buNone/>
              <a:defRPr sz="827"/>
            </a:lvl2pPr>
            <a:lvl3pPr marL="540045" indent="0">
              <a:buNone/>
              <a:defRPr sz="709"/>
            </a:lvl3pPr>
            <a:lvl4pPr marL="810067" indent="0">
              <a:buNone/>
              <a:defRPr sz="591"/>
            </a:lvl4pPr>
            <a:lvl5pPr marL="1080089" indent="0">
              <a:buNone/>
              <a:defRPr sz="591"/>
            </a:lvl5pPr>
            <a:lvl6pPr marL="1350112" indent="0">
              <a:buNone/>
              <a:defRPr sz="591"/>
            </a:lvl6pPr>
            <a:lvl7pPr marL="1620134" indent="0">
              <a:buNone/>
              <a:defRPr sz="591"/>
            </a:lvl7pPr>
            <a:lvl8pPr marL="1890156" indent="0">
              <a:buNone/>
              <a:defRPr sz="591"/>
            </a:lvl8pPr>
            <a:lvl9pPr marL="2160179" indent="0">
              <a:buNone/>
              <a:defRPr sz="59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AFD69-69F2-4D92-9879-C317D215C6C9}" type="datetimeFigureOut">
              <a:rPr lang="en-US" smtClean="0"/>
              <a:t>11/2/2024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4EFCE-AF8F-4A23-B0A9-B01A76CB2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156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AFD69-69F2-4D92-9879-C317D215C6C9}" type="datetimeFigureOut">
              <a:rPr lang="en-US" smtClean="0"/>
              <a:t>11/2/2024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4EFCE-AF8F-4A23-B0A9-B01A76CB2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826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64858" y="229978"/>
            <a:ext cx="1164521" cy="366065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71297" y="229978"/>
            <a:ext cx="3426053" cy="36606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AFD69-69F2-4D92-9879-C317D215C6C9}" type="datetimeFigureOut">
              <a:rPr lang="en-US" smtClean="0"/>
              <a:t>11/2/2024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4EFCE-AF8F-4A23-B0A9-B01A76CB2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6123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1297" y="229979"/>
            <a:ext cx="4658082" cy="834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1297" y="1149890"/>
            <a:ext cx="4658082" cy="2740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1296" y="4003619"/>
            <a:ext cx="1215152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DAFD69-69F2-4D92-9879-C317D215C6C9}" type="datetimeFigureOut">
              <a:rPr lang="en-US" smtClean="0"/>
              <a:t>11/2/2024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88974" y="4003619"/>
            <a:ext cx="1822728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814227" y="4003619"/>
            <a:ext cx="1215152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64EFCE-AF8F-4A23-B0A9-B01A76CB2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591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540045" rtl="0" eaLnBrk="1" latinLnBrk="0" hangingPunct="1">
        <a:lnSpc>
          <a:spcPct val="90000"/>
        </a:lnSpc>
        <a:spcBef>
          <a:spcPct val="0"/>
        </a:spcBef>
        <a:buNone/>
        <a:defRPr sz="25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5011" indent="-135011" algn="l" defTabSz="540045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1654" kern="1200">
          <a:solidFill>
            <a:schemeClr val="tx1"/>
          </a:solidFill>
          <a:latin typeface="+mn-lt"/>
          <a:ea typeface="+mn-ea"/>
          <a:cs typeface="+mn-cs"/>
        </a:defRPr>
      </a:lvl1pPr>
      <a:lvl2pPr marL="405033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675056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3pPr>
      <a:lvl4pPr marL="945078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4pPr>
      <a:lvl5pPr marL="1215100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5pPr>
      <a:lvl6pPr marL="1485123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6pPr>
      <a:lvl7pPr marL="1755145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7pPr>
      <a:lvl8pPr marL="2025167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8pPr>
      <a:lvl9pPr marL="2295190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1pPr>
      <a:lvl2pPr marL="270022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2pPr>
      <a:lvl3pPr marL="540045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3pPr>
      <a:lvl4pPr marL="810067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4pPr>
      <a:lvl5pPr marL="1080089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5pPr>
      <a:lvl6pPr marL="1350112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6pPr>
      <a:lvl7pPr marL="1620134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7pPr>
      <a:lvl8pPr marL="1890156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8pPr>
      <a:lvl9pPr marL="2160179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CED88225-FC2B-9294-09CE-33F5FFFC15FD}"/>
              </a:ext>
            </a:extLst>
          </p:cNvPr>
          <p:cNvGrpSpPr/>
          <p:nvPr/>
        </p:nvGrpSpPr>
        <p:grpSpPr>
          <a:xfrm>
            <a:off x="649694" y="165710"/>
            <a:ext cx="4101286" cy="3881488"/>
            <a:chOff x="1545404" y="342512"/>
            <a:chExt cx="4101286" cy="3881488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489BB0AF-F3AB-71D5-C9A7-72ED0674E0EA}"/>
                </a:ext>
              </a:extLst>
            </p:cNvPr>
            <p:cNvSpPr/>
            <p:nvPr/>
          </p:nvSpPr>
          <p:spPr>
            <a:xfrm>
              <a:off x="2650740" y="1524000"/>
              <a:ext cx="1800000" cy="1800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9B8FDD6-D56F-87F2-7A6E-B22D8EE5DFA9}"/>
                </a:ext>
              </a:extLst>
            </p:cNvPr>
            <p:cNvCxnSpPr>
              <a:cxnSpLocks/>
            </p:cNvCxnSpPr>
            <p:nvPr/>
          </p:nvCxnSpPr>
          <p:spPr>
            <a:xfrm>
              <a:off x="1750740" y="2424000"/>
              <a:ext cx="360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1358BA93-C066-AFA1-B2CA-E9E3BF4965AA}"/>
                </a:ext>
              </a:extLst>
            </p:cNvPr>
            <p:cNvCxnSpPr>
              <a:cxnSpLocks/>
            </p:cNvCxnSpPr>
            <p:nvPr/>
          </p:nvCxnSpPr>
          <p:spPr>
            <a:xfrm>
              <a:off x="3550740" y="624000"/>
              <a:ext cx="0" cy="360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6DE1BA9-3D10-C214-FCA8-BEB934E74FCF}"/>
                </a:ext>
              </a:extLst>
            </p:cNvPr>
            <p:cNvSpPr txBox="1"/>
            <p:nvPr/>
          </p:nvSpPr>
          <p:spPr>
            <a:xfrm>
              <a:off x="5338592" y="223933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9CC9E1B-B1FA-E22F-B441-863940E134C5}"/>
                    </a:ext>
                  </a:extLst>
                </p:cNvPr>
                <p:cNvSpPr txBox="1"/>
                <p:nvPr/>
              </p:nvSpPr>
              <p:spPr>
                <a:xfrm>
                  <a:off x="3718380" y="342512"/>
                  <a:ext cx="372346" cy="5629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9CC9E1B-B1FA-E22F-B441-863940E134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8380" y="342512"/>
                  <a:ext cx="372346" cy="5629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BAD254C-BF28-E781-6689-68DAF768DDBC}"/>
                    </a:ext>
                  </a:extLst>
                </p:cNvPr>
                <p:cNvSpPr txBox="1"/>
                <p:nvPr/>
              </p:nvSpPr>
              <p:spPr>
                <a:xfrm>
                  <a:off x="3526666" y="3605488"/>
                  <a:ext cx="583942" cy="5629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BAD254C-BF28-E781-6689-68DAF768DD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6666" y="3605488"/>
                  <a:ext cx="583942" cy="5629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65EFD1F-1AC5-3BC4-C8B9-76F9023BD1FF}"/>
                    </a:ext>
                  </a:extLst>
                </p:cNvPr>
                <p:cNvSpPr txBox="1"/>
                <p:nvPr/>
              </p:nvSpPr>
              <p:spPr>
                <a:xfrm>
                  <a:off x="1545404" y="2424000"/>
                  <a:ext cx="5454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65EFD1F-1AC5-3BC4-C8B9-76F9023BD1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45404" y="2424000"/>
                  <a:ext cx="54547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710E1A1-D250-E790-144A-BC74E20F49B2}"/>
                    </a:ext>
                  </a:extLst>
                </p:cNvPr>
                <p:cNvSpPr txBox="1"/>
                <p:nvPr/>
              </p:nvSpPr>
              <p:spPr>
                <a:xfrm>
                  <a:off x="1718528" y="2054667"/>
                  <a:ext cx="37234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710E1A1-D250-E790-144A-BC74E20F49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8528" y="2054667"/>
                  <a:ext cx="37234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3590AA2-A343-654E-2571-02A7240DB94D}"/>
                    </a:ext>
                  </a:extLst>
                </p:cNvPr>
                <p:cNvSpPr txBox="1"/>
                <p:nvPr/>
              </p:nvSpPr>
              <p:spPr>
                <a:xfrm>
                  <a:off x="2385207" y="1165930"/>
                  <a:ext cx="500586" cy="61093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3590AA2-A343-654E-2571-02A7240DB9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5207" y="1165930"/>
                  <a:ext cx="500586" cy="61093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34BE1C1-9D3F-4F3F-5EA0-B2881D71C9EC}"/>
                    </a:ext>
                  </a:extLst>
                </p:cNvPr>
                <p:cNvSpPr txBox="1"/>
                <p:nvPr/>
              </p:nvSpPr>
              <p:spPr>
                <a:xfrm>
                  <a:off x="2169099" y="3203198"/>
                  <a:ext cx="712183" cy="61093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34BE1C1-9D3F-4F3F-5EA0-B2881D71C9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9099" y="3203198"/>
                  <a:ext cx="712183" cy="61093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Partial Circle 22">
              <a:extLst>
                <a:ext uri="{FF2B5EF4-FFF2-40B4-BE49-F238E27FC236}">
                  <a16:creationId xmlns:a16="http://schemas.microsoft.com/office/drawing/2014/main" id="{7DCFDED3-DEE0-1514-C9A0-AD6292C680F1}"/>
                </a:ext>
              </a:extLst>
            </p:cNvPr>
            <p:cNvSpPr/>
            <p:nvPr/>
          </p:nvSpPr>
          <p:spPr>
            <a:xfrm>
              <a:off x="2650740" y="1524000"/>
              <a:ext cx="1800000" cy="1780228"/>
            </a:xfrm>
            <a:prstGeom prst="pie">
              <a:avLst>
                <a:gd name="adj1" fmla="val 7508071"/>
                <a:gd name="adj2" fmla="val 13937087"/>
              </a:avLst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4D05077-AA5C-7FDD-FF36-743ABA38C4C4}"/>
                </a:ext>
              </a:extLst>
            </p:cNvPr>
            <p:cNvSpPr/>
            <p:nvPr/>
          </p:nvSpPr>
          <p:spPr>
            <a:xfrm>
              <a:off x="2810873" y="1550632"/>
              <a:ext cx="360000" cy="36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2BCBDAD-8224-10E0-CAFF-C462B3DED405}"/>
                </a:ext>
              </a:extLst>
            </p:cNvPr>
            <p:cNvSpPr/>
            <p:nvPr/>
          </p:nvSpPr>
          <p:spPr>
            <a:xfrm>
              <a:off x="2820807" y="2990632"/>
              <a:ext cx="360000" cy="36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361759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6F76FEFA16F1C419D6262AE0792B1CF" ma:contentTypeVersion="18" ma:contentTypeDescription="Create a new document." ma:contentTypeScope="" ma:versionID="3aac7f604abf90be2ec7acacff5f95b2">
  <xsd:schema xmlns:xsd="http://www.w3.org/2001/XMLSchema" xmlns:xs="http://www.w3.org/2001/XMLSchema" xmlns:p="http://schemas.microsoft.com/office/2006/metadata/properties" xmlns:ns3="02cf8272-43b7-4a92-b486-ec80984c6216" xmlns:ns4="8bfe0132-504a-46c8-821f-c6a64d88f44d" targetNamespace="http://schemas.microsoft.com/office/2006/metadata/properties" ma:root="true" ma:fieldsID="fab8b4598dffc87916f241e46810f011" ns3:_="" ns4:_="">
    <xsd:import namespace="02cf8272-43b7-4a92-b486-ec80984c6216"/>
    <xsd:import namespace="8bfe0132-504a-46c8-821f-c6a64d88f44d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DateTaken" minOccurs="0"/>
                <xsd:element ref="ns3:MediaServiceLocatio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cf8272-43b7-4a92-b486-ec80984c621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description="" ma:indexed="true" ma:internalName="MediaServiceLocation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bfe0132-504a-46c8-821f-c6a64d88f44d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2cf8272-43b7-4a92-b486-ec80984c6216" xsi:nil="true"/>
  </documentManagement>
</p:properties>
</file>

<file path=customXml/itemProps1.xml><?xml version="1.0" encoding="utf-8"?>
<ds:datastoreItem xmlns:ds="http://schemas.openxmlformats.org/officeDocument/2006/customXml" ds:itemID="{5E423255-678E-4732-A190-B2C8366BBF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2cf8272-43b7-4a92-b486-ec80984c6216"/>
    <ds:schemaRef ds:uri="8bfe0132-504a-46c8-821f-c6a64d88f44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29942EC-94FE-4834-AD7C-B634C53FC92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A18306-0838-449E-8D9A-C66D1D8C736A}">
  <ds:schemaRefs>
    <ds:schemaRef ds:uri="02cf8272-43b7-4a92-b486-ec80984c6216"/>
    <ds:schemaRef ds:uri="http://schemas.microsoft.com/office/2006/documentManagement/types"/>
    <ds:schemaRef ds:uri="8bfe0132-504a-46c8-821f-c6a64d88f44d"/>
    <ds:schemaRef ds:uri="http://schemas.microsoft.com/office/2006/metadata/properties"/>
    <ds:schemaRef ds:uri="http://purl.org/dc/dcmitype/"/>
    <ds:schemaRef ds:uri="http://purl.org/dc/terms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</TotalTime>
  <Words>10</Words>
  <Application>Microsoft Office PowerPoint</Application>
  <PresentationFormat>Custom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Puttiwat พุทธิวัตร Kongkaew คงแก้ว</dc:creator>
  <cp:lastModifiedBy>Puttiwat พุทธิวัตร Kongkaew คงแก้ว</cp:lastModifiedBy>
  <cp:revision>1</cp:revision>
  <dcterms:created xsi:type="dcterms:W3CDTF">2024-11-02T19:39:40Z</dcterms:created>
  <dcterms:modified xsi:type="dcterms:W3CDTF">2024-11-02T19:47:46Z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0x01010036F76FEFA16F1C419D6262AE0792B1CF</vt:lpwstr>
  </property>
</Properties>
</file>