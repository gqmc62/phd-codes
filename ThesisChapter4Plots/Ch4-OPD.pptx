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648017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09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706933"/>
            <a:ext cx="5508149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268784"/>
            <a:ext cx="4860131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5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076899"/>
            <a:ext cx="5589151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2890725"/>
            <a:ext cx="5589151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149890"/>
            <a:ext cx="2754074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149890"/>
            <a:ext cx="2754074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10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29979"/>
            <a:ext cx="5589151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058899"/>
            <a:ext cx="274141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577849"/>
            <a:ext cx="2741417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058899"/>
            <a:ext cx="275491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577849"/>
            <a:ext cx="275491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7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01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8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87972"/>
            <a:ext cx="209002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621942"/>
            <a:ext cx="3280589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295877"/>
            <a:ext cx="209002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2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87972"/>
            <a:ext cx="209002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621942"/>
            <a:ext cx="3280589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295877"/>
            <a:ext cx="209002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1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29978"/>
            <a:ext cx="1397288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29978"/>
            <a:ext cx="4110861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5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29979"/>
            <a:ext cx="5589151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149890"/>
            <a:ext cx="5589151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003619"/>
            <a:ext cx="145803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06426-D91D-4962-98B6-CC7610017C91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003619"/>
            <a:ext cx="218705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003619"/>
            <a:ext cx="145803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9C94A-01BD-4AAE-8F48-58BC68EC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4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77AB207-F3E4-E55F-86F4-D7E624B8B26D}"/>
              </a:ext>
            </a:extLst>
          </p:cNvPr>
          <p:cNvGrpSpPr/>
          <p:nvPr/>
        </p:nvGrpSpPr>
        <p:grpSpPr>
          <a:xfrm>
            <a:off x="722388" y="-127793"/>
            <a:ext cx="5035397" cy="4167813"/>
            <a:chOff x="877723" y="-202896"/>
            <a:chExt cx="5035397" cy="4167813"/>
          </a:xfrm>
        </p:grpSpPr>
        <p:sp>
          <p:nvSpPr>
            <p:cNvPr id="75" name="Partial Circle 74">
              <a:extLst>
                <a:ext uri="{FF2B5EF4-FFF2-40B4-BE49-F238E27FC236}">
                  <a16:creationId xmlns:a16="http://schemas.microsoft.com/office/drawing/2014/main" id="{BE8ED1B2-7369-C03E-937C-823F57B5EAE0}"/>
                </a:ext>
              </a:extLst>
            </p:cNvPr>
            <p:cNvSpPr/>
            <p:nvPr/>
          </p:nvSpPr>
          <p:spPr>
            <a:xfrm rot="5400000">
              <a:off x="2202597" y="372528"/>
              <a:ext cx="2185822" cy="1034974"/>
            </a:xfrm>
            <a:prstGeom prst="pie">
              <a:avLst>
                <a:gd name="adj1" fmla="val 21194628"/>
                <a:gd name="adj2" fmla="val 21586779"/>
              </a:avLst>
            </a:prstGeom>
            <a:solidFill>
              <a:srgbClr val="92D050">
                <a:alpha val="44000"/>
              </a:srgb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6BBE0CB-2879-A776-E59C-76F99C9D1D00}"/>
                </a:ext>
              </a:extLst>
            </p:cNvPr>
            <p:cNvGrpSpPr/>
            <p:nvPr/>
          </p:nvGrpSpPr>
          <p:grpSpPr>
            <a:xfrm>
              <a:off x="877723" y="140644"/>
              <a:ext cx="5035397" cy="3824273"/>
              <a:chOff x="877723" y="140644"/>
              <a:chExt cx="5035397" cy="382427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E5D57BE-E932-1F09-78D9-04C3E1309177}"/>
                  </a:ext>
                </a:extLst>
              </p:cNvPr>
              <p:cNvSpPr/>
              <p:nvPr/>
            </p:nvSpPr>
            <p:spPr>
              <a:xfrm>
                <a:off x="2261616" y="890016"/>
                <a:ext cx="2060448" cy="7924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C2C9E9EE-6719-02D5-5A1A-9294BF910663}"/>
                  </a:ext>
                </a:extLst>
              </p:cNvPr>
              <p:cNvSpPr/>
              <p:nvPr/>
            </p:nvSpPr>
            <p:spPr>
              <a:xfrm>
                <a:off x="2261615" y="621844"/>
                <a:ext cx="2060445" cy="307796"/>
              </a:xfrm>
              <a:custGeom>
                <a:avLst/>
                <a:gdLst>
                  <a:gd name="connsiteX0" fmla="*/ 0 w 2023872"/>
                  <a:gd name="connsiteY0" fmla="*/ 604561 h 604561"/>
                  <a:gd name="connsiteX1" fmla="*/ 231648 w 2023872"/>
                  <a:gd name="connsiteY1" fmla="*/ 421681 h 604561"/>
                  <a:gd name="connsiteX2" fmla="*/ 640080 w 2023872"/>
                  <a:gd name="connsiteY2" fmla="*/ 586273 h 604561"/>
                  <a:gd name="connsiteX3" fmla="*/ 896112 w 2023872"/>
                  <a:gd name="connsiteY3" fmla="*/ 177841 h 604561"/>
                  <a:gd name="connsiteX4" fmla="*/ 1426464 w 2023872"/>
                  <a:gd name="connsiteY4" fmla="*/ 293665 h 604561"/>
                  <a:gd name="connsiteX5" fmla="*/ 1664208 w 2023872"/>
                  <a:gd name="connsiteY5" fmla="*/ 74209 h 604561"/>
                  <a:gd name="connsiteX6" fmla="*/ 1816608 w 2023872"/>
                  <a:gd name="connsiteY6" fmla="*/ 1057 h 604561"/>
                  <a:gd name="connsiteX7" fmla="*/ 2023872 w 2023872"/>
                  <a:gd name="connsiteY7" fmla="*/ 37633 h 604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23872" h="604561">
                    <a:moveTo>
                      <a:pt x="0" y="604561"/>
                    </a:moveTo>
                    <a:cubicBezTo>
                      <a:pt x="62484" y="514645"/>
                      <a:pt x="124968" y="424729"/>
                      <a:pt x="231648" y="421681"/>
                    </a:cubicBezTo>
                    <a:cubicBezTo>
                      <a:pt x="338328" y="418633"/>
                      <a:pt x="529336" y="626913"/>
                      <a:pt x="640080" y="586273"/>
                    </a:cubicBezTo>
                    <a:cubicBezTo>
                      <a:pt x="750824" y="545633"/>
                      <a:pt x="765048" y="226609"/>
                      <a:pt x="896112" y="177841"/>
                    </a:cubicBezTo>
                    <a:cubicBezTo>
                      <a:pt x="1027176" y="129073"/>
                      <a:pt x="1298448" y="310937"/>
                      <a:pt x="1426464" y="293665"/>
                    </a:cubicBezTo>
                    <a:cubicBezTo>
                      <a:pt x="1554480" y="276393"/>
                      <a:pt x="1599184" y="122977"/>
                      <a:pt x="1664208" y="74209"/>
                    </a:cubicBezTo>
                    <a:cubicBezTo>
                      <a:pt x="1729232" y="25441"/>
                      <a:pt x="1756664" y="7153"/>
                      <a:pt x="1816608" y="1057"/>
                    </a:cubicBezTo>
                    <a:cubicBezTo>
                      <a:pt x="1876552" y="-5039"/>
                      <a:pt x="1950212" y="16297"/>
                      <a:pt x="2023872" y="37633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B03B085-7A18-3D8A-248D-C6EE4EC6F2FA}"/>
                  </a:ext>
                </a:extLst>
              </p:cNvPr>
              <p:cNvSpPr/>
              <p:nvPr/>
            </p:nvSpPr>
            <p:spPr>
              <a:xfrm>
                <a:off x="2261616" y="2210795"/>
                <a:ext cx="1993392" cy="1225307"/>
              </a:xfrm>
              <a:custGeom>
                <a:avLst/>
                <a:gdLst>
                  <a:gd name="connsiteX0" fmla="*/ 0 w 1993392"/>
                  <a:gd name="connsiteY0" fmla="*/ 1042479 h 1225307"/>
                  <a:gd name="connsiteX1" fmla="*/ 213360 w 1993392"/>
                  <a:gd name="connsiteY1" fmla="*/ 932751 h 1225307"/>
                  <a:gd name="connsiteX2" fmla="*/ 402336 w 1993392"/>
                  <a:gd name="connsiteY2" fmla="*/ 1103439 h 1225307"/>
                  <a:gd name="connsiteX3" fmla="*/ 621792 w 1993392"/>
                  <a:gd name="connsiteY3" fmla="*/ 957135 h 1225307"/>
                  <a:gd name="connsiteX4" fmla="*/ 835152 w 1993392"/>
                  <a:gd name="connsiteY4" fmla="*/ 1103439 h 1225307"/>
                  <a:gd name="connsiteX5" fmla="*/ 999744 w 1993392"/>
                  <a:gd name="connsiteY5" fmla="*/ 951039 h 1225307"/>
                  <a:gd name="connsiteX6" fmla="*/ 1121664 w 1993392"/>
                  <a:gd name="connsiteY6" fmla="*/ 1133919 h 1225307"/>
                  <a:gd name="connsiteX7" fmla="*/ 1335024 w 1993392"/>
                  <a:gd name="connsiteY7" fmla="*/ 63 h 1225307"/>
                  <a:gd name="connsiteX8" fmla="*/ 1554480 w 1993392"/>
                  <a:gd name="connsiteY8" fmla="*/ 1188783 h 1225307"/>
                  <a:gd name="connsiteX9" fmla="*/ 1676400 w 1993392"/>
                  <a:gd name="connsiteY9" fmla="*/ 938847 h 1225307"/>
                  <a:gd name="connsiteX10" fmla="*/ 1847088 w 1993392"/>
                  <a:gd name="connsiteY10" fmla="*/ 1127823 h 1225307"/>
                  <a:gd name="connsiteX11" fmla="*/ 1993392 w 1993392"/>
                  <a:gd name="connsiteY11" fmla="*/ 1005903 h 122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93392" h="1225307">
                    <a:moveTo>
                      <a:pt x="0" y="1042479"/>
                    </a:moveTo>
                    <a:cubicBezTo>
                      <a:pt x="73152" y="982535"/>
                      <a:pt x="146304" y="922591"/>
                      <a:pt x="213360" y="932751"/>
                    </a:cubicBezTo>
                    <a:cubicBezTo>
                      <a:pt x="280416" y="942911"/>
                      <a:pt x="334264" y="1099375"/>
                      <a:pt x="402336" y="1103439"/>
                    </a:cubicBezTo>
                    <a:cubicBezTo>
                      <a:pt x="470408" y="1107503"/>
                      <a:pt x="549656" y="957135"/>
                      <a:pt x="621792" y="957135"/>
                    </a:cubicBezTo>
                    <a:cubicBezTo>
                      <a:pt x="693928" y="957135"/>
                      <a:pt x="772160" y="1104455"/>
                      <a:pt x="835152" y="1103439"/>
                    </a:cubicBezTo>
                    <a:cubicBezTo>
                      <a:pt x="898144" y="1102423"/>
                      <a:pt x="951992" y="945959"/>
                      <a:pt x="999744" y="951039"/>
                    </a:cubicBezTo>
                    <a:cubicBezTo>
                      <a:pt x="1047496" y="956119"/>
                      <a:pt x="1065784" y="1292415"/>
                      <a:pt x="1121664" y="1133919"/>
                    </a:cubicBezTo>
                    <a:cubicBezTo>
                      <a:pt x="1177544" y="975423"/>
                      <a:pt x="1262888" y="-9081"/>
                      <a:pt x="1335024" y="63"/>
                    </a:cubicBezTo>
                    <a:cubicBezTo>
                      <a:pt x="1407160" y="9207"/>
                      <a:pt x="1497584" y="1032319"/>
                      <a:pt x="1554480" y="1188783"/>
                    </a:cubicBezTo>
                    <a:cubicBezTo>
                      <a:pt x="1611376" y="1345247"/>
                      <a:pt x="1627632" y="949007"/>
                      <a:pt x="1676400" y="938847"/>
                    </a:cubicBezTo>
                    <a:cubicBezTo>
                      <a:pt x="1725168" y="928687"/>
                      <a:pt x="1794256" y="1116647"/>
                      <a:pt x="1847088" y="1127823"/>
                    </a:cubicBezTo>
                    <a:cubicBezTo>
                      <a:pt x="1899920" y="1138999"/>
                      <a:pt x="1946656" y="1072451"/>
                      <a:pt x="1993392" y="1005903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B13B639-07D1-EBA7-006D-9710E93A3D54}"/>
                  </a:ext>
                </a:extLst>
              </p:cNvPr>
              <p:cNvCxnSpPr/>
              <p:nvPr/>
            </p:nvCxnSpPr>
            <p:spPr>
              <a:xfrm>
                <a:off x="3291840" y="890016"/>
                <a:ext cx="0" cy="24732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67A7A62-0276-3DC4-1832-44666F66FB9F}"/>
                  </a:ext>
                </a:extLst>
              </p:cNvPr>
              <p:cNvCxnSpPr>
                <a:cxnSpLocks/>
                <a:stCxn id="4" idx="6"/>
              </p:cNvCxnSpPr>
              <p:nvPr/>
            </p:nvCxnSpPr>
            <p:spPr>
              <a:xfrm flipV="1">
                <a:off x="4322064" y="621844"/>
                <a:ext cx="0" cy="3077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5732AF-F2F2-2314-435F-5F803BF12A4C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flipV="1">
                <a:off x="2261615" y="621844"/>
                <a:ext cx="2060444" cy="3077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F6B6EF5-965D-4CF6-0B0B-06286C04F862}"/>
                  </a:ext>
                </a:extLst>
              </p:cNvPr>
              <p:cNvCxnSpPr>
                <a:cxnSpLocks/>
                <a:endCxn id="13" idx="7"/>
              </p:cNvCxnSpPr>
              <p:nvPr/>
            </p:nvCxnSpPr>
            <p:spPr>
              <a:xfrm flipH="1" flipV="1">
                <a:off x="3596640" y="2210858"/>
                <a:ext cx="6096" cy="113208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E90034F-B423-D272-52D5-714E452AB1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5742" y="3363266"/>
                <a:ext cx="32309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86FA3AD-9EAE-5A44-7514-1D5A04147077}"/>
                  </a:ext>
                </a:extLst>
              </p:cNvPr>
              <p:cNvCxnSpPr>
                <a:stCxn id="4" idx="0"/>
              </p:cNvCxnSpPr>
              <p:nvPr/>
            </p:nvCxnSpPr>
            <p:spPr>
              <a:xfrm>
                <a:off x="3291840" y="890016"/>
                <a:ext cx="304800" cy="24732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2ECA325C-52F9-CC93-CB79-09042C4150C5}"/>
                      </a:ext>
                    </a:extLst>
                  </p:cNvPr>
                  <p:cNvSpPr txBox="1"/>
                  <p:nvPr/>
                </p:nvSpPr>
                <p:spPr>
                  <a:xfrm>
                    <a:off x="2560321" y="1191233"/>
                    <a:ext cx="6699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𝑠𝑢𝑏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2ECA325C-52F9-CC93-CB79-09042C4150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0321" y="1191233"/>
                    <a:ext cx="66999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1EEBEB2-A3FB-4862-91C7-4D44155F9700}"/>
                  </a:ext>
                </a:extLst>
              </p:cNvPr>
              <p:cNvCxnSpPr>
                <a:stCxn id="31" idx="1"/>
              </p:cNvCxnSpPr>
              <p:nvPr/>
            </p:nvCxnSpPr>
            <p:spPr>
              <a:xfrm flipH="1">
                <a:off x="2242760" y="1375899"/>
                <a:ext cx="3175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145E711-EA94-1C0D-6635-8B41C6254A45}"/>
                  </a:ext>
                </a:extLst>
              </p:cNvPr>
              <p:cNvCxnSpPr>
                <a:cxnSpLocks/>
                <a:stCxn id="31" idx="3"/>
              </p:cNvCxnSpPr>
              <p:nvPr/>
            </p:nvCxnSpPr>
            <p:spPr>
              <a:xfrm>
                <a:off x="3230313" y="1375899"/>
                <a:ext cx="109174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E80B260-0056-AC30-0957-F7FD463700CE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 flipV="1">
                <a:off x="2261615" y="929640"/>
                <a:ext cx="0" cy="44625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D8BC145-5A26-9178-76BC-D98155AE4142}"/>
                  </a:ext>
                </a:extLst>
              </p:cNvPr>
              <p:cNvCxnSpPr/>
              <p:nvPr/>
            </p:nvCxnSpPr>
            <p:spPr>
              <a:xfrm flipV="1">
                <a:off x="4322060" y="929639"/>
                <a:ext cx="1" cy="44625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C6A6DB-26AA-158E-EA18-F9F27DDC88BE}"/>
                  </a:ext>
                </a:extLst>
              </p:cNvPr>
              <p:cNvSpPr txBox="1"/>
              <p:nvPr/>
            </p:nvSpPr>
            <p:spPr>
              <a:xfrm>
                <a:off x="4995305" y="1265454"/>
                <a:ext cx="91781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</a:rPr>
                  <a:t>Lenslet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A798C57-6391-A2E4-2D3C-F05B2C1CA962}"/>
                  </a:ext>
                </a:extLst>
              </p:cNvPr>
              <p:cNvCxnSpPr>
                <a:cxnSpLocks/>
                <a:endCxn id="4" idx="5"/>
              </p:cNvCxnSpPr>
              <p:nvPr/>
            </p:nvCxnSpPr>
            <p:spPr>
              <a:xfrm flipH="1" flipV="1">
                <a:off x="4020318" y="957658"/>
                <a:ext cx="1054602" cy="40025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DA48DC8-4821-AFB1-9440-A29CA20F50F4}"/>
                      </a:ext>
                    </a:extLst>
                  </p:cNvPr>
                  <p:cNvSpPr txBox="1"/>
                  <p:nvPr/>
                </p:nvSpPr>
                <p:spPr>
                  <a:xfrm>
                    <a:off x="2313747" y="140644"/>
                    <a:ext cx="493148" cy="3907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DA48DC8-4821-AFB1-9440-A29CA20F50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3747" y="140644"/>
                    <a:ext cx="493148" cy="39074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68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3C07AEA-BCE7-B63D-4CDF-266FEE2F19A0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2694432" y="465287"/>
                <a:ext cx="479488" cy="24710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CF99F01-C9B4-534B-F98B-02870E980926}"/>
                      </a:ext>
                    </a:extLst>
                  </p:cNvPr>
                  <p:cNvSpPr txBox="1"/>
                  <p:nvPr/>
                </p:nvSpPr>
                <p:spPr>
                  <a:xfrm>
                    <a:off x="2226566" y="2601431"/>
                    <a:ext cx="406906" cy="39158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FFC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CF99F01-C9B4-534B-F98B-02870E9809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6566" y="2601431"/>
                    <a:ext cx="406906" cy="39158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9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2B1629C-99A4-7494-80F7-2B8AE4D78C77}"/>
                  </a:ext>
                </a:extLst>
              </p:cNvPr>
              <p:cNvCxnSpPr>
                <a:endCxn id="13" idx="3"/>
              </p:cNvCxnSpPr>
              <p:nvPr/>
            </p:nvCxnSpPr>
            <p:spPr>
              <a:xfrm>
                <a:off x="2560320" y="2875280"/>
                <a:ext cx="323088" cy="29265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9E13F18-A295-DCE9-B308-25BBD229F9DF}"/>
                      </a:ext>
                    </a:extLst>
                  </p:cNvPr>
                  <p:cNvSpPr txBox="1"/>
                  <p:nvPr/>
                </p:nvSpPr>
                <p:spPr>
                  <a:xfrm>
                    <a:off x="5300996" y="600184"/>
                    <a:ext cx="61212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𝑂𝑃𝐷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9E13F18-A295-DCE9-B308-25BBD229F9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0996" y="600184"/>
                    <a:ext cx="61212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7A498EB-0592-B066-0F3D-49B21261CE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2059" y="621843"/>
                <a:ext cx="97893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88C1912-9A61-75AF-D153-89D8CF4BEA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6034" y="929639"/>
                <a:ext cx="97893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5AD26BC-B45B-F32B-8F26-3E6592D7E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0995" y="600184"/>
                <a:ext cx="0" cy="33855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Partial Circle 73">
                <a:extLst>
                  <a:ext uri="{FF2B5EF4-FFF2-40B4-BE49-F238E27FC236}">
                    <a16:creationId xmlns:a16="http://schemas.microsoft.com/office/drawing/2014/main" id="{E5FEF3A1-B9C7-968D-9058-3EFE08D93726}"/>
                  </a:ext>
                </a:extLst>
              </p:cNvPr>
              <p:cNvSpPr/>
              <p:nvPr/>
            </p:nvSpPr>
            <p:spPr>
              <a:xfrm>
                <a:off x="1169087" y="422238"/>
                <a:ext cx="2185822" cy="1034974"/>
              </a:xfrm>
              <a:prstGeom prst="pie">
                <a:avLst>
                  <a:gd name="adj1" fmla="val 21079614"/>
                  <a:gd name="adj2" fmla="val 21586779"/>
                </a:avLst>
              </a:prstGeom>
              <a:solidFill>
                <a:srgbClr val="92D050">
                  <a:alpha val="44000"/>
                </a:srgbClr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1BD7C24-9456-45B3-5B38-3818BDF176CF}"/>
                  </a:ext>
                </a:extLst>
              </p:cNvPr>
              <p:cNvSpPr txBox="1"/>
              <p:nvPr/>
            </p:nvSpPr>
            <p:spPr>
              <a:xfrm>
                <a:off x="4170660" y="1790125"/>
                <a:ext cx="9998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92D050"/>
                    </a:solidFill>
                  </a:rPr>
                  <a:t>Angular drift</a:t>
                </a: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6880961B-9256-B72A-D07A-97A698FDBAAD}"/>
                  </a:ext>
                </a:extLst>
              </p:cNvPr>
              <p:cNvCxnSpPr>
                <a:endCxn id="74" idx="0"/>
              </p:cNvCxnSpPr>
              <p:nvPr/>
            </p:nvCxnSpPr>
            <p:spPr>
              <a:xfrm flipH="1" flipV="1">
                <a:off x="3354909" y="939725"/>
                <a:ext cx="900099" cy="933077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9375FCE-616F-7B2C-4FE6-824F89423A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29000" y="1764545"/>
                <a:ext cx="792428" cy="116428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10EE46C-B2DF-0D93-7F3A-6619D3F144B0}"/>
                  </a:ext>
                </a:extLst>
              </p:cNvPr>
              <p:cNvSpPr txBox="1"/>
              <p:nvPr/>
            </p:nvSpPr>
            <p:spPr>
              <a:xfrm>
                <a:off x="890175" y="784849"/>
                <a:ext cx="10496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Pupil plane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28B032-6903-0658-0BE9-0A73685AEF0D}"/>
                  </a:ext>
                </a:extLst>
              </p:cNvPr>
              <p:cNvSpPr txBox="1"/>
              <p:nvPr/>
            </p:nvSpPr>
            <p:spPr>
              <a:xfrm>
                <a:off x="877723" y="3179125"/>
                <a:ext cx="1087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Focal plane</a:t>
                </a: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009DF1B-6B17-1803-9D06-83AA9073CC39}"/>
                  </a:ext>
                </a:extLst>
              </p:cNvPr>
              <p:cNvCxnSpPr>
                <a:cxnSpLocks/>
                <a:stCxn id="4" idx="6"/>
                <a:endCxn id="86" idx="3"/>
              </p:cNvCxnSpPr>
              <p:nvPr/>
            </p:nvCxnSpPr>
            <p:spPr>
              <a:xfrm flipH="1">
                <a:off x="1939821" y="929640"/>
                <a:ext cx="2382243" cy="909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E28B3DFC-A6F4-8F6D-B94F-74C12EE302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33038" y="3367940"/>
                <a:ext cx="2389021" cy="432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9411D36-A3E8-DF1F-EB2B-B286F4B44CB4}"/>
                  </a:ext>
                </a:extLst>
              </p:cNvPr>
              <p:cNvSpPr txBox="1"/>
              <p:nvPr/>
            </p:nvSpPr>
            <p:spPr>
              <a:xfrm>
                <a:off x="3758298" y="3657140"/>
                <a:ext cx="13360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Spot center</a:t>
                </a:r>
              </a:p>
            </p:txBody>
          </p: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A7565DE3-5DD3-C9F5-38AC-885436590F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08832" y="3363266"/>
                <a:ext cx="572004" cy="3577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E127EDC-D82B-8D49-F815-7503EC48CB3D}"/>
                  </a:ext>
                </a:extLst>
              </p:cNvPr>
              <p:cNvSpPr txBox="1"/>
              <p:nvPr/>
            </p:nvSpPr>
            <p:spPr>
              <a:xfrm>
                <a:off x="1733439" y="3646538"/>
                <a:ext cx="16214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Center of Detector</a:t>
                </a:r>
              </a:p>
            </p:txBody>
          </p: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4148534E-AAD6-B331-0304-8718FD3CEDB3}"/>
                  </a:ext>
                </a:extLst>
              </p:cNvPr>
              <p:cNvCxnSpPr>
                <a:cxnSpLocks/>
                <a:stCxn id="98" idx="0"/>
              </p:cNvCxnSpPr>
              <p:nvPr/>
            </p:nvCxnSpPr>
            <p:spPr>
              <a:xfrm flipV="1">
                <a:off x="2544174" y="3390905"/>
                <a:ext cx="714138" cy="2556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12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F76FEFA16F1C419D6262AE0792B1CF" ma:contentTypeVersion="18" ma:contentTypeDescription="Create a new document." ma:contentTypeScope="" ma:versionID="3aac7f604abf90be2ec7acacff5f95b2">
  <xsd:schema xmlns:xsd="http://www.w3.org/2001/XMLSchema" xmlns:xs="http://www.w3.org/2001/XMLSchema" xmlns:p="http://schemas.microsoft.com/office/2006/metadata/properties" xmlns:ns3="02cf8272-43b7-4a92-b486-ec80984c6216" xmlns:ns4="8bfe0132-504a-46c8-821f-c6a64d88f44d" targetNamespace="http://schemas.microsoft.com/office/2006/metadata/properties" ma:root="true" ma:fieldsID="fab8b4598dffc87916f241e46810f011" ns3:_="" ns4:_="">
    <xsd:import namespace="02cf8272-43b7-4a92-b486-ec80984c6216"/>
    <xsd:import namespace="8bfe0132-504a-46c8-821f-c6a64d88f4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f8272-43b7-4a92-b486-ec80984c62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fe0132-504a-46c8-821f-c6a64d88f44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cf8272-43b7-4a92-b486-ec80984c6216" xsi:nil="true"/>
  </documentManagement>
</p:properties>
</file>

<file path=customXml/itemProps1.xml><?xml version="1.0" encoding="utf-8"?>
<ds:datastoreItem xmlns:ds="http://schemas.openxmlformats.org/officeDocument/2006/customXml" ds:itemID="{63263FAE-8CCC-44B5-B6B2-697A5B8833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cf8272-43b7-4a92-b486-ec80984c6216"/>
    <ds:schemaRef ds:uri="8bfe0132-504a-46c8-821f-c6a64d88f4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F1FC67-76C8-4BCC-8EC2-7C5E2954E5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D16952-D0FC-4FBE-9685-452A765F5A52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8bfe0132-504a-46c8-821f-c6a64d88f44d"/>
    <ds:schemaRef ds:uri="02cf8272-43b7-4a92-b486-ec80984c6216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Puttiwat พุทธิวัตร Kongkaew คงแก้ว</dc:creator>
  <cp:lastModifiedBy>Puttiwat พุทธิวัตร Kongkaew คงแก้ว</cp:lastModifiedBy>
  <cp:revision>1</cp:revision>
  <dcterms:created xsi:type="dcterms:W3CDTF">2024-11-02T18:30:23Z</dcterms:created>
  <dcterms:modified xsi:type="dcterms:W3CDTF">2024-11-02T18:55:33Z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0x01010036F76FEFA16F1C419D6262AE0792B1CF</vt:lpwstr>
  </property>
</Properties>
</file>