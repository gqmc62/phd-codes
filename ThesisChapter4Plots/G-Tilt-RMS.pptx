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655FC-5EF2-4CB5-93FE-88DBC1FB83BF}" v="9" dt="2025-01-17T14:56:33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26E655FC-5EF2-4CB5-93FE-88DBC1FB83BF}"/>
    <pc:docChg chg="custSel addSld modSld">
      <pc:chgData name="KONGKAEW, PUTTIWAT" userId="a8adac1e-848f-4d84-b961-6a7ffb648b49" providerId="ADAL" clId="{26E655FC-5EF2-4CB5-93FE-88DBC1FB83BF}" dt="2025-01-17T14:56:33.803" v="46" actId="165"/>
      <pc:docMkLst>
        <pc:docMk/>
      </pc:docMkLst>
      <pc:sldChg chg="addSp delSp modSp new mod">
        <pc:chgData name="KONGKAEW, PUTTIWAT" userId="a8adac1e-848f-4d84-b961-6a7ffb648b49" providerId="ADAL" clId="{26E655FC-5EF2-4CB5-93FE-88DBC1FB83BF}" dt="2025-01-17T14:56:33.803" v="46" actId="165"/>
        <pc:sldMkLst>
          <pc:docMk/>
          <pc:sldMk cId="65787708" sldId="256"/>
        </pc:sldMkLst>
        <pc:spChg chg="del">
          <ac:chgData name="KONGKAEW, PUTTIWAT" userId="a8adac1e-848f-4d84-b961-6a7ffb648b49" providerId="ADAL" clId="{26E655FC-5EF2-4CB5-93FE-88DBC1FB83BF}" dt="2025-01-17T14:48:28.725" v="1" actId="478"/>
          <ac:spMkLst>
            <pc:docMk/>
            <pc:sldMk cId="65787708" sldId="256"/>
            <ac:spMk id="2" creationId="{AFAEA8CB-32ED-E0E4-B96D-55121F53FB02}"/>
          </ac:spMkLst>
        </pc:spChg>
        <pc:spChg chg="del">
          <ac:chgData name="KONGKAEW, PUTTIWAT" userId="a8adac1e-848f-4d84-b961-6a7ffb648b49" providerId="ADAL" clId="{26E655FC-5EF2-4CB5-93FE-88DBC1FB83BF}" dt="2025-01-17T14:48:29.397" v="2" actId="478"/>
          <ac:spMkLst>
            <pc:docMk/>
            <pc:sldMk cId="65787708" sldId="256"/>
            <ac:spMk id="3" creationId="{F68A4FF5-3115-141F-E25C-5F3A0CFA9352}"/>
          </ac:spMkLst>
        </pc:spChg>
        <pc:spChg chg="add mod topLvl">
          <ac:chgData name="KONGKAEW, PUTTIWAT" userId="a8adac1e-848f-4d84-b961-6a7ffb648b49" providerId="ADAL" clId="{26E655FC-5EF2-4CB5-93FE-88DBC1FB83BF}" dt="2025-01-17T14:56:33.803" v="46" actId="165"/>
          <ac:spMkLst>
            <pc:docMk/>
            <pc:sldMk cId="65787708" sldId="256"/>
            <ac:spMk id="6" creationId="{C17F4C63-0E6F-E3CA-3836-F266A28DF8CA}"/>
          </ac:spMkLst>
        </pc:spChg>
        <pc:spChg chg="add mod topLvl">
          <ac:chgData name="KONGKAEW, PUTTIWAT" userId="a8adac1e-848f-4d84-b961-6a7ffb648b49" providerId="ADAL" clId="{26E655FC-5EF2-4CB5-93FE-88DBC1FB83BF}" dt="2025-01-17T14:56:33.803" v="46" actId="165"/>
          <ac:spMkLst>
            <pc:docMk/>
            <pc:sldMk cId="65787708" sldId="256"/>
            <ac:spMk id="7" creationId="{896EFB3F-2658-03CD-2E98-79D5B850F67A}"/>
          </ac:spMkLst>
        </pc:spChg>
        <pc:spChg chg="add mod topLvl">
          <ac:chgData name="KONGKAEW, PUTTIWAT" userId="a8adac1e-848f-4d84-b961-6a7ffb648b49" providerId="ADAL" clId="{26E655FC-5EF2-4CB5-93FE-88DBC1FB83BF}" dt="2025-01-17T14:56:33.803" v="46" actId="165"/>
          <ac:spMkLst>
            <pc:docMk/>
            <pc:sldMk cId="65787708" sldId="256"/>
            <ac:spMk id="8" creationId="{4DDED9E7-34D0-E8BF-ED08-BE3EBFB13876}"/>
          </ac:spMkLst>
        </pc:spChg>
        <pc:spChg chg="add mod topLvl">
          <ac:chgData name="KONGKAEW, PUTTIWAT" userId="a8adac1e-848f-4d84-b961-6a7ffb648b49" providerId="ADAL" clId="{26E655FC-5EF2-4CB5-93FE-88DBC1FB83BF}" dt="2025-01-17T14:56:33.803" v="46" actId="165"/>
          <ac:spMkLst>
            <pc:docMk/>
            <pc:sldMk cId="65787708" sldId="256"/>
            <ac:spMk id="9" creationId="{8035A241-D1E7-D5F7-112D-F584666CA428}"/>
          </ac:spMkLst>
        </pc:spChg>
        <pc:spChg chg="add mod topLvl">
          <ac:chgData name="KONGKAEW, PUTTIWAT" userId="a8adac1e-848f-4d84-b961-6a7ffb648b49" providerId="ADAL" clId="{26E655FC-5EF2-4CB5-93FE-88DBC1FB83BF}" dt="2025-01-17T14:56:33.803" v="46" actId="165"/>
          <ac:spMkLst>
            <pc:docMk/>
            <pc:sldMk cId="65787708" sldId="256"/>
            <ac:spMk id="10" creationId="{EC65E098-8B7E-1867-8743-E5466CF1B779}"/>
          </ac:spMkLst>
        </pc:spChg>
        <pc:grpChg chg="add del mod">
          <ac:chgData name="KONGKAEW, PUTTIWAT" userId="a8adac1e-848f-4d84-b961-6a7ffb648b49" providerId="ADAL" clId="{26E655FC-5EF2-4CB5-93FE-88DBC1FB83BF}" dt="2025-01-17T14:56:33.803" v="46" actId="165"/>
          <ac:grpSpMkLst>
            <pc:docMk/>
            <pc:sldMk cId="65787708" sldId="256"/>
            <ac:grpSpMk id="11" creationId="{BA4C9748-22D7-900E-8734-DBC9331BCED9}"/>
          </ac:grpSpMkLst>
        </pc:grpChg>
        <pc:picChg chg="add mod topLvl">
          <ac:chgData name="KONGKAEW, PUTTIWAT" userId="a8adac1e-848f-4d84-b961-6a7ffb648b49" providerId="ADAL" clId="{26E655FC-5EF2-4CB5-93FE-88DBC1FB83BF}" dt="2025-01-17T14:56:33.803" v="46" actId="165"/>
          <ac:picMkLst>
            <pc:docMk/>
            <pc:sldMk cId="65787708" sldId="256"/>
            <ac:picMk id="5" creationId="{769285E3-EB54-3D3B-C8F5-975ADCE6E7D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43A9-0825-6FFB-89E8-050F6624A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FF7C6-4446-B35E-18AB-24CC400F2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C8835-D405-36CE-D55F-6C056EC1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520BE-8744-46F5-AA90-2623108B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F6365-D175-A5E4-B486-2C37B3E5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71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491E-80D8-9362-815C-24229CF2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B26E6-B5CB-26A5-E430-980702ECC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23DFB-C7CA-0B61-7B4B-421EFF0C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F040-5D45-B35A-42FC-7AD56356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BB82C-A70F-D1CF-DF2E-B307D3AE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41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6ED0-606C-BBA6-2FC9-05D85AD0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9A6D7-8075-3F23-AB5D-2BBD77848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17022-9CAF-29BF-6228-D1AC04A0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65F35-8A8B-2B2E-F9B4-21607231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345D-BD81-0379-6504-2DB52D05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3BB8-B3AB-7E0B-70E0-EA4CAC58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8FF94-9375-050B-5C97-36CE1D6D2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51DF-A029-A6A6-7D00-B1BD74828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0B793-2FB4-1B61-6927-4150ACEB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42CBB-A88F-08B0-7EE9-38BC8592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31A7F-26CF-8C98-A36F-BE1F1095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39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4694-BB9F-2156-9F0D-49D9CC60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8396F-DB0D-487F-F947-CFA7D248C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1C7E1-FC3D-076B-1C9E-B1D25DF08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9BBEF-3433-AB58-978A-70B188215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D604D-5F16-D193-D808-F0D98B8D1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F3CC5-6AD7-4A66-681F-BB931A23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33F7D2-58FC-2F44-A1EE-71ED8EB5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CFCE6-354C-69C1-0E5E-B5CAC394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70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A018-BEA5-C44D-874D-56F2398A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8B5F8-308D-F4A2-6B42-83BB5B6D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271D5-850A-75C9-27D8-75796E20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9A8E2-99B6-5B9D-03FB-61ABA0B5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67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F3774-FB94-ECBA-F2A5-EB2C0702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C7F90B-B1CF-FE3D-4EB9-2E3FDF04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6CA2E-28DF-AA55-7055-4B4BF28A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505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6069-6C5D-66E7-F575-65F06F7C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13037-0A9D-A87C-1E8C-B4E3B7C70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5D4E3-2C6A-2134-CB0E-22FF3E0D9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F646B-C538-DFD3-EEE1-5272DE0D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FFFB7-D9A3-E685-661E-CD6B494F6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80CF2-BBF2-DFB3-8D7A-B7010E1C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77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B0690-1E1F-FE19-6E85-1FB2A0F8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C640D7-492E-2837-13ED-64C80AB75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5FE56-9609-6AA9-0259-9C1B879BB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414D4-6232-8786-A9D9-BB8FB999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AB364-CB84-7B7E-6DBB-502C5FCD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C89C8-9928-967B-40FF-25726AEA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33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7364-F9FA-B610-FF09-4B182E837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852F0-DA19-7D66-DF40-30C21B378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C6FD9-23E3-56EC-018A-552CC461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F51A7-1B42-C704-A0E5-F52772D5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9052-1B81-D436-83E9-4AD2EB2B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56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BA937-A7D6-B63D-56B4-6A6C59B9D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544DC-6377-8252-13B3-4CB02DCB9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505B7-22FE-1792-9306-DC728E94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E60F8-D967-4926-EA4D-BE7F3A33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B6F40-6C8E-AB7E-02B7-6D4338E4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3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95C4C3-1200-908D-1842-5009567BC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1DE24-050C-E74C-5641-416AB5798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A900-61ED-1A29-0CC6-0BD069138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1C7B48-ABAB-4947-B929-2D4239AB3379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6653-BC8D-40EF-510A-6714294A8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300E1-B82E-8538-A996-1DC6D53F5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3B579-71FD-4315-88E5-0D0431982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09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A4C9748-22D7-900E-8734-DBC9331BCED9}"/>
              </a:ext>
            </a:extLst>
          </p:cNvPr>
          <p:cNvGrpSpPr/>
          <p:nvPr/>
        </p:nvGrpSpPr>
        <p:grpSpPr>
          <a:xfrm>
            <a:off x="961103" y="0"/>
            <a:ext cx="10287000" cy="6857999"/>
            <a:chOff x="961103" y="0"/>
            <a:chExt cx="10287000" cy="6857999"/>
          </a:xfrm>
        </p:grpSpPr>
        <p:pic>
          <p:nvPicPr>
            <p:cNvPr id="5" name="Picture 4" descr="A graph of different colored squares&#10;&#10;Description automatically generated">
              <a:extLst>
                <a:ext uri="{FF2B5EF4-FFF2-40B4-BE49-F238E27FC236}">
                  <a16:creationId xmlns:a16="http://schemas.microsoft.com/office/drawing/2014/main" id="{769285E3-EB54-3D3B-C8F5-975ADCE6E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103" y="0"/>
              <a:ext cx="10287000" cy="685799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7F4C63-0E6F-E3CA-3836-F266A28DF8CA}"/>
                </a:ext>
              </a:extLst>
            </p:cNvPr>
            <p:cNvSpPr/>
            <p:nvPr/>
          </p:nvSpPr>
          <p:spPr>
            <a:xfrm>
              <a:off x="2686050" y="828675"/>
              <a:ext cx="1304925" cy="1143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6EFB3F-2658-03CD-2E98-79D5B850F67A}"/>
                </a:ext>
              </a:extLst>
            </p:cNvPr>
            <p:cNvSpPr/>
            <p:nvPr/>
          </p:nvSpPr>
          <p:spPr>
            <a:xfrm>
              <a:off x="5191124" y="819150"/>
              <a:ext cx="866775" cy="11620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DED9E7-34D0-E8BF-ED08-BE3EBFB13876}"/>
                </a:ext>
              </a:extLst>
            </p:cNvPr>
            <p:cNvSpPr/>
            <p:nvPr/>
          </p:nvSpPr>
          <p:spPr>
            <a:xfrm>
              <a:off x="7705726" y="815770"/>
              <a:ext cx="438150" cy="11559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35A241-D1E7-D5F7-112D-F584666CA428}"/>
                </a:ext>
              </a:extLst>
            </p:cNvPr>
            <p:cNvSpPr/>
            <p:nvPr/>
          </p:nvSpPr>
          <p:spPr>
            <a:xfrm>
              <a:off x="9534525" y="815770"/>
              <a:ext cx="333376" cy="11559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65E098-8B7E-1867-8743-E5466CF1B779}"/>
                </a:ext>
              </a:extLst>
            </p:cNvPr>
            <p:cNvSpPr/>
            <p:nvPr/>
          </p:nvSpPr>
          <p:spPr>
            <a:xfrm>
              <a:off x="3543300" y="2196896"/>
              <a:ext cx="457200" cy="11463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5787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KONGKAEW, PUTTIWAT</dc:creator>
  <cp:lastModifiedBy>KONGKAEW, PUTTIWAT</cp:lastModifiedBy>
  <cp:revision>1</cp:revision>
  <dcterms:created xsi:type="dcterms:W3CDTF">2025-01-17T14:48:19Z</dcterms:created>
  <dcterms:modified xsi:type="dcterms:W3CDTF">2025-01-17T14:56:34Z</dcterms:modified>
</cp:coreProperties>
</file>