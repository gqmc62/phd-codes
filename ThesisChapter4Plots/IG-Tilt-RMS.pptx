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6845CD-09B7-4093-9599-CEABB4B1B8F7}" v="2" dt="2025-01-17T14:56:22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CC6845CD-09B7-4093-9599-CEABB4B1B8F7}"/>
    <pc:docChg chg="custSel addSld modSld">
      <pc:chgData name="KONGKAEW, PUTTIWAT" userId="a8adac1e-848f-4d84-b961-6a7ffb648b49" providerId="ADAL" clId="{CC6845CD-09B7-4093-9599-CEABB4B1B8F7}" dt="2025-01-17T14:56:28.942" v="11" actId="14100"/>
      <pc:docMkLst>
        <pc:docMk/>
      </pc:docMkLst>
      <pc:sldChg chg="addSp delSp modSp new mod">
        <pc:chgData name="KONGKAEW, PUTTIWAT" userId="a8adac1e-848f-4d84-b961-6a7ffb648b49" providerId="ADAL" clId="{CC6845CD-09B7-4093-9599-CEABB4B1B8F7}" dt="2025-01-17T14:56:28.942" v="11" actId="14100"/>
        <pc:sldMkLst>
          <pc:docMk/>
          <pc:sldMk cId="448443035" sldId="256"/>
        </pc:sldMkLst>
        <pc:spChg chg="del">
          <ac:chgData name="KONGKAEW, PUTTIWAT" userId="a8adac1e-848f-4d84-b961-6a7ffb648b49" providerId="ADAL" clId="{CC6845CD-09B7-4093-9599-CEABB4B1B8F7}" dt="2025-01-17T14:55:10.471" v="1" actId="478"/>
          <ac:spMkLst>
            <pc:docMk/>
            <pc:sldMk cId="448443035" sldId="256"/>
            <ac:spMk id="2" creationId="{DD700237-FD22-7A2C-6A79-245F65C355A8}"/>
          </ac:spMkLst>
        </pc:spChg>
        <pc:spChg chg="del">
          <ac:chgData name="KONGKAEW, PUTTIWAT" userId="a8adac1e-848f-4d84-b961-6a7ffb648b49" providerId="ADAL" clId="{CC6845CD-09B7-4093-9599-CEABB4B1B8F7}" dt="2025-01-17T14:55:11.751" v="2" actId="478"/>
          <ac:spMkLst>
            <pc:docMk/>
            <pc:sldMk cId="448443035" sldId="256"/>
            <ac:spMk id="3" creationId="{D496C513-E206-D237-A246-3F1BF0590EFB}"/>
          </ac:spMkLst>
        </pc:spChg>
        <pc:spChg chg="add mod">
          <ac:chgData name="KONGKAEW, PUTTIWAT" userId="a8adac1e-848f-4d84-b961-6a7ffb648b49" providerId="ADAL" clId="{CC6845CD-09B7-4093-9599-CEABB4B1B8F7}" dt="2025-01-17T14:56:22.623" v="10"/>
          <ac:spMkLst>
            <pc:docMk/>
            <pc:sldMk cId="448443035" sldId="256"/>
            <ac:spMk id="6" creationId="{3E1CFC23-E97B-FEC0-2B46-735586B2F362}"/>
          </ac:spMkLst>
        </pc:spChg>
        <pc:spChg chg="add mod">
          <ac:chgData name="KONGKAEW, PUTTIWAT" userId="a8adac1e-848f-4d84-b961-6a7ffb648b49" providerId="ADAL" clId="{CC6845CD-09B7-4093-9599-CEABB4B1B8F7}" dt="2025-01-17T14:56:22.623" v="10"/>
          <ac:spMkLst>
            <pc:docMk/>
            <pc:sldMk cId="448443035" sldId="256"/>
            <ac:spMk id="7" creationId="{9861F109-605E-28EA-25DB-C9693327ED29}"/>
          </ac:spMkLst>
        </pc:spChg>
        <pc:spChg chg="add mod">
          <ac:chgData name="KONGKAEW, PUTTIWAT" userId="a8adac1e-848f-4d84-b961-6a7ffb648b49" providerId="ADAL" clId="{CC6845CD-09B7-4093-9599-CEABB4B1B8F7}" dt="2025-01-17T14:56:22.623" v="10"/>
          <ac:spMkLst>
            <pc:docMk/>
            <pc:sldMk cId="448443035" sldId="256"/>
            <ac:spMk id="8" creationId="{984D7E63-19EA-4CB6-7A18-4C4D7FEF5532}"/>
          </ac:spMkLst>
        </pc:spChg>
        <pc:spChg chg="add mod">
          <ac:chgData name="KONGKAEW, PUTTIWAT" userId="a8adac1e-848f-4d84-b961-6a7ffb648b49" providerId="ADAL" clId="{CC6845CD-09B7-4093-9599-CEABB4B1B8F7}" dt="2025-01-17T14:56:28.942" v="11" actId="14100"/>
          <ac:spMkLst>
            <pc:docMk/>
            <pc:sldMk cId="448443035" sldId="256"/>
            <ac:spMk id="9" creationId="{9729D469-99D2-738C-1631-76D21BB8B2DB}"/>
          </ac:spMkLst>
        </pc:spChg>
        <pc:spChg chg="add mod">
          <ac:chgData name="KONGKAEW, PUTTIWAT" userId="a8adac1e-848f-4d84-b961-6a7ffb648b49" providerId="ADAL" clId="{CC6845CD-09B7-4093-9599-CEABB4B1B8F7}" dt="2025-01-17T14:56:22.623" v="10"/>
          <ac:spMkLst>
            <pc:docMk/>
            <pc:sldMk cId="448443035" sldId="256"/>
            <ac:spMk id="10" creationId="{8204D8DA-DF13-3399-0D02-85A142112769}"/>
          </ac:spMkLst>
        </pc:spChg>
        <pc:picChg chg="add mod">
          <ac:chgData name="KONGKAEW, PUTTIWAT" userId="a8adac1e-848f-4d84-b961-6a7ffb648b49" providerId="ADAL" clId="{CC6845CD-09B7-4093-9599-CEABB4B1B8F7}" dt="2025-01-17T14:56:20.621" v="9" actId="14100"/>
          <ac:picMkLst>
            <pc:docMk/>
            <pc:sldMk cId="448443035" sldId="256"/>
            <ac:picMk id="5" creationId="{E5B57D16-66C1-E20E-C6AC-F390283D03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63D8-515B-A4A2-C6CC-933C97080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E47A-E701-C12B-46EF-E9B507299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0C215-8FCC-194C-8599-65F5FD8A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CC616-FA0A-1FF6-7F95-F5E26D66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063D8-AD5E-A245-8435-FFD7C430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73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201D-D790-ED89-6EFB-EB821C32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84A5-2DFA-467B-F58E-07BB7DB8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D2AB6-9A8A-1C25-DA10-08C181B0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C3D52-EBAF-79AD-01C0-149703CA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217A2-E519-94AF-C5B7-0CD1F91B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88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37B83-D5B7-E103-5FEA-10850AE1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B607B-B9B9-20BA-B87F-0AD3FE98F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A010C-5944-7ACA-7F92-453C9C16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B1390-C951-E427-3E04-B7FAA3C1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FFCC7-AF5E-4722-8CF8-C744ADFE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16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6C1EB-C5B5-D92E-73E3-0AD5DD21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C29E2-9DA3-46C6-5484-8A14FA8A0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227EA-FF0C-D36C-1561-3454AE6BD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AF415-AD6D-4BC0-4BAE-1CDA9F0F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9C3BF-F0EE-83C5-605D-45ABBC22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19F8F-1D75-0B5D-CB42-0971005A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73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1447-9A6D-81D0-02A3-473175FD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E0D68-2547-2090-DB28-0A2B9DE0A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24FC6-2D4B-0F7F-7EF6-8BE55628E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B9083-1ADB-062F-AB1D-A76431CF6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667B0-8D78-3914-6F70-AB145D904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141D0-484F-3459-B892-FBC448250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9D3D2-C315-F334-2819-FFFD36BC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61F00-5E0E-8920-8100-159C3403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68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CEF8-8D2C-2167-C49F-ADA96B54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2D20F-0AEE-5509-CFA2-46E5DA56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7D143-F736-62D4-6A9F-A85D6BC4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36469-AA76-AC01-8AC5-0AC30F3B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84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B34C2-A2E2-A936-F77A-83295CEC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F886F-5B05-AFC9-B397-70825C43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70E36-4F22-FAEF-0213-B0F7B9AC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44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1C23-A15D-1C11-AE03-7B272312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8D508-DFFE-0B3B-5712-3C2E3F5BA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670FE-1004-FAB2-7694-FB154D819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95B42-99F2-6D0F-3EA8-CE4D4A7B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A31FC-AF68-B302-0A1E-61C77C5E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FD8C0-BD86-1251-DCA8-AA0BCECD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66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24ED8-2091-3424-32ED-B2B62AEC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4CFBD-6BC5-4F1A-0E15-C0618C0BF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88B6F-0DC6-0018-AC74-157FEE40B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30A6B-6F9C-BE48-063C-ACF5BCB5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DA316-85F4-CA42-B1AA-BF7CC708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0AEA2-1F09-EA9C-AA48-84DA2257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43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089B-97C8-50CA-582D-FD85D703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EFEB7-A293-4C32-C1F3-936BE06AF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CADDB-C557-435A-D6AA-F946A519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B83A5-6AFA-7C30-2851-BA2ECA2F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F5667-81F0-05AC-F02E-394D6CB6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61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7963A-E273-5E8B-3C49-7A976D3DF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0317C-C007-CD22-7A96-4B56676AA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78BC5-065E-6046-B5D6-B63DDCD74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EBD30-4574-B43E-A65A-6490C361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073E0-E308-2528-6756-5B817D91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8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138963-15EF-4F4F-8EDE-FFFA9C1E5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AAB4B-97F2-096B-459D-1D44B1B48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05B7E-352F-F2E9-2829-24BFBB119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DB546-1D06-479E-9FA8-9DDB112D135A}" type="datetimeFigureOut">
              <a:rPr lang="en-GB" smtClean="0"/>
              <a:t>2025-01-17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1C671-213F-0C1B-CCC7-0D3C8D3FA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84EF3-7ABD-ADE9-D326-E92B30C5B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926B9-1061-4A89-A0AA-F8BAFD66A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58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different colored squares&#10;&#10;Description automatically generated">
            <a:extLst>
              <a:ext uri="{FF2B5EF4-FFF2-40B4-BE49-F238E27FC236}">
                <a16:creationId xmlns:a16="http://schemas.microsoft.com/office/drawing/2014/main" id="{E5B57D16-66C1-E20E-C6AC-F390283D0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-1"/>
            <a:ext cx="10287002" cy="6858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1CFC23-E97B-FEC0-2B46-735586B2F362}"/>
              </a:ext>
            </a:extLst>
          </p:cNvPr>
          <p:cNvSpPr/>
          <p:nvPr/>
        </p:nvSpPr>
        <p:spPr>
          <a:xfrm>
            <a:off x="2686050" y="828675"/>
            <a:ext cx="1304925" cy="1143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61F109-605E-28EA-25DB-C9693327ED29}"/>
              </a:ext>
            </a:extLst>
          </p:cNvPr>
          <p:cNvSpPr/>
          <p:nvPr/>
        </p:nvSpPr>
        <p:spPr>
          <a:xfrm>
            <a:off x="5191124" y="819150"/>
            <a:ext cx="866775" cy="1162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D7E63-19EA-4CB6-7A18-4C4D7FEF5532}"/>
              </a:ext>
            </a:extLst>
          </p:cNvPr>
          <p:cNvSpPr/>
          <p:nvPr/>
        </p:nvSpPr>
        <p:spPr>
          <a:xfrm>
            <a:off x="7705726" y="815770"/>
            <a:ext cx="438150" cy="11559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29D469-99D2-738C-1631-76D21BB8B2DB}"/>
              </a:ext>
            </a:extLst>
          </p:cNvPr>
          <p:cNvSpPr/>
          <p:nvPr/>
        </p:nvSpPr>
        <p:spPr>
          <a:xfrm>
            <a:off x="9527458" y="815770"/>
            <a:ext cx="340443" cy="11559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4D8DA-DF13-3399-0D02-85A142112769}"/>
              </a:ext>
            </a:extLst>
          </p:cNvPr>
          <p:cNvSpPr/>
          <p:nvPr/>
        </p:nvSpPr>
        <p:spPr>
          <a:xfrm>
            <a:off x="3543300" y="2196896"/>
            <a:ext cx="457200" cy="11463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44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KONGKAEW, PUTTIWAT</dc:creator>
  <cp:lastModifiedBy>KONGKAEW, PUTTIWAT</cp:lastModifiedBy>
  <cp:revision>1</cp:revision>
  <dcterms:created xsi:type="dcterms:W3CDTF">2025-01-17T14:53:49Z</dcterms:created>
  <dcterms:modified xsi:type="dcterms:W3CDTF">2025-01-17T14:56:30Z</dcterms:modified>
</cp:coreProperties>
</file>