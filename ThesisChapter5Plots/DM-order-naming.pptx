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10799763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464EB-B6EB-4E9A-A738-DBC98E3C4FFD}" v="1" dt="2025-07-15T15:02:28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7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2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EB9464EB-B6EB-4E9A-A738-DBC98E3C4FFD}"/>
    <pc:docChg chg="modSld">
      <pc:chgData name="KONGKAEW, PUTTIWAT" userId="a8adac1e-848f-4d84-b961-6a7ffb648b49" providerId="ADAL" clId="{EB9464EB-B6EB-4E9A-A738-DBC98E3C4FFD}" dt="2025-07-15T15:02:28.022" v="36" actId="164"/>
      <pc:docMkLst>
        <pc:docMk/>
      </pc:docMkLst>
      <pc:sldChg chg="addSp modSp mod">
        <pc:chgData name="KONGKAEW, PUTTIWAT" userId="a8adac1e-848f-4d84-b961-6a7ffb648b49" providerId="ADAL" clId="{EB9464EB-B6EB-4E9A-A738-DBC98E3C4FFD}" dt="2025-07-15T15:02:28.022" v="36" actId="164"/>
        <pc:sldMkLst>
          <pc:docMk/>
          <pc:sldMk cId="3631730575" sldId="256"/>
        </pc:sldMkLst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4" creationId="{17E1BE1B-9FDB-E2AC-6A52-D1E56A5AEA94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5" creationId="{192C2966-BDF0-9FDC-F174-1EBA6FCE511F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6" creationId="{2411CDDF-31DD-6895-F568-86262C5AF407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7" creationId="{2A4E8369-6428-4092-4B8D-37C87DD21267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8" creationId="{3F6F1D7F-1FBB-970A-1E23-1E1431832F41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9" creationId="{725C1E36-AE3B-4FED-542A-3BEA0ADAC1CC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10" creationId="{F6CCCDBC-F6D3-431A-0B5F-2CA047AB0FEC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11" creationId="{5886828D-C126-0D7E-968E-28B221A51434}"/>
          </ac:spMkLst>
        </pc:spChg>
        <pc:spChg chg="mod">
          <ac:chgData name="KONGKAEW, PUTTIWAT" userId="a8adac1e-848f-4d84-b961-6a7ffb648b49" providerId="ADAL" clId="{EB9464EB-B6EB-4E9A-A738-DBC98E3C4FFD}" dt="2025-07-15T15:02:28.022" v="36" actId="164"/>
          <ac:spMkLst>
            <pc:docMk/>
            <pc:sldMk cId="3631730575" sldId="256"/>
            <ac:spMk id="12" creationId="{F8C61AA4-E5F0-7E55-C212-67CE4971EC24}"/>
          </ac:spMkLst>
        </pc:spChg>
        <pc:grpChg chg="add mod">
          <ac:chgData name="KONGKAEW, PUTTIWAT" userId="a8adac1e-848f-4d84-b961-6a7ffb648b49" providerId="ADAL" clId="{EB9464EB-B6EB-4E9A-A738-DBC98E3C4FFD}" dt="2025-07-15T15:02:28.022" v="36" actId="164"/>
          <ac:grpSpMkLst>
            <pc:docMk/>
            <pc:sldMk cId="3631730575" sldId="256"/>
            <ac:grpSpMk id="2" creationId="{4B59328B-D175-67F2-1F14-024410576A78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294620"/>
            <a:ext cx="8099822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945535"/>
            <a:ext cx="8099822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55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48807"/>
            <a:ext cx="931479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204734"/>
            <a:ext cx="931479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33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79227"/>
            <a:ext cx="4589899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79227"/>
            <a:ext cx="4589899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79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5846"/>
            <a:ext cx="9314796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441305"/>
            <a:ext cx="45688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657582"/>
            <a:ext cx="4568806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441305"/>
            <a:ext cx="45913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657582"/>
            <a:ext cx="4591306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04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89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42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59199"/>
            <a:ext cx="5467380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85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59199"/>
            <a:ext cx="5467380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57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4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95846"/>
            <a:ext cx="2328699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95846"/>
            <a:ext cx="6851100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8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95846"/>
            <a:ext cx="931479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79227"/>
            <a:ext cx="931479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38690-BD20-43E2-A8B2-8A88EB29AF17}" type="datetimeFigureOut">
              <a:rPr lang="en-GB" smtClean="0"/>
              <a:t>2025-07-15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668542"/>
            <a:ext cx="36449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D5BAA-A85B-4B7B-B0A2-362971EE17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66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B59328B-D175-67F2-1F14-024410576A78}"/>
              </a:ext>
            </a:extLst>
          </p:cNvPr>
          <p:cNvGrpSpPr/>
          <p:nvPr/>
        </p:nvGrpSpPr>
        <p:grpSpPr>
          <a:xfrm>
            <a:off x="34976" y="599850"/>
            <a:ext cx="10724373" cy="646203"/>
            <a:chOff x="34976" y="599850"/>
            <a:chExt cx="10724373" cy="64620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E1BE1B-9FDB-E2AC-6A52-D1E56A5AEA94}"/>
                </a:ext>
              </a:extLst>
            </p:cNvPr>
            <p:cNvSpPr txBox="1"/>
            <p:nvPr/>
          </p:nvSpPr>
          <p:spPr>
            <a:xfrm>
              <a:off x="34976" y="599850"/>
              <a:ext cx="2423869" cy="64620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599" dirty="0"/>
                <a:t>Turbulence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2C2966-BDF0-9FDC-F174-1EBA6FCE511F}"/>
                </a:ext>
              </a:extLst>
            </p:cNvPr>
            <p:cNvSpPr txBox="1"/>
            <p:nvPr/>
          </p:nvSpPr>
          <p:spPr>
            <a:xfrm>
              <a:off x="3077178" y="599850"/>
              <a:ext cx="2201180" cy="64620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599" dirty="0"/>
                <a:t>Telescope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11CDDF-31DD-6895-F568-86262C5AF407}"/>
                </a:ext>
              </a:extLst>
            </p:cNvPr>
            <p:cNvSpPr txBox="1"/>
            <p:nvPr/>
          </p:nvSpPr>
          <p:spPr>
            <a:xfrm>
              <a:off x="5992656" y="599850"/>
              <a:ext cx="1112805" cy="64620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599" dirty="0"/>
                <a:t>DM1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4E8369-6428-4092-4B8D-37C87DD21267}"/>
                </a:ext>
              </a:extLst>
            </p:cNvPr>
            <p:cNvSpPr txBox="1"/>
            <p:nvPr/>
          </p:nvSpPr>
          <p:spPr>
            <a:xfrm>
              <a:off x="7877778" y="599850"/>
              <a:ext cx="1112805" cy="64620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599" dirty="0"/>
                <a:t>DM2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6F1D7F-1FBB-970A-1E23-1E1431832F41}"/>
                </a:ext>
              </a:extLst>
            </p:cNvPr>
            <p:cNvSpPr txBox="1"/>
            <p:nvPr/>
          </p:nvSpPr>
          <p:spPr>
            <a:xfrm>
              <a:off x="9659368" y="599850"/>
              <a:ext cx="1099981" cy="64620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599" dirty="0"/>
                <a:t>WFS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25C1E36-AE3B-4FED-542A-3BEA0ADAC1CC}"/>
                </a:ext>
              </a:extLst>
            </p:cNvPr>
            <p:cNvSpPr/>
            <p:nvPr/>
          </p:nvSpPr>
          <p:spPr>
            <a:xfrm>
              <a:off x="2546902" y="720000"/>
              <a:ext cx="457200" cy="419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F6CCCDBC-F6D3-431A-0B5F-2CA047AB0FEC}"/>
                </a:ext>
              </a:extLst>
            </p:cNvPr>
            <p:cNvSpPr/>
            <p:nvPr/>
          </p:nvSpPr>
          <p:spPr>
            <a:xfrm>
              <a:off x="5398604" y="720000"/>
              <a:ext cx="457200" cy="419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5886828D-C126-0D7E-968E-28B221A51434}"/>
                </a:ext>
              </a:extLst>
            </p:cNvPr>
            <p:cNvSpPr/>
            <p:nvPr/>
          </p:nvSpPr>
          <p:spPr>
            <a:xfrm>
              <a:off x="7272130" y="720000"/>
              <a:ext cx="457200" cy="419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F8C61AA4-E5F0-7E55-C212-67CE4971EC24}"/>
                </a:ext>
              </a:extLst>
            </p:cNvPr>
            <p:cNvSpPr/>
            <p:nvPr/>
          </p:nvSpPr>
          <p:spPr>
            <a:xfrm>
              <a:off x="9110870" y="720000"/>
              <a:ext cx="457200" cy="419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3173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2025-07-15T14:37:02Z</dcterms:created>
  <dcterms:modified xsi:type="dcterms:W3CDTF">2025-07-15T15:02:39Z</dcterms:modified>
</cp:coreProperties>
</file>