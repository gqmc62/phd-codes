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833A2-56E2-4BA6-A5A4-BFB5BA4824A6}" v="32" dt="2025-04-10T13:33:25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101" d="100"/>
          <a:sy n="101" d="100"/>
        </p:scale>
        <p:origin x="16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138833A2-56E2-4BA6-A5A4-BFB5BA4824A6}"/>
    <pc:docChg chg="addSld modSld">
      <pc:chgData name="KONGKAEW, PUTTIWAT" userId="a8adac1e-848f-4d84-b961-6a7ffb648b49" providerId="ADAL" clId="{138833A2-56E2-4BA6-A5A4-BFB5BA4824A6}" dt="2025-04-10T13:33:25.544" v="36" actId="20577"/>
      <pc:docMkLst>
        <pc:docMk/>
      </pc:docMkLst>
      <pc:sldChg chg="modSp add mod">
        <pc:chgData name="KONGKAEW, PUTTIWAT" userId="a8adac1e-848f-4d84-b961-6a7ffb648b49" providerId="ADAL" clId="{138833A2-56E2-4BA6-A5A4-BFB5BA4824A6}" dt="2025-04-10T13:33:25.544" v="36" actId="20577"/>
        <pc:sldMkLst>
          <pc:docMk/>
          <pc:sldMk cId="1099071172" sldId="262"/>
        </pc:sldMkLst>
        <pc:spChg chg="mod">
          <ac:chgData name="KONGKAEW, PUTTIWAT" userId="a8adac1e-848f-4d84-b961-6a7ffb648b49" providerId="ADAL" clId="{138833A2-56E2-4BA6-A5A4-BFB5BA4824A6}" dt="2025-04-10T13:33:25.544" v="36" actId="20577"/>
          <ac:spMkLst>
            <pc:docMk/>
            <pc:sldMk cId="1099071172" sldId="262"/>
            <ac:spMk id="15" creationId="{97FE19CD-868A-E76A-0089-D20FE4A4E77F}"/>
          </ac:spMkLst>
        </pc:spChg>
        <pc:spChg chg="mod">
          <ac:chgData name="KONGKAEW, PUTTIWAT" userId="a8adac1e-848f-4d84-b961-6a7ffb648b49" providerId="ADAL" clId="{138833A2-56E2-4BA6-A5A4-BFB5BA4824A6}" dt="2025-04-10T13:33:20.961" v="32" actId="20577"/>
          <ac:spMkLst>
            <pc:docMk/>
            <pc:sldMk cId="1099071172" sldId="262"/>
            <ac:spMk id="41" creationId="{7F1832C1-BA36-AAA8-EB10-D0697D84A4FB}"/>
          </ac:spMkLst>
        </pc:spChg>
        <pc:spChg chg="mod">
          <ac:chgData name="KONGKAEW, PUTTIWAT" userId="a8adac1e-848f-4d84-b961-6a7ffb648b49" providerId="ADAL" clId="{138833A2-56E2-4BA6-A5A4-BFB5BA4824A6}" dt="2025-04-10T13:28:59.626" v="6" actId="20577"/>
          <ac:spMkLst>
            <pc:docMk/>
            <pc:sldMk cId="1099071172" sldId="262"/>
            <ac:spMk id="43" creationId="{3211234A-D229-8944-64E5-8D32B59DA7CE}"/>
          </ac:spMkLst>
        </pc:spChg>
        <pc:spChg chg="mod">
          <ac:chgData name="KONGKAEW, PUTTIWAT" userId="a8adac1e-848f-4d84-b961-6a7ffb648b49" providerId="ADAL" clId="{138833A2-56E2-4BA6-A5A4-BFB5BA4824A6}" dt="2025-04-10T13:28:57.754" v="4" actId="20577"/>
          <ac:spMkLst>
            <pc:docMk/>
            <pc:sldMk cId="1099071172" sldId="262"/>
            <ac:spMk id="44" creationId="{F333C275-8A27-E55A-1958-9382DF7F72F5}"/>
          </ac:spMkLst>
        </pc:spChg>
        <pc:spChg chg="mod">
          <ac:chgData name="KONGKAEW, PUTTIWAT" userId="a8adac1e-848f-4d84-b961-6a7ffb648b49" providerId="ADAL" clId="{138833A2-56E2-4BA6-A5A4-BFB5BA4824A6}" dt="2025-04-10T13:28:54.511" v="2" actId="20577"/>
          <ac:spMkLst>
            <pc:docMk/>
            <pc:sldMk cId="1099071172" sldId="262"/>
            <ac:spMk id="45" creationId="{C1DF132E-3DD9-BBAF-1B75-D60B06DFDC58}"/>
          </ac:spMkLst>
        </pc:spChg>
        <pc:spChg chg="mod">
          <ac:chgData name="KONGKAEW, PUTTIWAT" userId="a8adac1e-848f-4d84-b961-6a7ffb648b49" providerId="ADAL" clId="{138833A2-56E2-4BA6-A5A4-BFB5BA4824A6}" dt="2025-04-10T13:30:05.790" v="24" actId="20577"/>
          <ac:spMkLst>
            <pc:docMk/>
            <pc:sldMk cId="1099071172" sldId="262"/>
            <ac:spMk id="72" creationId="{2B35AE54-41D4-4E2F-698F-8943369001AD}"/>
          </ac:spMkLst>
        </pc:spChg>
        <pc:spChg chg="mod">
          <ac:chgData name="KONGKAEW, PUTTIWAT" userId="a8adac1e-848f-4d84-b961-6a7ffb648b49" providerId="ADAL" clId="{138833A2-56E2-4BA6-A5A4-BFB5BA4824A6}" dt="2025-04-10T13:29:11.064" v="12" actId="20577"/>
          <ac:spMkLst>
            <pc:docMk/>
            <pc:sldMk cId="1099071172" sldId="262"/>
            <ac:spMk id="123" creationId="{002D5061-DF9C-552D-0F55-98483A838335}"/>
          </ac:spMkLst>
        </pc:spChg>
        <pc:spChg chg="mod">
          <ac:chgData name="KONGKAEW, PUTTIWAT" userId="a8adac1e-848f-4d84-b961-6a7ffb648b49" providerId="ADAL" clId="{138833A2-56E2-4BA6-A5A4-BFB5BA4824A6}" dt="2025-04-10T13:29:20.315" v="16" actId="20577"/>
          <ac:spMkLst>
            <pc:docMk/>
            <pc:sldMk cId="1099071172" sldId="262"/>
            <ac:spMk id="125" creationId="{6BCB759C-4756-29CF-466D-BC5A35C24499}"/>
          </ac:spMkLst>
        </pc:spChg>
        <pc:spChg chg="mod">
          <ac:chgData name="KONGKAEW, PUTTIWAT" userId="a8adac1e-848f-4d84-b961-6a7ffb648b49" providerId="ADAL" clId="{138833A2-56E2-4BA6-A5A4-BFB5BA4824A6}" dt="2025-04-10T13:29:04.480" v="8" actId="20577"/>
          <ac:spMkLst>
            <pc:docMk/>
            <pc:sldMk cId="1099071172" sldId="262"/>
            <ac:spMk id="127" creationId="{FBEC9F35-D577-7DB9-BC49-A235248D62A7}"/>
          </ac:spMkLst>
        </pc:spChg>
        <pc:cxnChg chg="mod">
          <ac:chgData name="KONGKAEW, PUTTIWAT" userId="a8adac1e-848f-4d84-b961-6a7ffb648b49" providerId="ADAL" clId="{138833A2-56E2-4BA6-A5A4-BFB5BA4824A6}" dt="2025-04-10T13:33:25.544" v="36" actId="20577"/>
          <ac:cxnSpMkLst>
            <pc:docMk/>
            <pc:sldMk cId="1099071172" sldId="262"/>
            <ac:cxnSpMk id="17" creationId="{A091D5A3-CCAF-6781-5570-31B2B692B8A8}"/>
          </ac:cxnSpMkLst>
        </pc:cxnChg>
        <pc:cxnChg chg="mod">
          <ac:chgData name="KONGKAEW, PUTTIWAT" userId="a8adac1e-848f-4d84-b961-6a7ffb648b49" providerId="ADAL" clId="{138833A2-56E2-4BA6-A5A4-BFB5BA4824A6}" dt="2025-04-10T13:33:20.961" v="32" actId="20577"/>
          <ac:cxnSpMkLst>
            <pc:docMk/>
            <pc:sldMk cId="1099071172" sldId="262"/>
            <ac:cxnSpMk id="46" creationId="{6CE7E4AC-63AD-392A-92DD-B96FC8CDF7F5}"/>
          </ac:cxnSpMkLst>
        </pc:cxnChg>
      </pc:sldChg>
    </pc:docChg>
  </pc:docChgLst>
  <pc:docChgLst>
    <pc:chgData name="KONGKAEW, PUTTIWAT" userId="a8adac1e-848f-4d84-b961-6a7ffb648b49" providerId="ADAL" clId="{7BED335D-7759-4E8C-9521-019E9C4B3AE9}"/>
    <pc:docChg chg="undo redo custSel addSld delSld modSld">
      <pc:chgData name="KONGKAEW, PUTTIWAT" userId="a8adac1e-848f-4d84-b961-6a7ffb648b49" providerId="ADAL" clId="{7BED335D-7759-4E8C-9521-019E9C4B3AE9}" dt="2025-03-04T21:34:36.247" v="1937" actId="478"/>
      <pc:docMkLst>
        <pc:docMk/>
      </pc:docMkLst>
      <pc:sldChg chg="modSp mod">
        <pc:chgData name="KONGKAEW, PUTTIWAT" userId="a8adac1e-848f-4d84-b961-6a7ffb648b49" providerId="ADAL" clId="{7BED335D-7759-4E8C-9521-019E9C4B3AE9}" dt="2025-03-04T14:33:54.332" v="160" actId="1035"/>
        <pc:sldMkLst>
          <pc:docMk/>
          <pc:sldMk cId="1825169448" sldId="256"/>
        </pc:sldMkLst>
        <pc:spChg chg="mod">
          <ac:chgData name="KONGKAEW, PUTTIWAT" userId="a8adac1e-848f-4d84-b961-6a7ffb648b49" providerId="ADAL" clId="{7BED335D-7759-4E8C-9521-019E9C4B3AE9}" dt="2025-03-04T14:27:53.830" v="11" actId="1036"/>
          <ac:spMkLst>
            <pc:docMk/>
            <pc:sldMk cId="1825169448" sldId="256"/>
            <ac:spMk id="24" creationId="{07A54BD5-54AC-0E2C-245A-21A7AB1AE3FA}"/>
          </ac:spMkLst>
        </pc:spChg>
        <pc:spChg chg="mod">
          <ac:chgData name="KONGKAEW, PUTTIWAT" userId="a8adac1e-848f-4d84-b961-6a7ffb648b49" providerId="ADAL" clId="{7BED335D-7759-4E8C-9521-019E9C4B3AE9}" dt="2025-03-04T14:33:54.332" v="160" actId="1035"/>
          <ac:spMkLst>
            <pc:docMk/>
            <pc:sldMk cId="1825169448" sldId="256"/>
            <ac:spMk id="25" creationId="{22415260-C9F7-AC63-0FE4-2FEB813D3836}"/>
          </ac:spMkLst>
        </pc:spChg>
        <pc:spChg chg="mod">
          <ac:chgData name="KONGKAEW, PUTTIWAT" userId="a8adac1e-848f-4d84-b961-6a7ffb648b49" providerId="ADAL" clId="{7BED335D-7759-4E8C-9521-019E9C4B3AE9}" dt="2025-03-04T14:32:48.063" v="52" actId="1037"/>
          <ac:spMkLst>
            <pc:docMk/>
            <pc:sldMk cId="1825169448" sldId="256"/>
            <ac:spMk id="26" creationId="{C9E54E49-B160-68CC-AAB3-6064BF1B23DF}"/>
          </ac:spMkLst>
        </pc:spChg>
        <pc:spChg chg="mod">
          <ac:chgData name="KONGKAEW, PUTTIWAT" userId="a8adac1e-848f-4d84-b961-6a7ffb648b49" providerId="ADAL" clId="{7BED335D-7759-4E8C-9521-019E9C4B3AE9}" dt="2025-03-04T14:32:57.689" v="68" actId="1035"/>
          <ac:spMkLst>
            <pc:docMk/>
            <pc:sldMk cId="1825169448" sldId="256"/>
            <ac:spMk id="27" creationId="{E9E1826F-C3A3-1BA6-3EE3-6C023A0152A9}"/>
          </ac:spMkLst>
        </pc:spChg>
        <pc:spChg chg="mod">
          <ac:chgData name="KONGKAEW, PUTTIWAT" userId="a8adac1e-848f-4d84-b961-6a7ffb648b49" providerId="ADAL" clId="{7BED335D-7759-4E8C-9521-019E9C4B3AE9}" dt="2025-03-04T14:33:23.426" v="115" actId="1035"/>
          <ac:spMkLst>
            <pc:docMk/>
            <pc:sldMk cId="1825169448" sldId="256"/>
            <ac:spMk id="28" creationId="{DE4C7C72-8A06-917C-3C04-99294FBBFC71}"/>
          </ac:spMkLst>
        </pc:spChg>
        <pc:spChg chg="mod">
          <ac:chgData name="KONGKAEW, PUTTIWAT" userId="a8adac1e-848f-4d84-b961-6a7ffb648b49" providerId="ADAL" clId="{7BED335D-7759-4E8C-9521-019E9C4B3AE9}" dt="2025-03-04T14:33:30.715" v="131" actId="1038"/>
          <ac:spMkLst>
            <pc:docMk/>
            <pc:sldMk cId="1825169448" sldId="256"/>
            <ac:spMk id="31" creationId="{58D6D7EE-0170-2421-40BC-F08D93964978}"/>
          </ac:spMkLst>
        </pc:spChg>
        <pc:spChg chg="mod">
          <ac:chgData name="KONGKAEW, PUTTIWAT" userId="a8adac1e-848f-4d84-b961-6a7ffb648b49" providerId="ADAL" clId="{7BED335D-7759-4E8C-9521-019E9C4B3AE9}" dt="2025-03-04T14:33:09.620" v="98" actId="1038"/>
          <ac:spMkLst>
            <pc:docMk/>
            <pc:sldMk cId="1825169448" sldId="256"/>
            <ac:spMk id="34" creationId="{B6A85AF7-F232-8394-4602-512125AF100E}"/>
          </ac:spMkLst>
        </pc:spChg>
        <pc:spChg chg="mod">
          <ac:chgData name="KONGKAEW, PUTTIWAT" userId="a8adac1e-848f-4d84-b961-6a7ffb648b49" providerId="ADAL" clId="{7BED335D-7759-4E8C-9521-019E9C4B3AE9}" dt="2025-03-04T14:33:45.380" v="144" actId="1036"/>
          <ac:spMkLst>
            <pc:docMk/>
            <pc:sldMk cId="1825169448" sldId="256"/>
            <ac:spMk id="35" creationId="{2F825BDC-6ECF-A297-E6D0-0966FFCE177F}"/>
          </ac:spMkLst>
        </pc:spChg>
        <pc:spChg chg="mod">
          <ac:chgData name="KONGKAEW, PUTTIWAT" userId="a8adac1e-848f-4d84-b961-6a7ffb648b49" providerId="ADAL" clId="{7BED335D-7759-4E8C-9521-019E9C4B3AE9}" dt="2025-03-04T14:32:21.445" v="31" actId="404"/>
          <ac:spMkLst>
            <pc:docMk/>
            <pc:sldMk cId="1825169448" sldId="256"/>
            <ac:spMk id="39" creationId="{5236E63F-9742-785B-840F-86F6244C2DF1}"/>
          </ac:spMkLst>
        </pc:spChg>
        <pc:spChg chg="mod">
          <ac:chgData name="KONGKAEW, PUTTIWAT" userId="a8adac1e-848f-4d84-b961-6a7ffb648b49" providerId="ADAL" clId="{7BED335D-7759-4E8C-9521-019E9C4B3AE9}" dt="2025-03-04T14:32:21.445" v="31" actId="404"/>
          <ac:spMkLst>
            <pc:docMk/>
            <pc:sldMk cId="1825169448" sldId="256"/>
            <ac:spMk id="40" creationId="{DCFC4E3D-D1BF-EA15-ED60-6106776986B9}"/>
          </ac:spMkLst>
        </pc:spChg>
        <pc:cxnChg chg="mod">
          <ac:chgData name="KONGKAEW, PUTTIWAT" userId="a8adac1e-848f-4d84-b961-6a7ffb648b49" providerId="ADAL" clId="{7BED335D-7759-4E8C-9521-019E9C4B3AE9}" dt="2025-03-04T14:28:06.612" v="15" actId="1035"/>
          <ac:cxnSpMkLst>
            <pc:docMk/>
            <pc:sldMk cId="1825169448" sldId="256"/>
            <ac:cxnSpMk id="36" creationId="{889504A3-40C2-7704-A4BD-4B66528E5D55}"/>
          </ac:cxnSpMkLst>
        </pc:cxnChg>
      </pc:sldChg>
      <pc:sldChg chg="addSp delSp modSp new mod modShow">
        <pc:chgData name="KONGKAEW, PUTTIWAT" userId="a8adac1e-848f-4d84-b961-6a7ffb648b49" providerId="ADAL" clId="{7BED335D-7759-4E8C-9521-019E9C4B3AE9}" dt="2025-03-04T17:03:17.649" v="1649" actId="729"/>
        <pc:sldMkLst>
          <pc:docMk/>
          <pc:sldMk cId="2899274099" sldId="257"/>
        </pc:sldMkLst>
        <pc:spChg chg="add del mod">
          <ac:chgData name="KONGKAEW, PUTTIWAT" userId="a8adac1e-848f-4d84-b961-6a7ffb648b49" providerId="ADAL" clId="{7BED335D-7759-4E8C-9521-019E9C4B3AE9}" dt="2025-03-04T15:42:21.578" v="809" actId="14100"/>
          <ac:spMkLst>
            <pc:docMk/>
            <pc:sldMk cId="2899274099" sldId="257"/>
            <ac:spMk id="38" creationId="{9B22502D-2DF7-FA35-F883-FE7B8CAB4EAC}"/>
          </ac:spMkLst>
        </pc:spChg>
        <pc:spChg chg="add del mod">
          <ac:chgData name="KONGKAEW, PUTTIWAT" userId="a8adac1e-848f-4d84-b961-6a7ffb648b49" providerId="ADAL" clId="{7BED335D-7759-4E8C-9521-019E9C4B3AE9}" dt="2025-03-04T15:56:52.866" v="1215" actId="1036"/>
          <ac:spMkLst>
            <pc:docMk/>
            <pc:sldMk cId="2899274099" sldId="257"/>
            <ac:spMk id="39" creationId="{13867AE6-0405-5895-2122-35832539636D}"/>
          </ac:spMkLst>
        </pc:spChg>
        <pc:spChg chg="add mod">
          <ac:chgData name="KONGKAEW, PUTTIWAT" userId="a8adac1e-848f-4d84-b961-6a7ffb648b49" providerId="ADAL" clId="{7BED335D-7759-4E8C-9521-019E9C4B3AE9}" dt="2025-03-04T15:29:34.843" v="424" actId="1035"/>
          <ac:spMkLst>
            <pc:docMk/>
            <pc:sldMk cId="2899274099" sldId="257"/>
            <ac:spMk id="42" creationId="{4F454096-A1D1-BBD4-8C11-1829B985BBE2}"/>
          </ac:spMkLst>
        </pc:spChg>
        <pc:spChg chg="add mod">
          <ac:chgData name="KONGKAEW, PUTTIWAT" userId="a8adac1e-848f-4d84-b961-6a7ffb648b49" providerId="ADAL" clId="{7BED335D-7759-4E8C-9521-019E9C4B3AE9}" dt="2025-03-04T15:31:04.787" v="503" actId="20577"/>
          <ac:spMkLst>
            <pc:docMk/>
            <pc:sldMk cId="2899274099" sldId="257"/>
            <ac:spMk id="43" creationId="{F502B44E-1035-10B9-5579-E4330E6E3E25}"/>
          </ac:spMkLst>
        </pc:spChg>
        <pc:spChg chg="add mod">
          <ac:chgData name="KONGKAEW, PUTTIWAT" userId="a8adac1e-848f-4d84-b961-6a7ffb648b49" providerId="ADAL" clId="{7BED335D-7759-4E8C-9521-019E9C4B3AE9}" dt="2025-03-04T15:30:59.251" v="501" actId="20577"/>
          <ac:spMkLst>
            <pc:docMk/>
            <pc:sldMk cId="2899274099" sldId="257"/>
            <ac:spMk id="44" creationId="{3904D0E3-7F56-082C-7F2A-E8453681F5F0}"/>
          </ac:spMkLst>
        </pc:spChg>
        <pc:spChg chg="add mod">
          <ac:chgData name="KONGKAEW, PUTTIWAT" userId="a8adac1e-848f-4d84-b961-6a7ffb648b49" providerId="ADAL" clId="{7BED335D-7759-4E8C-9521-019E9C4B3AE9}" dt="2025-03-04T15:30:45.597" v="499" actId="1038"/>
          <ac:spMkLst>
            <pc:docMk/>
            <pc:sldMk cId="2899274099" sldId="257"/>
            <ac:spMk id="45" creationId="{51CFF20B-5BA0-40B8-35A4-CB13DC6B36CE}"/>
          </ac:spMkLst>
        </pc:spChg>
        <pc:spChg chg="add del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83" creationId="{6299B893-BC9D-BEF6-9427-90CDE4433767}"/>
          </ac:spMkLst>
        </pc:spChg>
        <pc:spChg chg="add del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84" creationId="{F534F86E-60EA-02F2-73A0-393FF7AAFC57}"/>
          </ac:spMkLst>
        </pc:spChg>
        <pc:spChg chg="add del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87" creationId="{8C5F93F7-8903-4816-447F-BF262225E7BA}"/>
          </ac:spMkLst>
        </pc:spChg>
        <pc:spChg chg="add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101" creationId="{59E04C04-A07D-02D0-8F20-603546230F7C}"/>
          </ac:spMkLst>
        </pc:spChg>
        <pc:spChg chg="add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102" creationId="{5725B4D8-52D9-D3FB-37C3-1A9BE46A5ACF}"/>
          </ac:spMkLst>
        </pc:spChg>
        <pc:spChg chg="add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103" creationId="{F5D9F224-E722-3BA2-193D-1465E4B5427B}"/>
          </ac:spMkLst>
        </pc:spChg>
        <pc:spChg chg="add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104" creationId="{62A3AF41-8B85-1F35-9614-94ED0912338D}"/>
          </ac:spMkLst>
        </pc:spChg>
        <pc:spChg chg="add mod">
          <ac:chgData name="KONGKAEW, PUTTIWAT" userId="a8adac1e-848f-4d84-b961-6a7ffb648b49" providerId="ADAL" clId="{7BED335D-7759-4E8C-9521-019E9C4B3AE9}" dt="2025-03-04T15:40:05.496" v="758" actId="208"/>
          <ac:spMkLst>
            <pc:docMk/>
            <pc:sldMk cId="2899274099" sldId="257"/>
            <ac:spMk id="105" creationId="{3092CA77-AD9A-E46A-1EAE-85B9F0200B4D}"/>
          </ac:spMkLst>
        </pc:spChg>
        <pc:spChg chg="add mod">
          <ac:chgData name="KONGKAEW, PUTTIWAT" userId="a8adac1e-848f-4d84-b961-6a7ffb648b49" providerId="ADAL" clId="{7BED335D-7759-4E8C-9521-019E9C4B3AE9}" dt="2025-03-04T16:04:24.922" v="1253" actId="1076"/>
          <ac:spMkLst>
            <pc:docMk/>
            <pc:sldMk cId="2899274099" sldId="257"/>
            <ac:spMk id="110" creationId="{D1049DCC-0810-A217-164F-17FCCEFB0FA6}"/>
          </ac:spMkLst>
        </pc:spChg>
        <pc:spChg chg="add mod">
          <ac:chgData name="KONGKAEW, PUTTIWAT" userId="a8adac1e-848f-4d84-b961-6a7ffb648b49" providerId="ADAL" clId="{7BED335D-7759-4E8C-9521-019E9C4B3AE9}" dt="2025-03-04T16:04:48.443" v="1264" actId="1076"/>
          <ac:spMkLst>
            <pc:docMk/>
            <pc:sldMk cId="2899274099" sldId="257"/>
            <ac:spMk id="111" creationId="{D2596DD2-B3B8-AFB9-D4E8-97A3E6E938AE}"/>
          </ac:spMkLst>
        </pc:spChg>
        <pc:spChg chg="add mod">
          <ac:chgData name="KONGKAEW, PUTTIWAT" userId="a8adac1e-848f-4d84-b961-6a7ffb648b49" providerId="ADAL" clId="{7BED335D-7759-4E8C-9521-019E9C4B3AE9}" dt="2025-03-04T15:45:18.279" v="956" actId="1038"/>
          <ac:spMkLst>
            <pc:docMk/>
            <pc:sldMk cId="2899274099" sldId="257"/>
            <ac:spMk id="114" creationId="{401CB0A7-A52B-9D28-482E-B61A49D7DCEF}"/>
          </ac:spMkLst>
        </pc:spChg>
        <pc:spChg chg="add mod">
          <ac:chgData name="KONGKAEW, PUTTIWAT" userId="a8adac1e-848f-4d84-b961-6a7ffb648b49" providerId="ADAL" clId="{7BED335D-7759-4E8C-9521-019E9C4B3AE9}" dt="2025-03-04T15:47:23.639" v="966" actId="20577"/>
          <ac:spMkLst>
            <pc:docMk/>
            <pc:sldMk cId="2899274099" sldId="257"/>
            <ac:spMk id="116" creationId="{EDA7CDAB-7C91-3057-4FCA-C202215FEDDC}"/>
          </ac:spMkLst>
        </pc:spChg>
        <pc:spChg chg="add mod">
          <ac:chgData name="KONGKAEW, PUTTIWAT" userId="a8adac1e-848f-4d84-b961-6a7ffb648b49" providerId="ADAL" clId="{7BED335D-7759-4E8C-9521-019E9C4B3AE9}" dt="2025-03-04T15:48:09.003" v="979" actId="1076"/>
          <ac:spMkLst>
            <pc:docMk/>
            <pc:sldMk cId="2899274099" sldId="257"/>
            <ac:spMk id="118" creationId="{B1C6DF87-45F6-2A79-E791-84D47CC5E29F}"/>
          </ac:spMkLst>
        </pc:spChg>
        <pc:spChg chg="add mod">
          <ac:chgData name="KONGKAEW, PUTTIWAT" userId="a8adac1e-848f-4d84-b961-6a7ffb648b49" providerId="ADAL" clId="{7BED335D-7759-4E8C-9521-019E9C4B3AE9}" dt="2025-03-04T15:48:16.233" v="989" actId="20577"/>
          <ac:spMkLst>
            <pc:docMk/>
            <pc:sldMk cId="2899274099" sldId="257"/>
            <ac:spMk id="119" creationId="{599B65D2-4389-3C5B-07D9-841B6A549B66}"/>
          </ac:spMkLst>
        </pc:spChg>
        <pc:spChg chg="add mod">
          <ac:chgData name="KONGKAEW, PUTTIWAT" userId="a8adac1e-848f-4d84-b961-6a7ffb648b49" providerId="ADAL" clId="{7BED335D-7759-4E8C-9521-019E9C4B3AE9}" dt="2025-03-04T16:07:42.355" v="1311" actId="1035"/>
          <ac:spMkLst>
            <pc:docMk/>
            <pc:sldMk cId="2899274099" sldId="257"/>
            <ac:spMk id="123" creationId="{01331DD2-0DF6-1110-F89C-4782A53237EB}"/>
          </ac:spMkLst>
        </pc:spChg>
        <pc:spChg chg="add mod">
          <ac:chgData name="KONGKAEW, PUTTIWAT" userId="a8adac1e-848f-4d84-b961-6a7ffb648b49" providerId="ADAL" clId="{7BED335D-7759-4E8C-9521-019E9C4B3AE9}" dt="2025-03-04T16:07:42.355" v="1311" actId="1035"/>
          <ac:spMkLst>
            <pc:docMk/>
            <pc:sldMk cId="2899274099" sldId="257"/>
            <ac:spMk id="125" creationId="{4D10A6D9-D191-BE95-E849-11A6A67D2906}"/>
          </ac:spMkLst>
        </pc:spChg>
        <pc:spChg chg="add mod">
          <ac:chgData name="KONGKAEW, PUTTIWAT" userId="a8adac1e-848f-4d84-b961-6a7ffb648b49" providerId="ADAL" clId="{7BED335D-7759-4E8C-9521-019E9C4B3AE9}" dt="2025-03-04T16:07:42.355" v="1311" actId="1035"/>
          <ac:spMkLst>
            <pc:docMk/>
            <pc:sldMk cId="2899274099" sldId="257"/>
            <ac:spMk id="127" creationId="{3F4AE31E-DF12-FBF9-AE26-E6918D92F8E7}"/>
          </ac:spMkLst>
        </pc:spChg>
        <pc:spChg chg="add mod">
          <ac:chgData name="KONGKAEW, PUTTIWAT" userId="a8adac1e-848f-4d84-b961-6a7ffb648b49" providerId="ADAL" clId="{7BED335D-7759-4E8C-9521-019E9C4B3AE9}" dt="2025-03-04T15:56:08.843" v="1206" actId="14100"/>
          <ac:spMkLst>
            <pc:docMk/>
            <pc:sldMk cId="2899274099" sldId="257"/>
            <ac:spMk id="128" creationId="{2F2A43B2-9D4F-232A-40D5-9B7F8583FCA0}"/>
          </ac:spMkLst>
        </pc:spChg>
        <pc:spChg chg="add mod">
          <ac:chgData name="KONGKAEW, PUTTIWAT" userId="a8adac1e-848f-4d84-b961-6a7ffb648b49" providerId="ADAL" clId="{7BED335D-7759-4E8C-9521-019E9C4B3AE9}" dt="2025-03-04T16:04:32.601" v="1257"/>
          <ac:spMkLst>
            <pc:docMk/>
            <pc:sldMk cId="2899274099" sldId="257"/>
            <ac:spMk id="132" creationId="{AD37F2DA-50E4-86DA-EA76-DCCABE3AC6FF}"/>
          </ac:spMkLst>
        </pc:spChg>
        <pc:cxnChg chg="add mod">
          <ac:chgData name="KONGKAEW, PUTTIWAT" userId="a8adac1e-848f-4d84-b961-6a7ffb648b49" providerId="ADAL" clId="{7BED335D-7759-4E8C-9521-019E9C4B3AE9}" dt="2025-03-04T15:44:10.279" v="841" actId="692"/>
          <ac:cxnSpMkLst>
            <pc:docMk/>
            <pc:sldMk cId="2899274099" sldId="257"/>
            <ac:cxnSpMk id="5" creationId="{C1F131C9-1D98-BDD0-CACB-998E2C0AF030}"/>
          </ac:cxnSpMkLst>
        </pc:cxnChg>
        <pc:cxnChg chg="add mod">
          <ac:chgData name="KONGKAEW, PUTTIWAT" userId="a8adac1e-848f-4d84-b961-6a7ffb648b49" providerId="ADAL" clId="{7BED335D-7759-4E8C-9521-019E9C4B3AE9}" dt="2025-03-04T15:40:14.993" v="759" actId="208"/>
          <ac:cxnSpMkLst>
            <pc:docMk/>
            <pc:sldMk cId="2899274099" sldId="257"/>
            <ac:cxnSpMk id="8" creationId="{4E546F7D-CF29-3A6D-4A71-76BFC73951FD}"/>
          </ac:cxnSpMkLst>
        </pc:cxnChg>
        <pc:cxnChg chg="add mod">
          <ac:chgData name="KONGKAEW, PUTTIWAT" userId="a8adac1e-848f-4d84-b961-6a7ffb648b49" providerId="ADAL" clId="{7BED335D-7759-4E8C-9521-019E9C4B3AE9}" dt="2025-03-04T15:40:14.993" v="759" actId="208"/>
          <ac:cxnSpMkLst>
            <pc:docMk/>
            <pc:sldMk cId="2899274099" sldId="257"/>
            <ac:cxnSpMk id="11" creationId="{8DA65FCA-31FD-14A2-DF63-58A36B30DFC3}"/>
          </ac:cxnSpMkLst>
        </pc:cxnChg>
        <pc:cxnChg chg="add mod">
          <ac:chgData name="KONGKAEW, PUTTIWAT" userId="a8adac1e-848f-4d84-b961-6a7ffb648b49" providerId="ADAL" clId="{7BED335D-7759-4E8C-9521-019E9C4B3AE9}" dt="2025-03-04T15:25:56.696" v="286" actId="208"/>
          <ac:cxnSpMkLst>
            <pc:docMk/>
            <pc:sldMk cId="2899274099" sldId="257"/>
            <ac:cxnSpMk id="13" creationId="{923A420A-9F7A-DEE8-C268-2C4091C56A18}"/>
          </ac:cxnSpMkLst>
        </pc:cxnChg>
        <pc:cxnChg chg="add mod">
          <ac:chgData name="KONGKAEW, PUTTIWAT" userId="a8adac1e-848f-4d84-b961-6a7ffb648b49" providerId="ADAL" clId="{7BED335D-7759-4E8C-9521-019E9C4B3AE9}" dt="2025-03-04T15:25:56.696" v="286" actId="208"/>
          <ac:cxnSpMkLst>
            <pc:docMk/>
            <pc:sldMk cId="2899274099" sldId="257"/>
            <ac:cxnSpMk id="16" creationId="{AA1CC1A9-5B3A-ADB9-A409-250261926A39}"/>
          </ac:cxnSpMkLst>
        </pc:cxnChg>
        <pc:cxnChg chg="add mod">
          <ac:chgData name="KONGKAEW, PUTTIWAT" userId="a8adac1e-848f-4d84-b961-6a7ffb648b49" providerId="ADAL" clId="{7BED335D-7759-4E8C-9521-019E9C4B3AE9}" dt="2025-03-04T15:25:56.696" v="286" actId="208"/>
          <ac:cxnSpMkLst>
            <pc:docMk/>
            <pc:sldMk cId="2899274099" sldId="257"/>
            <ac:cxnSpMk id="19" creationId="{18B20480-D005-C5F6-C6B1-D0BA4C42901A}"/>
          </ac:cxnSpMkLst>
        </pc:cxnChg>
        <pc:cxnChg chg="add mod">
          <ac:chgData name="KONGKAEW, PUTTIWAT" userId="a8adac1e-848f-4d84-b961-6a7ffb648b49" providerId="ADAL" clId="{7BED335D-7759-4E8C-9521-019E9C4B3AE9}" dt="2025-03-04T15:25:18.979" v="283" actId="692"/>
          <ac:cxnSpMkLst>
            <pc:docMk/>
            <pc:sldMk cId="2899274099" sldId="257"/>
            <ac:cxnSpMk id="20" creationId="{051D3ED3-73CA-860E-D48A-530B4895C50D}"/>
          </ac:cxnSpMkLst>
        </pc:cxnChg>
        <pc:cxnChg chg="add mod">
          <ac:chgData name="KONGKAEW, PUTTIWAT" userId="a8adac1e-848f-4d84-b961-6a7ffb648b49" providerId="ADAL" clId="{7BED335D-7759-4E8C-9521-019E9C4B3AE9}" dt="2025-03-04T15:42:10.979" v="807" actId="14100"/>
          <ac:cxnSpMkLst>
            <pc:docMk/>
            <pc:sldMk cId="2899274099" sldId="257"/>
            <ac:cxnSpMk id="21" creationId="{A730BD44-E573-54F9-756A-11104B8B1625}"/>
          </ac:cxnSpMkLst>
        </pc:cxnChg>
        <pc:cxnChg chg="add mod">
          <ac:chgData name="KONGKAEW, PUTTIWAT" userId="a8adac1e-848f-4d84-b961-6a7ffb648b49" providerId="ADAL" clId="{7BED335D-7759-4E8C-9521-019E9C4B3AE9}" dt="2025-03-04T15:42:10.293" v="806" actId="14100"/>
          <ac:cxnSpMkLst>
            <pc:docMk/>
            <pc:sldMk cId="2899274099" sldId="257"/>
            <ac:cxnSpMk id="24" creationId="{CD8D20E2-F07D-BA2A-D578-F052BF2DC93A}"/>
          </ac:cxnSpMkLst>
        </pc:cxnChg>
        <pc:cxnChg chg="add mod">
          <ac:chgData name="KONGKAEW, PUTTIWAT" userId="a8adac1e-848f-4d84-b961-6a7ffb648b49" providerId="ADAL" clId="{7BED335D-7759-4E8C-9521-019E9C4B3AE9}" dt="2025-03-04T15:40:35.446" v="762" actId="14100"/>
          <ac:cxnSpMkLst>
            <pc:docMk/>
            <pc:sldMk cId="2899274099" sldId="257"/>
            <ac:cxnSpMk id="27" creationId="{B3C7E04C-F6B8-60C1-F55F-A5F2076E3156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56" creationId="{CB8A284D-78F5-489D-AE33-BB91C11EDBDC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57" creationId="{D4B1E39B-2D9B-8A4F-2B72-15ADB9B9A869}"/>
          </ac:cxnSpMkLst>
        </pc:cxnChg>
        <pc:cxnChg chg="add mod">
          <ac:chgData name="KONGKAEW, PUTTIWAT" userId="a8adac1e-848f-4d84-b961-6a7ffb648b49" providerId="ADAL" clId="{7BED335D-7759-4E8C-9521-019E9C4B3AE9}" dt="2025-03-04T15:33:31.434" v="539" actId="1035"/>
          <ac:cxnSpMkLst>
            <pc:docMk/>
            <pc:sldMk cId="2899274099" sldId="257"/>
            <ac:cxnSpMk id="58" creationId="{EEB831BE-548B-AC2D-C6FA-C7E375978801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59" creationId="{23AEFC9C-58EE-42EC-255B-C3E1DA8EB615}"/>
          </ac:cxnSpMkLst>
        </pc:cxnChg>
        <pc:cxnChg chg="add mod">
          <ac:chgData name="KONGKAEW, PUTTIWAT" userId="a8adac1e-848f-4d84-b961-6a7ffb648b49" providerId="ADAL" clId="{7BED335D-7759-4E8C-9521-019E9C4B3AE9}" dt="2025-03-04T15:33:31.434" v="539" actId="1035"/>
          <ac:cxnSpMkLst>
            <pc:docMk/>
            <pc:sldMk cId="2899274099" sldId="257"/>
            <ac:cxnSpMk id="60" creationId="{1FE9C04D-ECAE-611D-A6E0-28FAF9FD9199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61" creationId="{866F7C0B-13D2-4ABF-0C5C-3B096EA93E23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62" creationId="{030C34CB-908C-F8E5-49FC-033E68F634A4}"/>
          </ac:cxnSpMkLst>
        </pc:cxnChg>
        <pc:cxnChg chg="add mod">
          <ac:chgData name="KONGKAEW, PUTTIWAT" userId="a8adac1e-848f-4d84-b961-6a7ffb648b49" providerId="ADAL" clId="{7BED335D-7759-4E8C-9521-019E9C4B3AE9}" dt="2025-03-04T15:33:31.434" v="539" actId="1035"/>
          <ac:cxnSpMkLst>
            <pc:docMk/>
            <pc:sldMk cId="2899274099" sldId="257"/>
            <ac:cxnSpMk id="63" creationId="{8EB74785-F724-9CB6-2156-49AC5E1CFE62}"/>
          </ac:cxnSpMkLst>
        </pc:cxnChg>
        <pc:cxnChg chg="add mod">
          <ac:chgData name="KONGKAEW, PUTTIWAT" userId="a8adac1e-848f-4d84-b961-6a7ffb648b49" providerId="ADAL" clId="{7BED335D-7759-4E8C-9521-019E9C4B3AE9}" dt="2025-03-04T15:33:31.434" v="539" actId="1035"/>
          <ac:cxnSpMkLst>
            <pc:docMk/>
            <pc:sldMk cId="2899274099" sldId="257"/>
            <ac:cxnSpMk id="64" creationId="{34DCECE2-F593-49C4-1534-D21C6FEA95D6}"/>
          </ac:cxnSpMkLst>
        </pc:cxnChg>
        <pc:cxnChg chg="add mod">
          <ac:chgData name="KONGKAEW, PUTTIWAT" userId="a8adac1e-848f-4d84-b961-6a7ffb648b49" providerId="ADAL" clId="{7BED335D-7759-4E8C-9521-019E9C4B3AE9}" dt="2025-03-04T15:33:37.776" v="540" actId="1035"/>
          <ac:cxnSpMkLst>
            <pc:docMk/>
            <pc:sldMk cId="2899274099" sldId="257"/>
            <ac:cxnSpMk id="65" creationId="{ED563C3B-4D89-3ED2-4DA2-862EE4316023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67" creationId="{78510C25-FB83-4ABB-CE76-2BC09496B3A5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69" creationId="{B3FDD21F-AEEC-E50F-0CE4-CC4B6E49919B}"/>
          </ac:cxnSpMkLst>
        </pc:cxnChg>
        <pc:cxnChg chg="add del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71" creationId="{CF3BE263-E823-A09B-C2BD-5E4D6A042279}"/>
          </ac:cxnSpMkLst>
        </pc:cxnChg>
        <pc:cxnChg chg="add mod">
          <ac:chgData name="KONGKAEW, PUTTIWAT" userId="a8adac1e-848f-4d84-b961-6a7ffb648b49" providerId="ADAL" clId="{7BED335D-7759-4E8C-9521-019E9C4B3AE9}" dt="2025-03-04T15:33:37.776" v="540" actId="1035"/>
          <ac:cxnSpMkLst>
            <pc:docMk/>
            <pc:sldMk cId="2899274099" sldId="257"/>
            <ac:cxnSpMk id="73" creationId="{A348DAE7-A468-36DB-EBDD-EC5CFF2CE566}"/>
          </ac:cxnSpMkLst>
        </pc:cxnChg>
        <pc:cxnChg chg="add mod">
          <ac:chgData name="KONGKAEW, PUTTIWAT" userId="a8adac1e-848f-4d84-b961-6a7ffb648b49" providerId="ADAL" clId="{7BED335D-7759-4E8C-9521-019E9C4B3AE9}" dt="2025-03-04T15:33:41.841" v="541" actId="1035"/>
          <ac:cxnSpMkLst>
            <pc:docMk/>
            <pc:sldMk cId="2899274099" sldId="257"/>
            <ac:cxnSpMk id="75" creationId="{B279945C-EBA8-545C-E7CD-E644E8D2B62C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78" creationId="{ED86A970-2531-772E-851D-DE775E6077F7}"/>
          </ac:cxnSpMkLst>
        </pc:cxnChg>
        <pc:cxnChg chg="add mod">
          <ac:chgData name="KONGKAEW, PUTTIWAT" userId="a8adac1e-848f-4d84-b961-6a7ffb648b49" providerId="ADAL" clId="{7BED335D-7759-4E8C-9521-019E9C4B3AE9}" dt="2025-03-04T15:39:25.633" v="753" actId="208"/>
          <ac:cxnSpMkLst>
            <pc:docMk/>
            <pc:sldMk cId="2899274099" sldId="257"/>
            <ac:cxnSpMk id="81" creationId="{463AC93A-13CE-6D2B-85A8-B83BC1071EEB}"/>
          </ac:cxnSpMkLst>
        </pc:cxnChg>
        <pc:cxnChg chg="add mod">
          <ac:chgData name="KONGKAEW, PUTTIWAT" userId="a8adac1e-848f-4d84-b961-6a7ffb648b49" providerId="ADAL" clId="{7BED335D-7759-4E8C-9521-019E9C4B3AE9}" dt="2025-03-04T16:07:55.181" v="1312" actId="692"/>
          <ac:cxnSpMkLst>
            <pc:docMk/>
            <pc:sldMk cId="2899274099" sldId="257"/>
            <ac:cxnSpMk id="113" creationId="{537FF8B7-6DD6-40A2-2BA7-67F6D2C464D1}"/>
          </ac:cxnSpMkLst>
        </pc:cxnChg>
        <pc:cxnChg chg="add mod">
          <ac:chgData name="KONGKAEW, PUTTIWAT" userId="a8adac1e-848f-4d84-b961-6a7ffb648b49" providerId="ADAL" clId="{7BED335D-7759-4E8C-9521-019E9C4B3AE9}" dt="2025-03-04T16:07:55.181" v="1312" actId="692"/>
          <ac:cxnSpMkLst>
            <pc:docMk/>
            <pc:sldMk cId="2899274099" sldId="257"/>
            <ac:cxnSpMk id="115" creationId="{4D96CE51-B385-9EF4-E26A-778B6671351D}"/>
          </ac:cxnSpMkLst>
        </pc:cxnChg>
        <pc:cxnChg chg="add mod">
          <ac:chgData name="KONGKAEW, PUTTIWAT" userId="a8adac1e-848f-4d84-b961-6a7ffb648b49" providerId="ADAL" clId="{7BED335D-7759-4E8C-9521-019E9C4B3AE9}" dt="2025-03-04T16:07:55.181" v="1312" actId="692"/>
          <ac:cxnSpMkLst>
            <pc:docMk/>
            <pc:sldMk cId="2899274099" sldId="257"/>
            <ac:cxnSpMk id="120" creationId="{695691D8-DAA0-0BF6-CC5F-1117D1761B5F}"/>
          </ac:cxnSpMkLst>
        </pc:cxnChg>
        <pc:cxnChg chg="add mod">
          <ac:chgData name="KONGKAEW, PUTTIWAT" userId="a8adac1e-848f-4d84-b961-6a7ffb648b49" providerId="ADAL" clId="{7BED335D-7759-4E8C-9521-019E9C4B3AE9}" dt="2025-03-04T16:07:55.181" v="1312" actId="692"/>
          <ac:cxnSpMkLst>
            <pc:docMk/>
            <pc:sldMk cId="2899274099" sldId="257"/>
            <ac:cxnSpMk id="124" creationId="{8B272DA5-0C23-B43C-1768-A83F5A1E9C42}"/>
          </ac:cxnSpMkLst>
        </pc:cxnChg>
        <pc:cxnChg chg="add mod">
          <ac:chgData name="KONGKAEW, PUTTIWAT" userId="a8adac1e-848f-4d84-b961-6a7ffb648b49" providerId="ADAL" clId="{7BED335D-7759-4E8C-9521-019E9C4B3AE9}" dt="2025-03-04T16:07:55.181" v="1312" actId="692"/>
          <ac:cxnSpMkLst>
            <pc:docMk/>
            <pc:sldMk cId="2899274099" sldId="257"/>
            <ac:cxnSpMk id="126" creationId="{9FDD8496-34E6-3017-28CF-CA79596BBF95}"/>
          </ac:cxnSpMkLst>
        </pc:cxnChg>
        <pc:cxnChg chg="add mod">
          <ac:chgData name="KONGKAEW, PUTTIWAT" userId="a8adac1e-848f-4d84-b961-6a7ffb648b49" providerId="ADAL" clId="{7BED335D-7759-4E8C-9521-019E9C4B3AE9}" dt="2025-03-04T15:57:06.227" v="1218" actId="14100"/>
          <ac:cxnSpMkLst>
            <pc:docMk/>
            <pc:sldMk cId="2899274099" sldId="257"/>
            <ac:cxnSpMk id="129" creationId="{08DC0E51-5BD6-D87A-4A3B-A08526A17D52}"/>
          </ac:cxnSpMkLst>
        </pc:cxnChg>
        <pc:cxnChg chg="add mod">
          <ac:chgData name="KONGKAEW, PUTTIWAT" userId="a8adac1e-848f-4d84-b961-6a7ffb648b49" providerId="ADAL" clId="{7BED335D-7759-4E8C-9521-019E9C4B3AE9}" dt="2025-03-04T16:08:09.639" v="1314" actId="692"/>
          <ac:cxnSpMkLst>
            <pc:docMk/>
            <pc:sldMk cId="2899274099" sldId="257"/>
            <ac:cxnSpMk id="133" creationId="{59BA1AD4-2F93-3B9C-3FFE-E09835647B68}"/>
          </ac:cxnSpMkLst>
        </pc:cxnChg>
        <pc:cxnChg chg="add mod">
          <ac:chgData name="KONGKAEW, PUTTIWAT" userId="a8adac1e-848f-4d84-b961-6a7ffb648b49" providerId="ADAL" clId="{7BED335D-7759-4E8C-9521-019E9C4B3AE9}" dt="2025-03-04T16:08:09.639" v="1314" actId="692"/>
          <ac:cxnSpMkLst>
            <pc:docMk/>
            <pc:sldMk cId="2899274099" sldId="257"/>
            <ac:cxnSpMk id="137" creationId="{A5E565A9-FB1F-1173-A96F-2949FBD212C0}"/>
          </ac:cxnSpMkLst>
        </pc:cxnChg>
        <pc:cxnChg chg="add mod">
          <ac:chgData name="KONGKAEW, PUTTIWAT" userId="a8adac1e-848f-4d84-b961-6a7ffb648b49" providerId="ADAL" clId="{7BED335D-7759-4E8C-9521-019E9C4B3AE9}" dt="2025-03-04T16:06:56.475" v="1275" actId="14100"/>
          <ac:cxnSpMkLst>
            <pc:docMk/>
            <pc:sldMk cId="2899274099" sldId="257"/>
            <ac:cxnSpMk id="147" creationId="{4775E196-7772-0683-3AF0-4CDC030C6DCE}"/>
          </ac:cxnSpMkLst>
        </pc:cxnChg>
      </pc:sldChg>
      <pc:sldChg chg="addSp delSp modSp add mod">
        <pc:chgData name="KONGKAEW, PUTTIWAT" userId="a8adac1e-848f-4d84-b961-6a7ffb648b49" providerId="ADAL" clId="{7BED335D-7759-4E8C-9521-019E9C4B3AE9}" dt="2025-03-04T21:32:12.632" v="1927" actId="1038"/>
        <pc:sldMkLst>
          <pc:docMk/>
          <pc:sldMk cId="3229215255" sldId="258"/>
        </pc:sldMkLst>
        <pc:spChg chg="add mod">
          <ac:chgData name="KONGKAEW, PUTTIWAT" userId="a8adac1e-848f-4d84-b961-6a7ffb648b49" providerId="ADAL" clId="{7BED335D-7759-4E8C-9521-019E9C4B3AE9}" dt="2025-03-04T16:54:40.379" v="1380" actId="1076"/>
          <ac:spMkLst>
            <pc:docMk/>
            <pc:sldMk cId="3229215255" sldId="258"/>
            <ac:spMk id="9" creationId="{D1FA399C-F22A-B38A-2EEF-CDBB0A8EC5C1}"/>
          </ac:spMkLst>
        </pc:spChg>
        <pc:spChg chg="add mod">
          <ac:chgData name="KONGKAEW, PUTTIWAT" userId="a8adac1e-848f-4d84-b961-6a7ffb648b49" providerId="ADAL" clId="{7BED335D-7759-4E8C-9521-019E9C4B3AE9}" dt="2025-03-04T21:30:35.137" v="1911" actId="1076"/>
          <ac:spMkLst>
            <pc:docMk/>
            <pc:sldMk cId="3229215255" sldId="258"/>
            <ac:spMk id="15" creationId="{04A39FFA-624E-2B2B-357B-C5E06C8E249D}"/>
          </ac:spMkLst>
        </pc:spChg>
        <pc:spChg chg="add mod">
          <ac:chgData name="KONGKAEW, PUTTIWAT" userId="a8adac1e-848f-4d84-b961-6a7ffb648b49" providerId="ADAL" clId="{7BED335D-7759-4E8C-9521-019E9C4B3AE9}" dt="2025-03-04T16:56:18.578" v="1394" actId="1076"/>
          <ac:spMkLst>
            <pc:docMk/>
            <pc:sldMk cId="3229215255" sldId="258"/>
            <ac:spMk id="28" creationId="{8274CF5C-C37A-BF31-B50D-5C2E7089F656}"/>
          </ac:spMkLst>
        </pc:spChg>
        <pc:spChg chg="add mod">
          <ac:chgData name="KONGKAEW, PUTTIWAT" userId="a8adac1e-848f-4d84-b961-6a7ffb648b49" providerId="ADAL" clId="{7BED335D-7759-4E8C-9521-019E9C4B3AE9}" dt="2025-03-04T16:56:39.491" v="1397" actId="1076"/>
          <ac:spMkLst>
            <pc:docMk/>
            <pc:sldMk cId="3229215255" sldId="258"/>
            <ac:spMk id="29" creationId="{1124F013-8288-7CE7-21DE-BAD4AACB9B38}"/>
          </ac:spMkLst>
        </pc:spChg>
        <pc:spChg chg="add mod">
          <ac:chgData name="KONGKAEW, PUTTIWAT" userId="a8adac1e-848f-4d84-b961-6a7ffb648b49" providerId="ADAL" clId="{7BED335D-7759-4E8C-9521-019E9C4B3AE9}" dt="2025-03-04T21:30:27.182" v="1909" actId="1076"/>
          <ac:spMkLst>
            <pc:docMk/>
            <pc:sldMk cId="3229215255" sldId="258"/>
            <ac:spMk id="34" creationId="{07E919AB-2434-21DE-FA93-A12FBAE63312}"/>
          </ac:spMkLst>
        </pc:spChg>
        <pc:spChg chg="add mod">
          <ac:chgData name="KONGKAEW, PUTTIWAT" userId="a8adac1e-848f-4d84-b961-6a7ffb648b49" providerId="ADAL" clId="{7BED335D-7759-4E8C-9521-019E9C4B3AE9}" dt="2025-03-04T21:30:41.132" v="1913" actId="1076"/>
          <ac:spMkLst>
            <pc:docMk/>
            <pc:sldMk cId="3229215255" sldId="258"/>
            <ac:spMk id="41" creationId="{7D8F854F-D3E7-03C6-6BB0-80FE012B9544}"/>
          </ac:spMkLst>
        </pc:spChg>
        <pc:spChg chg="mod">
          <ac:chgData name="KONGKAEW, PUTTIWAT" userId="a8adac1e-848f-4d84-b961-6a7ffb648b49" providerId="ADAL" clId="{7BED335D-7759-4E8C-9521-019E9C4B3AE9}" dt="2025-03-04T17:13:32.950" v="1720" actId="1035"/>
          <ac:spMkLst>
            <pc:docMk/>
            <pc:sldMk cId="3229215255" sldId="258"/>
            <ac:spMk id="42" creationId="{B9B55FBF-439E-04B6-9E03-C93F7506ED42}"/>
          </ac:spMkLst>
        </pc:spChg>
        <pc:spChg chg="mod">
          <ac:chgData name="KONGKAEW, PUTTIWAT" userId="a8adac1e-848f-4d84-b961-6a7ffb648b49" providerId="ADAL" clId="{7BED335D-7759-4E8C-9521-019E9C4B3AE9}" dt="2025-03-04T17:46:40.688" v="1782" actId="20577"/>
          <ac:spMkLst>
            <pc:docMk/>
            <pc:sldMk cId="3229215255" sldId="258"/>
            <ac:spMk id="43" creationId="{B3981720-4897-988A-D02C-BE8ADACC2E12}"/>
          </ac:spMkLst>
        </pc:spChg>
        <pc:spChg chg="mod">
          <ac:chgData name="KONGKAEW, PUTTIWAT" userId="a8adac1e-848f-4d84-b961-6a7ffb648b49" providerId="ADAL" clId="{7BED335D-7759-4E8C-9521-019E9C4B3AE9}" dt="2025-03-04T17:46:43.553" v="1784" actId="20577"/>
          <ac:spMkLst>
            <pc:docMk/>
            <pc:sldMk cId="3229215255" sldId="258"/>
            <ac:spMk id="44" creationId="{62BEA801-E76A-BEC1-128E-4AFADF56EB61}"/>
          </ac:spMkLst>
        </pc:spChg>
        <pc:spChg chg="add del mod">
          <ac:chgData name="KONGKAEW, PUTTIWAT" userId="a8adac1e-848f-4d84-b961-6a7ffb648b49" providerId="ADAL" clId="{7BED335D-7759-4E8C-9521-019E9C4B3AE9}" dt="2025-03-04T21:24:41.418" v="1816" actId="478"/>
          <ac:spMkLst>
            <pc:docMk/>
            <pc:sldMk cId="3229215255" sldId="258"/>
            <ac:spMk id="45" creationId="{5D8AA8B4-378A-E773-4DF4-A8BA62F6A118}"/>
          </ac:spMkLst>
        </pc:spChg>
        <pc:spChg chg="add mod">
          <ac:chgData name="KONGKAEW, PUTTIWAT" userId="a8adac1e-848f-4d84-b961-6a7ffb648b49" providerId="ADAL" clId="{7BED335D-7759-4E8C-9521-019E9C4B3AE9}" dt="2025-03-04T21:25:04.715" v="1828" actId="20577"/>
          <ac:spMkLst>
            <pc:docMk/>
            <pc:sldMk cId="3229215255" sldId="258"/>
            <ac:spMk id="72" creationId="{A4989676-3E22-5922-7B90-828342AFC92B}"/>
          </ac:spMkLst>
        </pc:spChg>
        <pc:spChg chg="add mod ord">
          <ac:chgData name="KONGKAEW, PUTTIWAT" userId="a8adac1e-848f-4d84-b961-6a7ffb648b49" providerId="ADAL" clId="{7BED335D-7759-4E8C-9521-019E9C4B3AE9}" dt="2025-03-04T17:05:43.568" v="1655" actId="167"/>
          <ac:spMkLst>
            <pc:docMk/>
            <pc:sldMk cId="3229215255" sldId="258"/>
            <ac:spMk id="77" creationId="{CF5DFDF8-02FC-4FAD-02E5-54EBAC53CFC5}"/>
          </ac:spMkLst>
        </pc:spChg>
        <pc:spChg chg="add mod ord">
          <ac:chgData name="KONGKAEW, PUTTIWAT" userId="a8adac1e-848f-4d84-b961-6a7ffb648b49" providerId="ADAL" clId="{7BED335D-7759-4E8C-9521-019E9C4B3AE9}" dt="2025-03-04T17:06:35.079" v="1658" actId="167"/>
          <ac:spMkLst>
            <pc:docMk/>
            <pc:sldMk cId="3229215255" sldId="258"/>
            <ac:spMk id="79" creationId="{6E501C24-F38F-91D4-88AE-A606996C8915}"/>
          </ac:spMkLst>
        </pc:spChg>
        <pc:spChg chg="add del mod ord">
          <ac:chgData name="KONGKAEW, PUTTIWAT" userId="a8adac1e-848f-4d84-b961-6a7ffb648b49" providerId="ADAL" clId="{7BED335D-7759-4E8C-9521-019E9C4B3AE9}" dt="2025-03-04T21:31:04.365" v="1915" actId="692"/>
          <ac:spMkLst>
            <pc:docMk/>
            <pc:sldMk cId="3229215255" sldId="258"/>
            <ac:spMk id="88" creationId="{39ABC7FD-F9D7-6735-88D6-6AFB33AB12A4}"/>
          </ac:spMkLst>
        </pc:spChg>
        <pc:spChg chg="mod">
          <ac:chgData name="KONGKAEW, PUTTIWAT" userId="a8adac1e-848f-4d84-b961-6a7ffb648b49" providerId="ADAL" clId="{7BED335D-7759-4E8C-9521-019E9C4B3AE9}" dt="2025-03-04T17:01:17.434" v="1474" actId="1076"/>
          <ac:spMkLst>
            <pc:docMk/>
            <pc:sldMk cId="3229215255" sldId="258"/>
            <ac:spMk id="118" creationId="{1C0E1C53-48FD-73EA-5152-22834182F0E5}"/>
          </ac:spMkLst>
        </pc:spChg>
        <pc:spChg chg="mod">
          <ac:chgData name="KONGKAEW, PUTTIWAT" userId="a8adac1e-848f-4d84-b961-6a7ffb648b49" providerId="ADAL" clId="{7BED335D-7759-4E8C-9521-019E9C4B3AE9}" dt="2025-03-04T17:47:08.496" v="1796" actId="20577"/>
          <ac:spMkLst>
            <pc:docMk/>
            <pc:sldMk cId="3229215255" sldId="258"/>
            <ac:spMk id="123" creationId="{8105E1A2-A382-4267-0039-0E53D6CE5CF4}"/>
          </ac:spMkLst>
        </pc:spChg>
        <pc:spChg chg="add del">
          <ac:chgData name="KONGKAEW, PUTTIWAT" userId="a8adac1e-848f-4d84-b961-6a7ffb648b49" providerId="ADAL" clId="{7BED335D-7759-4E8C-9521-019E9C4B3AE9}" dt="2025-03-04T21:24:41.226" v="1815" actId="478"/>
          <ac:spMkLst>
            <pc:docMk/>
            <pc:sldMk cId="3229215255" sldId="258"/>
            <ac:spMk id="125" creationId="{181C6385-7A1D-A12C-0846-B3CE596FC66C}"/>
          </ac:spMkLst>
        </pc:spChg>
        <pc:spChg chg="mod">
          <ac:chgData name="KONGKAEW, PUTTIWAT" userId="a8adac1e-848f-4d84-b961-6a7ffb648b49" providerId="ADAL" clId="{7BED335D-7759-4E8C-9521-019E9C4B3AE9}" dt="2025-03-04T17:47:32.515" v="1805" actId="20577"/>
          <ac:spMkLst>
            <pc:docMk/>
            <pc:sldMk cId="3229215255" sldId="258"/>
            <ac:spMk id="127" creationId="{996A85A3-5A1E-9E43-7711-5C15FD5B95E5}"/>
          </ac:spMkLst>
        </pc:spChg>
        <pc:cxnChg chg="add mod">
          <ac:chgData name="KONGKAEW, PUTTIWAT" userId="a8adac1e-848f-4d84-b961-6a7ffb648b49" providerId="ADAL" clId="{7BED335D-7759-4E8C-9521-019E9C4B3AE9}" dt="2025-03-04T16:54:00.434" v="1344" actId="14100"/>
          <ac:cxnSpMkLst>
            <pc:docMk/>
            <pc:sldMk cId="3229215255" sldId="258"/>
            <ac:cxnSpMk id="2" creationId="{B18D511B-08EE-41DD-4369-2A3E9BD2DAF1}"/>
          </ac:cxnSpMkLst>
        </pc:cxnChg>
        <pc:cxnChg chg="mod">
          <ac:chgData name="KONGKAEW, PUTTIWAT" userId="a8adac1e-848f-4d84-b961-6a7ffb648b49" providerId="ADAL" clId="{7BED335D-7759-4E8C-9521-019E9C4B3AE9}" dt="2025-03-04T17:05:34.646" v="1654" actId="692"/>
          <ac:cxnSpMkLst>
            <pc:docMk/>
            <pc:sldMk cId="3229215255" sldId="258"/>
            <ac:cxnSpMk id="8" creationId="{D2D40CA1-E2C5-A514-FC4E-B29E7C3373D4}"/>
          </ac:cxnSpMkLst>
        </pc:cxnChg>
        <pc:cxnChg chg="add mod">
          <ac:chgData name="KONGKAEW, PUTTIWAT" userId="a8adac1e-848f-4d84-b961-6a7ffb648b49" providerId="ADAL" clId="{7BED335D-7759-4E8C-9521-019E9C4B3AE9}" dt="2025-03-04T16:54:57.570" v="1383" actId="14100"/>
          <ac:cxnSpMkLst>
            <pc:docMk/>
            <pc:sldMk cId="3229215255" sldId="258"/>
            <ac:cxnSpMk id="10" creationId="{C8B12715-6E89-0D0E-E4D1-B3603D192D84}"/>
          </ac:cxnSpMkLst>
        </pc:cxnChg>
        <pc:cxnChg chg="mod">
          <ac:chgData name="KONGKAEW, PUTTIWAT" userId="a8adac1e-848f-4d84-b961-6a7ffb648b49" providerId="ADAL" clId="{7BED335D-7759-4E8C-9521-019E9C4B3AE9}" dt="2025-03-04T17:05:34.646" v="1654" actId="692"/>
          <ac:cxnSpMkLst>
            <pc:docMk/>
            <pc:sldMk cId="3229215255" sldId="258"/>
            <ac:cxnSpMk id="11" creationId="{1F57FDCB-6085-1D76-225F-616968F7DE1A}"/>
          </ac:cxnSpMkLst>
        </pc:cxnChg>
        <pc:cxnChg chg="add mod">
          <ac:chgData name="KONGKAEW, PUTTIWAT" userId="a8adac1e-848f-4d84-b961-6a7ffb648b49" providerId="ADAL" clId="{7BED335D-7759-4E8C-9521-019E9C4B3AE9}" dt="2025-03-04T21:30:36.999" v="1912" actId="14100"/>
          <ac:cxnSpMkLst>
            <pc:docMk/>
            <pc:sldMk cId="3229215255" sldId="258"/>
            <ac:cxnSpMk id="17" creationId="{947147A7-9083-F5F7-38A0-FB2DD582D67B}"/>
          </ac:cxnSpMkLst>
        </pc:cxnChg>
        <pc:cxnChg chg="add mod">
          <ac:chgData name="KONGKAEW, PUTTIWAT" userId="a8adac1e-848f-4d84-b961-6a7ffb648b49" providerId="ADAL" clId="{7BED335D-7759-4E8C-9521-019E9C4B3AE9}" dt="2025-03-04T16:55:53.907" v="1390" actId="14100"/>
          <ac:cxnSpMkLst>
            <pc:docMk/>
            <pc:sldMk cId="3229215255" sldId="258"/>
            <ac:cxnSpMk id="23" creationId="{B74BCB65-9E48-EA09-E470-28DF26213456}"/>
          </ac:cxnSpMkLst>
        </pc:cxnChg>
        <pc:cxnChg chg="add del mod">
          <ac:chgData name="KONGKAEW, PUTTIWAT" userId="a8adac1e-848f-4d84-b961-6a7ffb648b49" providerId="ADAL" clId="{7BED335D-7759-4E8C-9521-019E9C4B3AE9}" dt="2025-03-04T21:32:12.632" v="1927" actId="1038"/>
          <ac:cxnSpMkLst>
            <pc:docMk/>
            <pc:sldMk cId="3229215255" sldId="258"/>
            <ac:cxnSpMk id="27" creationId="{DE745693-F0D1-2AE8-1C5E-38C4120FB6D2}"/>
          </ac:cxnSpMkLst>
        </pc:cxnChg>
        <pc:cxnChg chg="add mod">
          <ac:chgData name="KONGKAEW, PUTTIWAT" userId="a8adac1e-848f-4d84-b961-6a7ffb648b49" providerId="ADAL" clId="{7BED335D-7759-4E8C-9521-019E9C4B3AE9}" dt="2025-03-04T16:56:52.442" v="1400" actId="14100"/>
          <ac:cxnSpMkLst>
            <pc:docMk/>
            <pc:sldMk cId="3229215255" sldId="258"/>
            <ac:cxnSpMk id="30" creationId="{79D85253-2B12-AB6C-172E-03DDF9B65649}"/>
          </ac:cxnSpMkLst>
        </pc:cxnChg>
        <pc:cxnChg chg="add mod">
          <ac:chgData name="KONGKAEW, PUTTIWAT" userId="a8adac1e-848f-4d84-b961-6a7ffb648b49" providerId="ADAL" clId="{7BED335D-7759-4E8C-9521-019E9C4B3AE9}" dt="2025-03-04T21:30:30.359" v="1910" actId="14100"/>
          <ac:cxnSpMkLst>
            <pc:docMk/>
            <pc:sldMk cId="3229215255" sldId="258"/>
            <ac:cxnSpMk id="35" creationId="{0E638E4A-D15D-E9FE-8D8C-D9E994FA2052}"/>
          </ac:cxnSpMkLst>
        </pc:cxnChg>
        <pc:cxnChg chg="add mod">
          <ac:chgData name="KONGKAEW, PUTTIWAT" userId="a8adac1e-848f-4d84-b961-6a7ffb648b49" providerId="ADAL" clId="{7BED335D-7759-4E8C-9521-019E9C4B3AE9}" dt="2025-03-04T21:30:44.472" v="1914" actId="14100"/>
          <ac:cxnSpMkLst>
            <pc:docMk/>
            <pc:sldMk cId="3229215255" sldId="258"/>
            <ac:cxnSpMk id="46" creationId="{3F9ED7BF-3473-E1D3-D07E-EE3BBD0B4E56}"/>
          </ac:cxnSpMkLst>
        </pc:cxnChg>
        <pc:cxnChg chg="add mod">
          <ac:chgData name="KONGKAEW, PUTTIWAT" userId="a8adac1e-848f-4d84-b961-6a7ffb648b49" providerId="ADAL" clId="{7BED335D-7759-4E8C-9521-019E9C4B3AE9}" dt="2025-03-04T16:59:39.394" v="1417" actId="14100"/>
          <ac:cxnSpMkLst>
            <pc:docMk/>
            <pc:sldMk cId="3229215255" sldId="258"/>
            <ac:cxnSpMk id="50" creationId="{351D08D1-36AC-D8DE-1E73-03DDC8F6D7BD}"/>
          </ac:cxnSpMkLst>
        </pc:cxnChg>
        <pc:cxnChg chg="add mod">
          <ac:chgData name="KONGKAEW, PUTTIWAT" userId="a8adac1e-848f-4d84-b961-6a7ffb648b49" providerId="ADAL" clId="{7BED335D-7759-4E8C-9521-019E9C4B3AE9}" dt="2025-03-04T17:00:23.586" v="1423" actId="692"/>
          <ac:cxnSpMkLst>
            <pc:docMk/>
            <pc:sldMk cId="3229215255" sldId="258"/>
            <ac:cxnSpMk id="53" creationId="{9118F61C-59B8-E2B8-E092-41F7E8DE2F04}"/>
          </ac:cxnSpMkLst>
        </pc:cxnChg>
        <pc:cxnChg chg="add mod">
          <ac:chgData name="KONGKAEW, PUTTIWAT" userId="a8adac1e-848f-4d84-b961-6a7ffb648b49" providerId="ADAL" clId="{7BED335D-7759-4E8C-9521-019E9C4B3AE9}" dt="2025-03-04T17:02:16.819" v="1641" actId="1038"/>
          <ac:cxnSpMkLst>
            <pc:docMk/>
            <pc:sldMk cId="3229215255" sldId="258"/>
            <ac:cxnSpMk id="70" creationId="{8730E4ED-ADAB-276F-C6D8-B1DB5B052C09}"/>
          </ac:cxnSpMkLst>
        </pc:cxnChg>
        <pc:cxnChg chg="add mod">
          <ac:chgData name="KONGKAEW, PUTTIWAT" userId="a8adac1e-848f-4d84-b961-6a7ffb648b49" providerId="ADAL" clId="{7BED335D-7759-4E8C-9521-019E9C4B3AE9}" dt="2025-03-04T17:02:41.379" v="1648" actId="692"/>
          <ac:cxnSpMkLst>
            <pc:docMk/>
            <pc:sldMk cId="3229215255" sldId="258"/>
            <ac:cxnSpMk id="74" creationId="{E92F7D13-2DE0-D321-7156-5678AF810954}"/>
          </ac:cxnSpMkLst>
        </pc:cxnChg>
        <pc:cxnChg chg="add del">
          <ac:chgData name="KONGKAEW, PUTTIWAT" userId="a8adac1e-848f-4d84-b961-6a7ffb648b49" providerId="ADAL" clId="{7BED335D-7759-4E8C-9521-019E9C4B3AE9}" dt="2025-03-04T21:24:41.815" v="1819" actId="478"/>
          <ac:cxnSpMkLst>
            <pc:docMk/>
            <pc:sldMk cId="3229215255" sldId="258"/>
            <ac:cxnSpMk id="75" creationId="{9096714F-D8B7-C513-6E21-51CF387FD22D}"/>
          </ac:cxnSpMkLst>
        </pc:cxnChg>
        <pc:cxnChg chg="add del">
          <ac:chgData name="KONGKAEW, PUTTIWAT" userId="a8adac1e-848f-4d84-b961-6a7ffb648b49" providerId="ADAL" clId="{7BED335D-7759-4E8C-9521-019E9C4B3AE9}" dt="2025-03-04T21:24:41.691" v="1818" actId="478"/>
          <ac:cxnSpMkLst>
            <pc:docMk/>
            <pc:sldMk cId="3229215255" sldId="258"/>
            <ac:cxnSpMk id="78" creationId="{28752FC3-DFC6-108B-12C6-0DD62DC76E53}"/>
          </ac:cxnSpMkLst>
        </pc:cxnChg>
        <pc:cxnChg chg="add del">
          <ac:chgData name="KONGKAEW, PUTTIWAT" userId="a8adac1e-848f-4d84-b961-6a7ffb648b49" providerId="ADAL" clId="{7BED335D-7759-4E8C-9521-019E9C4B3AE9}" dt="2025-03-04T21:24:41.532" v="1817" actId="478"/>
          <ac:cxnSpMkLst>
            <pc:docMk/>
            <pc:sldMk cId="3229215255" sldId="258"/>
            <ac:cxnSpMk id="81" creationId="{DE4836D4-1B4E-7807-9484-7B22A6BE86B7}"/>
          </ac:cxnSpMkLst>
        </pc:cxnChg>
      </pc:sldChg>
      <pc:sldChg chg="addSp delSp modSp add del mod">
        <pc:chgData name="KONGKAEW, PUTTIWAT" userId="a8adac1e-848f-4d84-b961-6a7ffb648b49" providerId="ADAL" clId="{7BED335D-7759-4E8C-9521-019E9C4B3AE9}" dt="2025-03-04T21:29:42.343" v="1906" actId="14100"/>
        <pc:sldMkLst>
          <pc:docMk/>
          <pc:sldMk cId="802331122" sldId="259"/>
        </pc:sldMkLst>
        <pc:spChg chg="add mod">
          <ac:chgData name="KONGKAEW, PUTTIWAT" userId="a8adac1e-848f-4d84-b961-6a7ffb648b49" providerId="ADAL" clId="{7BED335D-7759-4E8C-9521-019E9C4B3AE9}" dt="2025-03-04T21:27:56.949" v="1856" actId="208"/>
          <ac:spMkLst>
            <pc:docMk/>
            <pc:sldMk cId="802331122" sldId="259"/>
            <ac:spMk id="4" creationId="{EBBB152E-D294-03EA-CD46-1286E6E033A8}"/>
          </ac:spMkLst>
        </pc:spChg>
        <pc:spChg chg="mod">
          <ac:chgData name="KONGKAEW, PUTTIWAT" userId="a8adac1e-848f-4d84-b961-6a7ffb648b49" providerId="ADAL" clId="{7BED335D-7759-4E8C-9521-019E9C4B3AE9}" dt="2025-03-04T21:29:31.865" v="1903" actId="1035"/>
          <ac:spMkLst>
            <pc:docMk/>
            <pc:sldMk cId="802331122" sldId="259"/>
            <ac:spMk id="9" creationId="{52D84D02-C4A6-BC8F-10D9-EA4A1A298046}"/>
          </ac:spMkLst>
        </pc:spChg>
        <pc:spChg chg="mod">
          <ac:chgData name="KONGKAEW, PUTTIWAT" userId="a8adac1e-848f-4d84-b961-6a7ffb648b49" providerId="ADAL" clId="{7BED335D-7759-4E8C-9521-019E9C4B3AE9}" dt="2025-03-04T21:29:40.278" v="1905" actId="1076"/>
          <ac:spMkLst>
            <pc:docMk/>
            <pc:sldMk cId="802331122" sldId="259"/>
            <ac:spMk id="15" creationId="{50F71532-3902-302B-B30E-2B62D5251C64}"/>
          </ac:spMkLst>
        </pc:spChg>
        <pc:spChg chg="mod">
          <ac:chgData name="KONGKAEW, PUTTIWAT" userId="a8adac1e-848f-4d84-b961-6a7ffb648b49" providerId="ADAL" clId="{7BED335D-7759-4E8C-9521-019E9C4B3AE9}" dt="2025-03-04T21:28:47.849" v="1883" actId="1036"/>
          <ac:spMkLst>
            <pc:docMk/>
            <pc:sldMk cId="802331122" sldId="259"/>
            <ac:spMk id="28" creationId="{474C3EDC-1DC5-5173-08B3-0CF71E5832EB}"/>
          </ac:spMkLst>
        </pc:spChg>
        <pc:spChg chg="mod">
          <ac:chgData name="KONGKAEW, PUTTIWAT" userId="a8adac1e-848f-4d84-b961-6a7ffb648b49" providerId="ADAL" clId="{7BED335D-7759-4E8C-9521-019E9C4B3AE9}" dt="2025-03-04T21:28:47.849" v="1883" actId="1036"/>
          <ac:spMkLst>
            <pc:docMk/>
            <pc:sldMk cId="802331122" sldId="259"/>
            <ac:spMk id="29" creationId="{BFE9AA44-EA72-1982-748B-1F2EC430373C}"/>
          </ac:spMkLst>
        </pc:spChg>
        <pc:spChg chg="mod">
          <ac:chgData name="KONGKAEW, PUTTIWAT" userId="a8adac1e-848f-4d84-b961-6a7ffb648b49" providerId="ADAL" clId="{7BED335D-7759-4E8C-9521-019E9C4B3AE9}" dt="2025-03-04T21:29:16.704" v="1888" actId="1076"/>
          <ac:spMkLst>
            <pc:docMk/>
            <pc:sldMk cId="802331122" sldId="259"/>
            <ac:spMk id="34" creationId="{2D9A4416-11AD-541A-E8F0-0D20EBC352DF}"/>
          </ac:spMkLst>
        </pc:spChg>
        <pc:spChg chg="mod">
          <ac:chgData name="KONGKAEW, PUTTIWAT" userId="a8adac1e-848f-4d84-b961-6a7ffb648b49" providerId="ADAL" clId="{7BED335D-7759-4E8C-9521-019E9C4B3AE9}" dt="2025-03-04T21:29:01.249" v="1885" actId="1076"/>
          <ac:spMkLst>
            <pc:docMk/>
            <pc:sldMk cId="802331122" sldId="259"/>
            <ac:spMk id="41" creationId="{5F04009C-24D7-CCA4-E12C-9EE09CB2F59C}"/>
          </ac:spMkLst>
        </pc:spChg>
        <pc:spChg chg="mod">
          <ac:chgData name="KONGKAEW, PUTTIWAT" userId="a8adac1e-848f-4d84-b961-6a7ffb648b49" providerId="ADAL" clId="{7BED335D-7759-4E8C-9521-019E9C4B3AE9}" dt="2025-03-04T21:28:32.988" v="1870" actId="1035"/>
          <ac:spMkLst>
            <pc:docMk/>
            <pc:sldMk cId="802331122" sldId="259"/>
            <ac:spMk id="72" creationId="{4586C0E3-8D97-43D1-96C2-7FC19F7386E6}"/>
          </ac:spMkLst>
        </pc:spChg>
        <pc:cxnChg chg="mod">
          <ac:chgData name="KONGKAEW, PUTTIWAT" userId="a8adac1e-848f-4d84-b961-6a7ffb648b49" providerId="ADAL" clId="{7BED335D-7759-4E8C-9521-019E9C4B3AE9}" dt="2025-03-04T21:29:31.865" v="1903" actId="1035"/>
          <ac:cxnSpMkLst>
            <pc:docMk/>
            <pc:sldMk cId="802331122" sldId="259"/>
            <ac:cxnSpMk id="10" creationId="{A79A81C5-FE2F-F5E1-35CF-8040A2E0F068}"/>
          </ac:cxnSpMkLst>
        </pc:cxnChg>
        <pc:cxnChg chg="mod">
          <ac:chgData name="KONGKAEW, PUTTIWAT" userId="a8adac1e-848f-4d84-b961-6a7ffb648b49" providerId="ADAL" clId="{7BED335D-7759-4E8C-9521-019E9C4B3AE9}" dt="2025-03-04T21:29:42.343" v="1906" actId="14100"/>
          <ac:cxnSpMkLst>
            <pc:docMk/>
            <pc:sldMk cId="802331122" sldId="259"/>
            <ac:cxnSpMk id="17" creationId="{EBC5C4C7-3DE9-BF57-3878-6C3B7638EADF}"/>
          </ac:cxnSpMkLst>
        </pc:cxnChg>
        <pc:cxnChg chg="mod">
          <ac:chgData name="KONGKAEW, PUTTIWAT" userId="a8adac1e-848f-4d84-b961-6a7ffb648b49" providerId="ADAL" clId="{7BED335D-7759-4E8C-9521-019E9C4B3AE9}" dt="2025-03-04T21:28:32.988" v="1870" actId="1035"/>
          <ac:cxnSpMkLst>
            <pc:docMk/>
            <pc:sldMk cId="802331122" sldId="259"/>
            <ac:cxnSpMk id="23" creationId="{8F623D05-9794-2F20-5128-54D947FABD57}"/>
          </ac:cxnSpMkLst>
        </pc:cxnChg>
        <pc:cxnChg chg="mod">
          <ac:chgData name="KONGKAEW, PUTTIWAT" userId="a8adac1e-848f-4d84-b961-6a7ffb648b49" providerId="ADAL" clId="{7BED335D-7759-4E8C-9521-019E9C4B3AE9}" dt="2025-03-04T21:28:32.988" v="1870" actId="1035"/>
          <ac:cxnSpMkLst>
            <pc:docMk/>
            <pc:sldMk cId="802331122" sldId="259"/>
            <ac:cxnSpMk id="30" creationId="{0358F8C0-96D0-FDAA-6A94-99DEBC97A438}"/>
          </ac:cxnSpMkLst>
        </pc:cxnChg>
        <pc:cxnChg chg="mod">
          <ac:chgData name="KONGKAEW, PUTTIWAT" userId="a8adac1e-848f-4d84-b961-6a7ffb648b49" providerId="ADAL" clId="{7BED335D-7759-4E8C-9521-019E9C4B3AE9}" dt="2025-03-04T21:29:20.814" v="1889" actId="14100"/>
          <ac:cxnSpMkLst>
            <pc:docMk/>
            <pc:sldMk cId="802331122" sldId="259"/>
            <ac:cxnSpMk id="35" creationId="{AA432411-B428-6C83-E2F0-F1141D2FEA1F}"/>
          </ac:cxnSpMkLst>
        </pc:cxnChg>
        <pc:cxnChg chg="mod">
          <ac:chgData name="KONGKAEW, PUTTIWAT" userId="a8adac1e-848f-4d84-b961-6a7ffb648b49" providerId="ADAL" clId="{7BED335D-7759-4E8C-9521-019E9C4B3AE9}" dt="2025-03-04T21:29:12.295" v="1887" actId="14100"/>
          <ac:cxnSpMkLst>
            <pc:docMk/>
            <pc:sldMk cId="802331122" sldId="259"/>
            <ac:cxnSpMk id="46" creationId="{8C560E07-1C83-1A88-903A-A9BBC048A3E4}"/>
          </ac:cxnSpMkLst>
        </pc:cxnChg>
        <pc:cxnChg chg="mod">
          <ac:chgData name="KONGKAEW, PUTTIWAT" userId="a8adac1e-848f-4d84-b961-6a7ffb648b49" providerId="ADAL" clId="{7BED335D-7759-4E8C-9521-019E9C4B3AE9}" dt="2025-03-04T21:28:32.988" v="1870" actId="1035"/>
          <ac:cxnSpMkLst>
            <pc:docMk/>
            <pc:sldMk cId="802331122" sldId="259"/>
            <ac:cxnSpMk id="50" creationId="{66CD7D77-9E8D-292F-257E-FD0982039868}"/>
          </ac:cxnSpMkLst>
        </pc:cxnChg>
        <pc:cxnChg chg="add del mod ord">
          <ac:chgData name="KONGKAEW, PUTTIWAT" userId="a8adac1e-848f-4d84-b961-6a7ffb648b49" providerId="ADAL" clId="{7BED335D-7759-4E8C-9521-019E9C4B3AE9}" dt="2025-03-04T21:28:32.988" v="1870" actId="1035"/>
          <ac:cxnSpMkLst>
            <pc:docMk/>
            <pc:sldMk cId="802331122" sldId="259"/>
            <ac:cxnSpMk id="53" creationId="{DC59FAEB-9794-6763-C6CA-464767B0FC11}"/>
          </ac:cxnSpMkLst>
        </pc:cxnChg>
        <pc:cxnChg chg="mod">
          <ac:chgData name="KONGKAEW, PUTTIWAT" userId="a8adac1e-848f-4d84-b961-6a7ffb648b49" providerId="ADAL" clId="{7BED335D-7759-4E8C-9521-019E9C4B3AE9}" dt="2025-03-04T21:28:32.988" v="1870" actId="1035"/>
          <ac:cxnSpMkLst>
            <pc:docMk/>
            <pc:sldMk cId="802331122" sldId="259"/>
            <ac:cxnSpMk id="70" creationId="{156445B5-E50A-0AE0-3199-679810ADFC4C}"/>
          </ac:cxnSpMkLst>
        </pc:cxnChg>
        <pc:cxnChg chg="mod">
          <ac:chgData name="KONGKAEW, PUTTIWAT" userId="a8adac1e-848f-4d84-b961-6a7ffb648b49" providerId="ADAL" clId="{7BED335D-7759-4E8C-9521-019E9C4B3AE9}" dt="2025-03-04T21:28:32.988" v="1870" actId="1035"/>
          <ac:cxnSpMkLst>
            <pc:docMk/>
            <pc:sldMk cId="802331122" sldId="259"/>
            <ac:cxnSpMk id="74" creationId="{C4E447BB-6724-64B1-56E1-00DFEF8A88ED}"/>
          </ac:cxnSpMkLst>
        </pc:cxnChg>
      </pc:sldChg>
      <pc:sldChg chg="delSp modSp add mod">
        <pc:chgData name="KONGKAEW, PUTTIWAT" userId="a8adac1e-848f-4d84-b961-6a7ffb648b49" providerId="ADAL" clId="{7BED335D-7759-4E8C-9521-019E9C4B3AE9}" dt="2025-03-04T21:34:21.905" v="1932" actId="478"/>
        <pc:sldMkLst>
          <pc:docMk/>
          <pc:sldMk cId="915076939" sldId="260"/>
        </pc:sldMkLst>
      </pc:sldChg>
      <pc:sldChg chg="delSp modSp add mod">
        <pc:chgData name="KONGKAEW, PUTTIWAT" userId="a8adac1e-848f-4d84-b961-6a7ffb648b49" providerId="ADAL" clId="{7BED335D-7759-4E8C-9521-019E9C4B3AE9}" dt="2025-03-04T21:34:36.247" v="1937" actId="478"/>
        <pc:sldMkLst>
          <pc:docMk/>
          <pc:sldMk cId="1573758999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24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88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76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29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91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91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21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49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54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483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38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AF118-3CD2-44A3-BCAC-0E43779ECC32}" type="datetimeFigureOut">
              <a:rPr lang="en-GB" smtClean="0"/>
              <a:t>2025-04-10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0F2A6-D3F8-412A-9524-F82F5B825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40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4483A1-532F-8834-F076-782B5701386B}"/>
              </a:ext>
            </a:extLst>
          </p:cNvPr>
          <p:cNvCxnSpPr>
            <a:cxnSpLocks/>
          </p:cNvCxnSpPr>
          <p:nvPr/>
        </p:nvCxnSpPr>
        <p:spPr>
          <a:xfrm flipV="1">
            <a:off x="632520" y="548680"/>
            <a:ext cx="0" cy="57606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A818D99-277E-2492-7C43-B99CA0E7B90F}"/>
              </a:ext>
            </a:extLst>
          </p:cNvPr>
          <p:cNvSpPr/>
          <p:nvPr/>
        </p:nvSpPr>
        <p:spPr>
          <a:xfrm>
            <a:off x="632520" y="1628800"/>
            <a:ext cx="8640960" cy="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235C41-69ED-8B97-1FB2-F292369C25EE}"/>
              </a:ext>
            </a:extLst>
          </p:cNvPr>
          <p:cNvCxnSpPr>
            <a:cxnSpLocks/>
          </p:cNvCxnSpPr>
          <p:nvPr/>
        </p:nvCxnSpPr>
        <p:spPr>
          <a:xfrm flipV="1">
            <a:off x="632520" y="548680"/>
            <a:ext cx="8640960" cy="57606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rtial Circle 23">
            <a:extLst>
              <a:ext uri="{FF2B5EF4-FFF2-40B4-BE49-F238E27FC236}">
                <a16:creationId xmlns:a16="http://schemas.microsoft.com/office/drawing/2014/main" id="{07A54BD5-54AC-0E2C-245A-21A7AB1AE3FA}"/>
              </a:ext>
            </a:extLst>
          </p:cNvPr>
          <p:cNvSpPr/>
          <p:nvPr/>
        </p:nvSpPr>
        <p:spPr>
          <a:xfrm>
            <a:off x="-457122" y="5238725"/>
            <a:ext cx="2160237" cy="2160240"/>
          </a:xfrm>
          <a:prstGeom prst="pie">
            <a:avLst>
              <a:gd name="adj1" fmla="val 16210451"/>
              <a:gd name="adj2" fmla="val 195849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415260-C9F7-AC63-0FE4-2FEB813D3836}"/>
                  </a:ext>
                </a:extLst>
              </p:cNvPr>
              <p:cNvSpPr txBox="1"/>
              <p:nvPr/>
            </p:nvSpPr>
            <p:spPr>
              <a:xfrm>
                <a:off x="721902" y="5380077"/>
                <a:ext cx="4796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415260-C9F7-AC63-0FE4-2FEB813D3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2" y="5380077"/>
                <a:ext cx="47961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E54E49-B160-68CC-AAB3-6064BF1B23DF}"/>
                  </a:ext>
                </a:extLst>
              </p:cNvPr>
              <p:cNvSpPr txBox="1"/>
              <p:nvPr/>
            </p:nvSpPr>
            <p:spPr>
              <a:xfrm>
                <a:off x="57150" y="261412"/>
                <a:ext cx="50263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E54E49-B160-68CC-AAB3-6064BF1B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" y="261412"/>
                <a:ext cx="50263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E1826F-C3A3-1BA6-3EE3-6C023A0152A9}"/>
                  </a:ext>
                </a:extLst>
              </p:cNvPr>
              <p:cNvSpPr txBox="1"/>
              <p:nvPr/>
            </p:nvSpPr>
            <p:spPr>
              <a:xfrm>
                <a:off x="8653983" y="256878"/>
                <a:ext cx="47378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9E1826F-C3A3-1BA6-3EE3-6C023A015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983" y="256878"/>
                <a:ext cx="47378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4C7C72-8A06-917C-3C04-99294FBBFC71}"/>
                  </a:ext>
                </a:extLst>
              </p:cNvPr>
              <p:cNvSpPr txBox="1"/>
              <p:nvPr/>
            </p:nvSpPr>
            <p:spPr>
              <a:xfrm>
                <a:off x="3507014" y="1691283"/>
                <a:ext cx="727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4C7C72-8A06-917C-3C04-99294FBBF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014" y="1691283"/>
                <a:ext cx="72750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123A1D-6A3F-C3D5-EAF5-074D810E77D6}"/>
              </a:ext>
            </a:extLst>
          </p:cNvPr>
          <p:cNvCxnSpPr/>
          <p:nvPr/>
        </p:nvCxnSpPr>
        <p:spPr>
          <a:xfrm>
            <a:off x="1355651" y="1628800"/>
            <a:ext cx="0" cy="72008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D6D7EE-0170-2421-40BC-F08D93964978}"/>
                  </a:ext>
                </a:extLst>
              </p:cNvPr>
              <p:cNvSpPr txBox="1"/>
              <p:nvPr/>
            </p:nvSpPr>
            <p:spPr>
              <a:xfrm>
                <a:off x="1358594" y="1695475"/>
                <a:ext cx="7398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𝑑h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D6D7EE-0170-2421-40BC-F08D93964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594" y="1695475"/>
                <a:ext cx="73988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D6F856-4682-3E07-B9A1-FC18DED3FF1C}"/>
              </a:ext>
            </a:extLst>
          </p:cNvPr>
          <p:cNvCxnSpPr>
            <a:cxnSpLocks/>
          </p:cNvCxnSpPr>
          <p:nvPr/>
        </p:nvCxnSpPr>
        <p:spPr>
          <a:xfrm flipH="1">
            <a:off x="6387827" y="1628800"/>
            <a:ext cx="1085453" cy="721623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A85AF7-F232-8394-4602-512125AF100E}"/>
                  </a:ext>
                </a:extLst>
              </p:cNvPr>
              <p:cNvSpPr txBox="1"/>
              <p:nvPr/>
            </p:nvSpPr>
            <p:spPr>
              <a:xfrm>
                <a:off x="6042645" y="1692097"/>
                <a:ext cx="71102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A85AF7-F232-8394-4602-512125AF1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645" y="1692097"/>
                <a:ext cx="71102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2F825BDC-6ECF-A297-E6D0-0966FFCE177F}"/>
              </a:ext>
            </a:extLst>
          </p:cNvPr>
          <p:cNvSpPr txBox="1"/>
          <p:nvPr/>
        </p:nvSpPr>
        <p:spPr>
          <a:xfrm>
            <a:off x="4197379" y="6303987"/>
            <a:ext cx="1519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Ground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89504A3-40C2-7704-A4BD-4B66528E5D55}"/>
              </a:ext>
            </a:extLst>
          </p:cNvPr>
          <p:cNvCxnSpPr>
            <a:cxnSpLocks/>
          </p:cNvCxnSpPr>
          <p:nvPr/>
        </p:nvCxnSpPr>
        <p:spPr>
          <a:xfrm>
            <a:off x="609814" y="6328370"/>
            <a:ext cx="8663666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236E63F-9742-785B-840F-86F6244C2DF1}"/>
              </a:ext>
            </a:extLst>
          </p:cNvPr>
          <p:cNvSpPr txBox="1"/>
          <p:nvPr/>
        </p:nvSpPr>
        <p:spPr>
          <a:xfrm rot="16200000">
            <a:off x="-402470" y="3138156"/>
            <a:ext cx="1346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Height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FC4E3D-D1BF-EA15-ED60-6106776986B9}"/>
              </a:ext>
            </a:extLst>
          </p:cNvPr>
          <p:cNvSpPr txBox="1"/>
          <p:nvPr/>
        </p:nvSpPr>
        <p:spPr>
          <a:xfrm rot="19539185">
            <a:off x="2704592" y="3446297"/>
            <a:ext cx="2334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Line of Sight</a:t>
            </a:r>
          </a:p>
        </p:txBody>
      </p:sp>
    </p:spTree>
    <p:extLst>
      <p:ext uri="{BB962C8B-B14F-4D97-AF65-F5344CB8AC3E}">
        <p14:creationId xmlns:p14="http://schemas.microsoft.com/office/powerpoint/2010/main" val="1825169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F131C9-1D98-BDD0-CACB-998E2C0AF030}"/>
              </a:ext>
            </a:extLst>
          </p:cNvPr>
          <p:cNvCxnSpPr>
            <a:cxnSpLocks/>
          </p:cNvCxnSpPr>
          <p:nvPr/>
        </p:nvCxnSpPr>
        <p:spPr>
          <a:xfrm>
            <a:off x="632520" y="3429000"/>
            <a:ext cx="8640960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546F7D-CF29-3A6D-4A71-76BFC73951FD}"/>
              </a:ext>
            </a:extLst>
          </p:cNvPr>
          <p:cNvCxnSpPr/>
          <p:nvPr/>
        </p:nvCxnSpPr>
        <p:spPr>
          <a:xfrm>
            <a:off x="3525402" y="539156"/>
            <a:ext cx="0" cy="57606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A65FCA-31FD-14A2-DF63-58A36B30DFC3}"/>
              </a:ext>
            </a:extLst>
          </p:cNvPr>
          <p:cNvCxnSpPr/>
          <p:nvPr/>
        </p:nvCxnSpPr>
        <p:spPr>
          <a:xfrm>
            <a:off x="6402674" y="539155"/>
            <a:ext cx="0" cy="57606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3A420A-9F7A-DEE8-C268-2C4091C56A18}"/>
              </a:ext>
            </a:extLst>
          </p:cNvPr>
          <p:cNvCxnSpPr>
            <a:cxnSpLocks/>
          </p:cNvCxnSpPr>
          <p:nvPr/>
        </p:nvCxnSpPr>
        <p:spPr>
          <a:xfrm flipV="1">
            <a:off x="3525402" y="2708919"/>
            <a:ext cx="2877271" cy="72008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1CC1A9-5B3A-ADB9-A409-250261926A39}"/>
              </a:ext>
            </a:extLst>
          </p:cNvPr>
          <p:cNvCxnSpPr>
            <a:cxnSpLocks/>
          </p:cNvCxnSpPr>
          <p:nvPr/>
        </p:nvCxnSpPr>
        <p:spPr>
          <a:xfrm>
            <a:off x="3525402" y="3429001"/>
            <a:ext cx="2861663" cy="72007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B20480-D005-C5F6-C6B1-D0BA4C42901A}"/>
              </a:ext>
            </a:extLst>
          </p:cNvPr>
          <p:cNvCxnSpPr>
            <a:cxnSpLocks/>
          </p:cNvCxnSpPr>
          <p:nvPr/>
        </p:nvCxnSpPr>
        <p:spPr>
          <a:xfrm>
            <a:off x="6393160" y="4149080"/>
            <a:ext cx="2902396" cy="72007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1D3ED3-73CA-860E-D48A-530B4895C50D}"/>
              </a:ext>
            </a:extLst>
          </p:cNvPr>
          <p:cNvCxnSpPr>
            <a:cxnSpLocks/>
          </p:cNvCxnSpPr>
          <p:nvPr/>
        </p:nvCxnSpPr>
        <p:spPr>
          <a:xfrm flipV="1">
            <a:off x="6393160" y="1988837"/>
            <a:ext cx="2880318" cy="72008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30BD44-E573-54F9-756A-11104B8B1625}"/>
              </a:ext>
            </a:extLst>
          </p:cNvPr>
          <p:cNvCxnSpPr>
            <a:cxnSpLocks/>
          </p:cNvCxnSpPr>
          <p:nvPr/>
        </p:nvCxnSpPr>
        <p:spPr>
          <a:xfrm flipV="1">
            <a:off x="6412188" y="548673"/>
            <a:ext cx="2883368" cy="21602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8D20E2-F07D-BA2A-D578-F052BF2DC93A}"/>
              </a:ext>
            </a:extLst>
          </p:cNvPr>
          <p:cNvCxnSpPr>
            <a:cxnSpLocks/>
          </p:cNvCxnSpPr>
          <p:nvPr/>
        </p:nvCxnSpPr>
        <p:spPr>
          <a:xfrm>
            <a:off x="6383647" y="4149076"/>
            <a:ext cx="2911909" cy="216024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C7E04C-F6B8-60C1-F55F-A5F2076E3156}"/>
              </a:ext>
            </a:extLst>
          </p:cNvPr>
          <p:cNvCxnSpPr>
            <a:cxnSpLocks/>
          </p:cNvCxnSpPr>
          <p:nvPr/>
        </p:nvCxnSpPr>
        <p:spPr>
          <a:xfrm>
            <a:off x="9273480" y="539155"/>
            <a:ext cx="0" cy="57606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artial Circle 37">
            <a:extLst>
              <a:ext uri="{FF2B5EF4-FFF2-40B4-BE49-F238E27FC236}">
                <a16:creationId xmlns:a16="http://schemas.microsoft.com/office/drawing/2014/main" id="{9B22502D-2DF7-FA35-F883-FE7B8CAB4EAC}"/>
              </a:ext>
            </a:extLst>
          </p:cNvPr>
          <p:cNvSpPr/>
          <p:nvPr/>
        </p:nvSpPr>
        <p:spPr>
          <a:xfrm>
            <a:off x="2445194" y="2336085"/>
            <a:ext cx="2180230" cy="2183612"/>
          </a:xfrm>
          <a:prstGeom prst="pie">
            <a:avLst>
              <a:gd name="adj1" fmla="val 20756796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9" name="Partial Circle 38">
            <a:extLst>
              <a:ext uri="{FF2B5EF4-FFF2-40B4-BE49-F238E27FC236}">
                <a16:creationId xmlns:a16="http://schemas.microsoft.com/office/drawing/2014/main" id="{13867AE6-0405-5895-2122-35832539636D}"/>
              </a:ext>
            </a:extLst>
          </p:cNvPr>
          <p:cNvSpPr/>
          <p:nvPr/>
        </p:nvSpPr>
        <p:spPr>
          <a:xfrm>
            <a:off x="4257624" y="560415"/>
            <a:ext cx="4275312" cy="4317175"/>
          </a:xfrm>
          <a:prstGeom prst="pie">
            <a:avLst>
              <a:gd name="adj1" fmla="val 19399994"/>
              <a:gd name="adj2" fmla="val 2074687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454096-A1D1-BBD4-8C11-1829B985BBE2}"/>
              </a:ext>
            </a:extLst>
          </p:cNvPr>
          <p:cNvSpPr txBox="1"/>
          <p:nvPr/>
        </p:nvSpPr>
        <p:spPr>
          <a:xfrm>
            <a:off x="139130" y="6300936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WFS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2B44E-1035-10B9-5579-E4330E6E3E25}"/>
              </a:ext>
            </a:extLst>
          </p:cNvPr>
          <p:cNvSpPr txBox="1"/>
          <p:nvPr/>
        </p:nvSpPr>
        <p:spPr>
          <a:xfrm>
            <a:off x="3014174" y="6300609"/>
            <a:ext cx="101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DM3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04D0E3-7F56-082C-7F2A-E8453681F5F0}"/>
              </a:ext>
            </a:extLst>
          </p:cNvPr>
          <p:cNvSpPr txBox="1"/>
          <p:nvPr/>
        </p:nvSpPr>
        <p:spPr>
          <a:xfrm>
            <a:off x="5891468" y="6309320"/>
            <a:ext cx="101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DM2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CFF20B-5BA0-40B8-35A4-CB13DC6B36CE}"/>
              </a:ext>
            </a:extLst>
          </p:cNvPr>
          <p:cNvSpPr txBox="1"/>
          <p:nvPr/>
        </p:nvSpPr>
        <p:spPr>
          <a:xfrm>
            <a:off x="8780924" y="6318548"/>
            <a:ext cx="101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DM1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B8A284D-78F5-489D-AE33-BB91C11EDBDC}"/>
              </a:ext>
            </a:extLst>
          </p:cNvPr>
          <p:cNvCxnSpPr/>
          <p:nvPr/>
        </p:nvCxnSpPr>
        <p:spPr>
          <a:xfrm>
            <a:off x="3519010" y="54754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4B1E39B-2D9B-8A4F-2B72-15ADB9B9A869}"/>
              </a:ext>
            </a:extLst>
          </p:cNvPr>
          <p:cNvCxnSpPr/>
          <p:nvPr/>
        </p:nvCxnSpPr>
        <p:spPr>
          <a:xfrm>
            <a:off x="3519010" y="126763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EB831BE-548B-AC2D-C6FA-C7E375978801}"/>
              </a:ext>
            </a:extLst>
          </p:cNvPr>
          <p:cNvCxnSpPr/>
          <p:nvPr/>
        </p:nvCxnSpPr>
        <p:spPr>
          <a:xfrm>
            <a:off x="3519010" y="198771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3AEFC9C-58EE-42EC-255B-C3E1DA8EB615}"/>
              </a:ext>
            </a:extLst>
          </p:cNvPr>
          <p:cNvCxnSpPr/>
          <p:nvPr/>
        </p:nvCxnSpPr>
        <p:spPr>
          <a:xfrm>
            <a:off x="3519010" y="2707804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FE9C04D-ECAE-611D-A6E0-28FAF9FD9199}"/>
              </a:ext>
            </a:extLst>
          </p:cNvPr>
          <p:cNvCxnSpPr/>
          <p:nvPr/>
        </p:nvCxnSpPr>
        <p:spPr>
          <a:xfrm>
            <a:off x="3519010" y="342789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66F7C0B-13D2-4ABF-0C5C-3B096EA93E23}"/>
              </a:ext>
            </a:extLst>
          </p:cNvPr>
          <p:cNvCxnSpPr/>
          <p:nvPr/>
        </p:nvCxnSpPr>
        <p:spPr>
          <a:xfrm>
            <a:off x="3519010" y="4147978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30C34CB-908C-F8E5-49FC-033E68F634A4}"/>
              </a:ext>
            </a:extLst>
          </p:cNvPr>
          <p:cNvCxnSpPr/>
          <p:nvPr/>
        </p:nvCxnSpPr>
        <p:spPr>
          <a:xfrm>
            <a:off x="3519010" y="486806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EB74785-F724-9CB6-2156-49AC5E1CFE62}"/>
              </a:ext>
            </a:extLst>
          </p:cNvPr>
          <p:cNvCxnSpPr/>
          <p:nvPr/>
        </p:nvCxnSpPr>
        <p:spPr>
          <a:xfrm>
            <a:off x="3519010" y="558815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4DCECE2-F593-49C4-1534-D21C6FEA95D6}"/>
              </a:ext>
            </a:extLst>
          </p:cNvPr>
          <p:cNvCxnSpPr/>
          <p:nvPr/>
        </p:nvCxnSpPr>
        <p:spPr>
          <a:xfrm>
            <a:off x="3519010" y="630823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563C3B-4D89-3ED2-4DA2-862EE4316023}"/>
              </a:ext>
            </a:extLst>
          </p:cNvPr>
          <p:cNvCxnSpPr/>
          <p:nvPr/>
        </p:nvCxnSpPr>
        <p:spPr>
          <a:xfrm>
            <a:off x="6396245" y="54641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8510C25-FB83-4ABB-CE76-2BC09496B3A5}"/>
              </a:ext>
            </a:extLst>
          </p:cNvPr>
          <p:cNvCxnSpPr/>
          <p:nvPr/>
        </p:nvCxnSpPr>
        <p:spPr>
          <a:xfrm>
            <a:off x="6396245" y="198658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3FDD21F-AEEC-E50F-0CE4-CC4B6E49919B}"/>
              </a:ext>
            </a:extLst>
          </p:cNvPr>
          <p:cNvCxnSpPr/>
          <p:nvPr/>
        </p:nvCxnSpPr>
        <p:spPr>
          <a:xfrm>
            <a:off x="6396245" y="342676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F3BE263-E823-A09B-C2BD-5E4D6A042279}"/>
              </a:ext>
            </a:extLst>
          </p:cNvPr>
          <p:cNvCxnSpPr/>
          <p:nvPr/>
        </p:nvCxnSpPr>
        <p:spPr>
          <a:xfrm>
            <a:off x="6396245" y="486693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348DAE7-A468-36DB-EBDD-EC5CFF2CE566}"/>
              </a:ext>
            </a:extLst>
          </p:cNvPr>
          <p:cNvCxnSpPr/>
          <p:nvPr/>
        </p:nvCxnSpPr>
        <p:spPr>
          <a:xfrm>
            <a:off x="6396245" y="630710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79945C-EBA8-545C-E7CD-E644E8D2B62C}"/>
              </a:ext>
            </a:extLst>
          </p:cNvPr>
          <p:cNvCxnSpPr/>
          <p:nvPr/>
        </p:nvCxnSpPr>
        <p:spPr>
          <a:xfrm>
            <a:off x="9273480" y="126537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D86A970-2531-772E-851D-DE775E6077F7}"/>
              </a:ext>
            </a:extLst>
          </p:cNvPr>
          <p:cNvCxnSpPr/>
          <p:nvPr/>
        </p:nvCxnSpPr>
        <p:spPr>
          <a:xfrm>
            <a:off x="9273480" y="342563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63AC93A-13CE-6D2B-85A8-B83BC1071EEB}"/>
              </a:ext>
            </a:extLst>
          </p:cNvPr>
          <p:cNvCxnSpPr/>
          <p:nvPr/>
        </p:nvCxnSpPr>
        <p:spPr>
          <a:xfrm>
            <a:off x="9273480" y="558589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6299B893-BC9D-BEF6-9427-90CDE4433767}"/>
              </a:ext>
            </a:extLst>
          </p:cNvPr>
          <p:cNvSpPr/>
          <p:nvPr/>
        </p:nvSpPr>
        <p:spPr>
          <a:xfrm>
            <a:off x="488504" y="270780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534F86E-60EA-02F2-73A0-393FF7AAFC57}"/>
              </a:ext>
            </a:extLst>
          </p:cNvPr>
          <p:cNvSpPr/>
          <p:nvPr/>
        </p:nvSpPr>
        <p:spPr>
          <a:xfrm>
            <a:off x="488492" y="1980798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C5F93F7-8903-4816-447F-BF262225E7BA}"/>
              </a:ext>
            </a:extLst>
          </p:cNvPr>
          <p:cNvSpPr/>
          <p:nvPr/>
        </p:nvSpPr>
        <p:spPr>
          <a:xfrm>
            <a:off x="488469" y="125696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9E04C04-A07D-02D0-8F20-603546230F7C}"/>
              </a:ext>
            </a:extLst>
          </p:cNvPr>
          <p:cNvSpPr/>
          <p:nvPr/>
        </p:nvSpPr>
        <p:spPr>
          <a:xfrm>
            <a:off x="481423" y="550912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725B4D8-52D9-D3FB-37C3-1A9BE46A5ACF}"/>
              </a:ext>
            </a:extLst>
          </p:cNvPr>
          <p:cNvSpPr/>
          <p:nvPr/>
        </p:nvSpPr>
        <p:spPr>
          <a:xfrm>
            <a:off x="488469" y="5565375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5D9F224-E722-3BA2-193D-1465E4B5427B}"/>
              </a:ext>
            </a:extLst>
          </p:cNvPr>
          <p:cNvSpPr/>
          <p:nvPr/>
        </p:nvSpPr>
        <p:spPr>
          <a:xfrm>
            <a:off x="488457" y="4838369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2A3AF41-8B85-1F35-9614-94ED0912338D}"/>
              </a:ext>
            </a:extLst>
          </p:cNvPr>
          <p:cNvSpPr/>
          <p:nvPr/>
        </p:nvSpPr>
        <p:spPr>
          <a:xfrm>
            <a:off x="488434" y="411453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092CA77-AD9A-E46A-1EAE-85B9F0200B4D}"/>
              </a:ext>
            </a:extLst>
          </p:cNvPr>
          <p:cNvSpPr/>
          <p:nvPr/>
        </p:nvSpPr>
        <p:spPr>
          <a:xfrm>
            <a:off x="481388" y="340848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049DCC-0810-A217-164F-17FCCEFB0FA6}"/>
                  </a:ext>
                </a:extLst>
              </p:cNvPr>
              <p:cNvSpPr txBox="1"/>
              <p:nvPr/>
            </p:nvSpPr>
            <p:spPr>
              <a:xfrm>
                <a:off x="5192654" y="2977447"/>
                <a:ext cx="974882" cy="415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𝑗𝑖𝑡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049DCC-0810-A217-164F-17FCCEFB0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654" y="2977447"/>
                <a:ext cx="974882" cy="415627"/>
              </a:xfrm>
              <a:prstGeom prst="rect">
                <a:avLst/>
              </a:prstGeom>
              <a:blipFill>
                <a:blip r:embed="rId2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2596DD2-B3B8-AFB9-D4E8-97A3E6E938AE}"/>
                  </a:ext>
                </a:extLst>
              </p:cNvPr>
              <p:cNvSpPr txBox="1"/>
              <p:nvPr/>
            </p:nvSpPr>
            <p:spPr>
              <a:xfrm>
                <a:off x="7897948" y="76970"/>
                <a:ext cx="974882" cy="415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𝑗𝑖𝑡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2596DD2-B3B8-AFB9-D4E8-97A3E6E93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948" y="76970"/>
                <a:ext cx="974882" cy="415627"/>
              </a:xfrm>
              <a:prstGeom prst="rect">
                <a:avLst/>
              </a:prstGeom>
              <a:blipFill>
                <a:blip r:embed="rId3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37FF8B7-6DD6-40A2-2BA7-67F6D2C464D1}"/>
              </a:ext>
            </a:extLst>
          </p:cNvPr>
          <p:cNvCxnSpPr/>
          <p:nvPr/>
        </p:nvCxnSpPr>
        <p:spPr>
          <a:xfrm>
            <a:off x="6770340" y="2707804"/>
            <a:ext cx="0" cy="700679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01CB0A7-A52B-9D28-482E-B61A49D7DCEF}"/>
                  </a:ext>
                </a:extLst>
              </p:cNvPr>
              <p:cNvSpPr txBox="1"/>
              <p:nvPr/>
            </p:nvSpPr>
            <p:spPr>
              <a:xfrm>
                <a:off x="6772921" y="2871986"/>
                <a:ext cx="86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01CB0A7-A52B-9D28-482E-B61A49D7D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921" y="2871986"/>
                <a:ext cx="8660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D96CE51-B385-9EF4-E26A-778B6671351D}"/>
              </a:ext>
            </a:extLst>
          </p:cNvPr>
          <p:cNvCxnSpPr>
            <a:cxnSpLocks/>
          </p:cNvCxnSpPr>
          <p:nvPr/>
        </p:nvCxnSpPr>
        <p:spPr>
          <a:xfrm flipH="1">
            <a:off x="9602541" y="546413"/>
            <a:ext cx="2581" cy="286207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DA7CDAB-7C91-3057-4FCA-C202215FEDDC}"/>
                  </a:ext>
                </a:extLst>
              </p:cNvPr>
              <p:cNvSpPr txBox="1"/>
              <p:nvPr/>
            </p:nvSpPr>
            <p:spPr>
              <a:xfrm>
                <a:off x="9169538" y="83240"/>
                <a:ext cx="86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DA7CDAB-7C91-3057-4FCA-C202215FE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538" y="83240"/>
                <a:ext cx="8660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B1C6DF87-45F6-2A79-E791-84D47CC5E29F}"/>
              </a:ext>
            </a:extLst>
          </p:cNvPr>
          <p:cNvSpPr txBox="1"/>
          <p:nvPr/>
        </p:nvSpPr>
        <p:spPr>
          <a:xfrm>
            <a:off x="3787348" y="370507"/>
            <a:ext cx="115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Actuators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99B65D2-4389-3C5B-07D9-841B6A549B66}"/>
              </a:ext>
            </a:extLst>
          </p:cNvPr>
          <p:cNvSpPr txBox="1"/>
          <p:nvPr/>
        </p:nvSpPr>
        <p:spPr>
          <a:xfrm>
            <a:off x="746772" y="727401"/>
            <a:ext cx="102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Lenslets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95691D8-DAA0-0BF6-CC5F-1117D1761B5F}"/>
              </a:ext>
            </a:extLst>
          </p:cNvPr>
          <p:cNvCxnSpPr>
            <a:cxnSpLocks/>
          </p:cNvCxnSpPr>
          <p:nvPr/>
        </p:nvCxnSpPr>
        <p:spPr>
          <a:xfrm flipH="1">
            <a:off x="3525367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1331DD2-0DF6-1110-F89C-4782A53237EB}"/>
                  </a:ext>
                </a:extLst>
              </p:cNvPr>
              <p:cNvSpPr txBox="1"/>
              <p:nvPr/>
            </p:nvSpPr>
            <p:spPr>
              <a:xfrm>
                <a:off x="4155258" y="5744219"/>
                <a:ext cx="1617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1331DD2-0DF6-1110-F89C-4782A5323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58" y="5744219"/>
                <a:ext cx="1617558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8B272DA5-0C23-B43C-1768-A83F5A1E9C42}"/>
              </a:ext>
            </a:extLst>
          </p:cNvPr>
          <p:cNvCxnSpPr>
            <a:cxnSpLocks/>
          </p:cNvCxnSpPr>
          <p:nvPr/>
        </p:nvCxnSpPr>
        <p:spPr>
          <a:xfrm flipH="1">
            <a:off x="6421629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D10A6D9-D191-BE95-E849-11A6A67D2906}"/>
                  </a:ext>
                </a:extLst>
              </p:cNvPr>
              <p:cNvSpPr txBox="1"/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D10A6D9-D191-BE95-E849-11A6A67D2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9FDD8496-34E6-3017-28CF-CA79596BBF95}"/>
              </a:ext>
            </a:extLst>
          </p:cNvPr>
          <p:cNvCxnSpPr>
            <a:cxnSpLocks/>
          </p:cNvCxnSpPr>
          <p:nvPr/>
        </p:nvCxnSpPr>
        <p:spPr>
          <a:xfrm flipH="1">
            <a:off x="648098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F4AE31E-DF12-FBF9-AE26-E6918D92F8E7}"/>
                  </a:ext>
                </a:extLst>
              </p:cNvPr>
              <p:cNvSpPr txBox="1"/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𝑊𝐹𝑆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F4AE31E-DF12-FBF9-AE26-E6918D92F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Partial Circle 127">
            <a:extLst>
              <a:ext uri="{FF2B5EF4-FFF2-40B4-BE49-F238E27FC236}">
                <a16:creationId xmlns:a16="http://schemas.microsoft.com/office/drawing/2014/main" id="{2F2A43B2-9D4F-232A-40D5-9B7F8583FCA0}"/>
              </a:ext>
            </a:extLst>
          </p:cNvPr>
          <p:cNvSpPr/>
          <p:nvPr/>
        </p:nvSpPr>
        <p:spPr>
          <a:xfrm>
            <a:off x="5322071" y="1621692"/>
            <a:ext cx="2180230" cy="2183612"/>
          </a:xfrm>
          <a:prstGeom prst="pie">
            <a:avLst>
              <a:gd name="adj1" fmla="val 19362759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8DC0E51-5BD6-D87A-4A3B-A08526A17D52}"/>
              </a:ext>
            </a:extLst>
          </p:cNvPr>
          <p:cNvCxnSpPr>
            <a:cxnSpLocks/>
          </p:cNvCxnSpPr>
          <p:nvPr/>
        </p:nvCxnSpPr>
        <p:spPr>
          <a:xfrm>
            <a:off x="6443702" y="2707804"/>
            <a:ext cx="282145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D37F2DA-50E4-86DA-EA76-DCCABE3AC6FF}"/>
                  </a:ext>
                </a:extLst>
              </p:cNvPr>
              <p:cNvSpPr txBox="1"/>
              <p:nvPr/>
            </p:nvSpPr>
            <p:spPr>
              <a:xfrm>
                <a:off x="7022317" y="3485077"/>
                <a:ext cx="2066143" cy="415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𝑗𝑖𝑡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D37F2DA-50E4-86DA-EA76-DCCABE3AC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317" y="3485077"/>
                <a:ext cx="2066143" cy="415627"/>
              </a:xfrm>
              <a:prstGeom prst="rect">
                <a:avLst/>
              </a:prstGeom>
              <a:blipFill>
                <a:blip r:embed="rId9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59BA1AD4-2F93-3B9C-3FFE-E09835647B68}"/>
              </a:ext>
            </a:extLst>
          </p:cNvPr>
          <p:cNvCxnSpPr>
            <a:cxnSpLocks/>
            <a:stCxn id="132" idx="0"/>
          </p:cNvCxnSpPr>
          <p:nvPr/>
        </p:nvCxnSpPr>
        <p:spPr>
          <a:xfrm flipH="1" flipV="1">
            <a:off x="7543330" y="2523988"/>
            <a:ext cx="512059" cy="961089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5E565A9-FB1F-1173-A96F-2949FBD212C0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8351503" y="492597"/>
            <a:ext cx="33886" cy="1231585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775E196-7772-0683-3AF0-4CDC030C6DCE}"/>
              </a:ext>
            </a:extLst>
          </p:cNvPr>
          <p:cNvCxnSpPr>
            <a:cxnSpLocks/>
          </p:cNvCxnSpPr>
          <p:nvPr/>
        </p:nvCxnSpPr>
        <p:spPr>
          <a:xfrm>
            <a:off x="632520" y="3425987"/>
            <a:ext cx="28738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27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9F292-2E36-18DB-3C3F-506729CD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39ABC7FD-F9D7-6735-88D6-6AFB33AB12A4}"/>
              </a:ext>
            </a:extLst>
          </p:cNvPr>
          <p:cNvSpPr/>
          <p:nvPr/>
        </p:nvSpPr>
        <p:spPr>
          <a:xfrm>
            <a:off x="9086041" y="0"/>
            <a:ext cx="210820" cy="6886575"/>
          </a:xfrm>
          <a:custGeom>
            <a:avLst/>
            <a:gdLst>
              <a:gd name="connsiteX0" fmla="*/ 143684 w 210820"/>
              <a:gd name="connsiteY0" fmla="*/ 0 h 6886575"/>
              <a:gd name="connsiteX1" fmla="*/ 809 w 210820"/>
              <a:gd name="connsiteY1" fmla="*/ 1266825 h 6886575"/>
              <a:gd name="connsiteX2" fmla="*/ 200834 w 210820"/>
              <a:gd name="connsiteY2" fmla="*/ 3429000 h 6886575"/>
              <a:gd name="connsiteX3" fmla="*/ 181784 w 210820"/>
              <a:gd name="connsiteY3" fmla="*/ 5591175 h 6886575"/>
              <a:gd name="connsiteX4" fmla="*/ 191309 w 210820"/>
              <a:gd name="connsiteY4" fmla="*/ 6886575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20" h="6886575">
                <a:moveTo>
                  <a:pt x="143684" y="0"/>
                </a:moveTo>
                <a:cubicBezTo>
                  <a:pt x="67484" y="347662"/>
                  <a:pt x="-8716" y="695325"/>
                  <a:pt x="809" y="1266825"/>
                </a:cubicBezTo>
                <a:cubicBezTo>
                  <a:pt x="10334" y="1838325"/>
                  <a:pt x="170672" y="2708275"/>
                  <a:pt x="200834" y="3429000"/>
                </a:cubicBezTo>
                <a:cubicBezTo>
                  <a:pt x="230996" y="4149725"/>
                  <a:pt x="183371" y="5014913"/>
                  <a:pt x="181784" y="5591175"/>
                </a:cubicBezTo>
                <a:cubicBezTo>
                  <a:pt x="180197" y="6167437"/>
                  <a:pt x="185753" y="6527006"/>
                  <a:pt x="191309" y="688657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6E501C24-F38F-91D4-88AE-A606996C8915}"/>
              </a:ext>
            </a:extLst>
          </p:cNvPr>
          <p:cNvSpPr/>
          <p:nvPr/>
        </p:nvSpPr>
        <p:spPr>
          <a:xfrm>
            <a:off x="6210986" y="0"/>
            <a:ext cx="601961" cy="6829425"/>
          </a:xfrm>
          <a:custGeom>
            <a:avLst/>
            <a:gdLst>
              <a:gd name="connsiteX0" fmla="*/ 180289 w 601961"/>
              <a:gd name="connsiteY0" fmla="*/ 0 h 6829425"/>
              <a:gd name="connsiteX1" fmla="*/ 18364 w 601961"/>
              <a:gd name="connsiteY1" fmla="*/ 561975 h 6829425"/>
              <a:gd name="connsiteX2" fmla="*/ 561289 w 601961"/>
              <a:gd name="connsiteY2" fmla="*/ 1990725 h 6829425"/>
              <a:gd name="connsiteX3" fmla="*/ 504139 w 601961"/>
              <a:gd name="connsiteY3" fmla="*/ 3419475 h 6829425"/>
              <a:gd name="connsiteX4" fmla="*/ 37414 w 601961"/>
              <a:gd name="connsiteY4" fmla="*/ 4876800 h 6829425"/>
              <a:gd name="connsiteX5" fmla="*/ 189814 w 601961"/>
              <a:gd name="connsiteY5" fmla="*/ 6296025 h 6829425"/>
              <a:gd name="connsiteX6" fmla="*/ 237439 w 601961"/>
              <a:gd name="connsiteY6" fmla="*/ 6829425 h 682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61" h="6829425">
                <a:moveTo>
                  <a:pt x="180289" y="0"/>
                </a:moveTo>
                <a:cubicBezTo>
                  <a:pt x="67576" y="115094"/>
                  <a:pt x="-45136" y="230188"/>
                  <a:pt x="18364" y="561975"/>
                </a:cubicBezTo>
                <a:cubicBezTo>
                  <a:pt x="81864" y="893762"/>
                  <a:pt x="480327" y="1514475"/>
                  <a:pt x="561289" y="1990725"/>
                </a:cubicBezTo>
                <a:cubicBezTo>
                  <a:pt x="642251" y="2466975"/>
                  <a:pt x="591452" y="2938462"/>
                  <a:pt x="504139" y="3419475"/>
                </a:cubicBezTo>
                <a:cubicBezTo>
                  <a:pt x="416826" y="3900488"/>
                  <a:pt x="89801" y="4397375"/>
                  <a:pt x="37414" y="4876800"/>
                </a:cubicBezTo>
                <a:cubicBezTo>
                  <a:pt x="-14973" y="5356225"/>
                  <a:pt x="156477" y="5970588"/>
                  <a:pt x="189814" y="6296025"/>
                </a:cubicBezTo>
                <a:cubicBezTo>
                  <a:pt x="223151" y="6621462"/>
                  <a:pt x="230295" y="6725443"/>
                  <a:pt x="237439" y="68294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CF5DFDF8-02FC-4FAD-02E5-54EBAC53CFC5}"/>
              </a:ext>
            </a:extLst>
          </p:cNvPr>
          <p:cNvSpPr/>
          <p:nvPr/>
        </p:nvSpPr>
        <p:spPr>
          <a:xfrm>
            <a:off x="3064891" y="-9525"/>
            <a:ext cx="1207612" cy="6838950"/>
          </a:xfrm>
          <a:custGeom>
            <a:avLst/>
            <a:gdLst>
              <a:gd name="connsiteX0" fmla="*/ 449834 w 1207612"/>
              <a:gd name="connsiteY0" fmla="*/ 0 h 6838950"/>
              <a:gd name="connsiteX1" fmla="*/ 78359 w 1207612"/>
              <a:gd name="connsiteY1" fmla="*/ 561975 h 6838950"/>
              <a:gd name="connsiteX2" fmla="*/ 30734 w 1207612"/>
              <a:gd name="connsiteY2" fmla="*/ 1285875 h 6838950"/>
              <a:gd name="connsiteX3" fmla="*/ 449834 w 1207612"/>
              <a:gd name="connsiteY3" fmla="*/ 2009775 h 6838950"/>
              <a:gd name="connsiteX4" fmla="*/ 1164209 w 1207612"/>
              <a:gd name="connsiteY4" fmla="*/ 2714625 h 6838950"/>
              <a:gd name="connsiteX5" fmla="*/ 459359 w 1207612"/>
              <a:gd name="connsiteY5" fmla="*/ 3448050 h 6838950"/>
              <a:gd name="connsiteX6" fmla="*/ 1192784 w 1207612"/>
              <a:gd name="connsiteY6" fmla="*/ 4133850 h 6838950"/>
              <a:gd name="connsiteX7" fmla="*/ 916559 w 1207612"/>
              <a:gd name="connsiteY7" fmla="*/ 4876800 h 6838950"/>
              <a:gd name="connsiteX8" fmla="*/ 497459 w 1207612"/>
              <a:gd name="connsiteY8" fmla="*/ 5562600 h 6838950"/>
              <a:gd name="connsiteX9" fmla="*/ 230759 w 1207612"/>
              <a:gd name="connsiteY9" fmla="*/ 6324600 h 6838950"/>
              <a:gd name="connsiteX10" fmla="*/ 468884 w 1207612"/>
              <a:gd name="connsiteY10" fmla="*/ 6838950 h 68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7612" h="6838950">
                <a:moveTo>
                  <a:pt x="449834" y="0"/>
                </a:moveTo>
                <a:cubicBezTo>
                  <a:pt x="299021" y="173831"/>
                  <a:pt x="148209" y="347663"/>
                  <a:pt x="78359" y="561975"/>
                </a:cubicBezTo>
                <a:cubicBezTo>
                  <a:pt x="8509" y="776288"/>
                  <a:pt x="-31178" y="1044575"/>
                  <a:pt x="30734" y="1285875"/>
                </a:cubicBezTo>
                <a:cubicBezTo>
                  <a:pt x="92646" y="1527175"/>
                  <a:pt x="260921" y="1771650"/>
                  <a:pt x="449834" y="2009775"/>
                </a:cubicBezTo>
                <a:cubicBezTo>
                  <a:pt x="638747" y="2247900"/>
                  <a:pt x="1162622" y="2474913"/>
                  <a:pt x="1164209" y="2714625"/>
                </a:cubicBezTo>
                <a:cubicBezTo>
                  <a:pt x="1165796" y="2954337"/>
                  <a:pt x="454597" y="3211513"/>
                  <a:pt x="459359" y="3448050"/>
                </a:cubicBezTo>
                <a:cubicBezTo>
                  <a:pt x="464121" y="3684587"/>
                  <a:pt x="1116584" y="3895725"/>
                  <a:pt x="1192784" y="4133850"/>
                </a:cubicBezTo>
                <a:cubicBezTo>
                  <a:pt x="1268984" y="4371975"/>
                  <a:pt x="1032446" y="4638675"/>
                  <a:pt x="916559" y="4876800"/>
                </a:cubicBezTo>
                <a:cubicBezTo>
                  <a:pt x="800672" y="5114925"/>
                  <a:pt x="611759" y="5321300"/>
                  <a:pt x="497459" y="5562600"/>
                </a:cubicBezTo>
                <a:cubicBezTo>
                  <a:pt x="383159" y="5803900"/>
                  <a:pt x="235522" y="6111875"/>
                  <a:pt x="230759" y="6324600"/>
                </a:cubicBezTo>
                <a:cubicBezTo>
                  <a:pt x="225996" y="6537325"/>
                  <a:pt x="347440" y="6688137"/>
                  <a:pt x="468884" y="6838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D40CA1-E2C5-A514-FC4E-B29E7C3373D4}"/>
              </a:ext>
            </a:extLst>
          </p:cNvPr>
          <p:cNvCxnSpPr/>
          <p:nvPr/>
        </p:nvCxnSpPr>
        <p:spPr>
          <a:xfrm>
            <a:off x="3525402" y="539156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7FDCB-6085-1D76-225F-616968F7DE1A}"/>
              </a:ext>
            </a:extLst>
          </p:cNvPr>
          <p:cNvCxnSpPr/>
          <p:nvPr/>
        </p:nvCxnSpPr>
        <p:spPr>
          <a:xfrm>
            <a:off x="6402685" y="539155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745693-F0D1-2AE8-1C5E-38C4120FB6D2}"/>
              </a:ext>
            </a:extLst>
          </p:cNvPr>
          <p:cNvCxnSpPr>
            <a:cxnSpLocks/>
          </p:cNvCxnSpPr>
          <p:nvPr/>
        </p:nvCxnSpPr>
        <p:spPr>
          <a:xfrm flipH="1">
            <a:off x="9289434" y="0"/>
            <a:ext cx="0" cy="6886575"/>
          </a:xfrm>
          <a:prstGeom prst="line">
            <a:avLst/>
          </a:prstGeom>
          <a:ln w="22225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9B55FBF-439E-04B6-9E03-C93F7506ED42}"/>
              </a:ext>
            </a:extLst>
          </p:cNvPr>
          <p:cNvSpPr txBox="1"/>
          <p:nvPr/>
        </p:nvSpPr>
        <p:spPr>
          <a:xfrm>
            <a:off x="630221" y="6397857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981720-4897-988A-D02C-BE8ADACC2E12}"/>
              </a:ext>
            </a:extLst>
          </p:cNvPr>
          <p:cNvSpPr txBox="1"/>
          <p:nvPr/>
        </p:nvSpPr>
        <p:spPr>
          <a:xfrm>
            <a:off x="3505265" y="639753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BEA801-E76A-BEC1-128E-4AFADF56EB61}"/>
              </a:ext>
            </a:extLst>
          </p:cNvPr>
          <p:cNvSpPr txBox="1"/>
          <p:nvPr/>
        </p:nvSpPr>
        <p:spPr>
          <a:xfrm>
            <a:off x="6382559" y="6406241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8AA8B4-378A-E773-4DF4-A8BA62F6A118}"/>
              </a:ext>
            </a:extLst>
          </p:cNvPr>
          <p:cNvSpPr txBox="1"/>
          <p:nvPr/>
        </p:nvSpPr>
        <p:spPr>
          <a:xfrm>
            <a:off x="9272015" y="6415469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4B6329-0B22-6E55-E8B8-C9ACAD570D2F}"/>
              </a:ext>
            </a:extLst>
          </p:cNvPr>
          <p:cNvCxnSpPr/>
          <p:nvPr/>
        </p:nvCxnSpPr>
        <p:spPr>
          <a:xfrm>
            <a:off x="3519010" y="54754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96A2C49-F053-72A8-2E8D-BDCE781FAD3D}"/>
              </a:ext>
            </a:extLst>
          </p:cNvPr>
          <p:cNvCxnSpPr/>
          <p:nvPr/>
        </p:nvCxnSpPr>
        <p:spPr>
          <a:xfrm>
            <a:off x="3519010" y="126763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39B271-E572-2C96-30BD-51E548C7AEF5}"/>
              </a:ext>
            </a:extLst>
          </p:cNvPr>
          <p:cNvCxnSpPr/>
          <p:nvPr/>
        </p:nvCxnSpPr>
        <p:spPr>
          <a:xfrm>
            <a:off x="3519010" y="198771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C318D0D-8F36-5108-3DF1-0602B838DD25}"/>
              </a:ext>
            </a:extLst>
          </p:cNvPr>
          <p:cNvCxnSpPr/>
          <p:nvPr/>
        </p:nvCxnSpPr>
        <p:spPr>
          <a:xfrm>
            <a:off x="3519010" y="2707804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B15628D-4C89-B584-C91D-0422ED951069}"/>
              </a:ext>
            </a:extLst>
          </p:cNvPr>
          <p:cNvCxnSpPr/>
          <p:nvPr/>
        </p:nvCxnSpPr>
        <p:spPr>
          <a:xfrm>
            <a:off x="3519010" y="342789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FD9276C-16F7-E0D0-57DB-0079383C7060}"/>
              </a:ext>
            </a:extLst>
          </p:cNvPr>
          <p:cNvCxnSpPr/>
          <p:nvPr/>
        </p:nvCxnSpPr>
        <p:spPr>
          <a:xfrm>
            <a:off x="3519010" y="4147978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A50E00A-6CD0-74D1-6BF8-7C3FC144ED9C}"/>
              </a:ext>
            </a:extLst>
          </p:cNvPr>
          <p:cNvCxnSpPr/>
          <p:nvPr/>
        </p:nvCxnSpPr>
        <p:spPr>
          <a:xfrm>
            <a:off x="3519010" y="486806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426ED9-FC77-F4BF-9B11-82599B4746AF}"/>
              </a:ext>
            </a:extLst>
          </p:cNvPr>
          <p:cNvCxnSpPr/>
          <p:nvPr/>
        </p:nvCxnSpPr>
        <p:spPr>
          <a:xfrm>
            <a:off x="3519010" y="558815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384C56B-3D5E-16D5-51DE-1B1FB07D1BEA}"/>
              </a:ext>
            </a:extLst>
          </p:cNvPr>
          <p:cNvCxnSpPr/>
          <p:nvPr/>
        </p:nvCxnSpPr>
        <p:spPr>
          <a:xfrm>
            <a:off x="3519010" y="630823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F76550F-9D95-7B81-96C2-14E2A058B623}"/>
              </a:ext>
            </a:extLst>
          </p:cNvPr>
          <p:cNvCxnSpPr/>
          <p:nvPr/>
        </p:nvCxnSpPr>
        <p:spPr>
          <a:xfrm>
            <a:off x="6396245" y="54641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E7737D-0A7D-7FF1-9865-DCA568D0E56D}"/>
              </a:ext>
            </a:extLst>
          </p:cNvPr>
          <p:cNvCxnSpPr/>
          <p:nvPr/>
        </p:nvCxnSpPr>
        <p:spPr>
          <a:xfrm>
            <a:off x="6396245" y="198658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BCC06AE-0E9D-6D29-D8E1-911B1B4C7BA2}"/>
              </a:ext>
            </a:extLst>
          </p:cNvPr>
          <p:cNvCxnSpPr/>
          <p:nvPr/>
        </p:nvCxnSpPr>
        <p:spPr>
          <a:xfrm>
            <a:off x="6396245" y="342676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AABBE80-6E7F-38D1-20F9-20B1A0C27AD4}"/>
              </a:ext>
            </a:extLst>
          </p:cNvPr>
          <p:cNvCxnSpPr/>
          <p:nvPr/>
        </p:nvCxnSpPr>
        <p:spPr>
          <a:xfrm>
            <a:off x="6396245" y="486693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C6C1799-80E4-0EBF-C093-76BB8CD7DC9C}"/>
              </a:ext>
            </a:extLst>
          </p:cNvPr>
          <p:cNvCxnSpPr/>
          <p:nvPr/>
        </p:nvCxnSpPr>
        <p:spPr>
          <a:xfrm>
            <a:off x="6396245" y="630710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096714F-D8B7-C513-6E21-51CF387FD22D}"/>
              </a:ext>
            </a:extLst>
          </p:cNvPr>
          <p:cNvCxnSpPr/>
          <p:nvPr/>
        </p:nvCxnSpPr>
        <p:spPr>
          <a:xfrm>
            <a:off x="9273480" y="126537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8752FC3-DFC6-108B-12C6-0DD62DC76E53}"/>
              </a:ext>
            </a:extLst>
          </p:cNvPr>
          <p:cNvCxnSpPr/>
          <p:nvPr/>
        </p:nvCxnSpPr>
        <p:spPr>
          <a:xfrm>
            <a:off x="9273480" y="342563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E4836D4-1B4E-7807-9484-7B22A6BE86B7}"/>
              </a:ext>
            </a:extLst>
          </p:cNvPr>
          <p:cNvCxnSpPr/>
          <p:nvPr/>
        </p:nvCxnSpPr>
        <p:spPr>
          <a:xfrm>
            <a:off x="9273480" y="558589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88752DFC-EC48-1171-DE0F-6E00CBE57DD8}"/>
              </a:ext>
            </a:extLst>
          </p:cNvPr>
          <p:cNvSpPr/>
          <p:nvPr/>
        </p:nvSpPr>
        <p:spPr>
          <a:xfrm>
            <a:off x="488504" y="270780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2205A0F-9D47-C01B-C0E9-D3BE688228AD}"/>
              </a:ext>
            </a:extLst>
          </p:cNvPr>
          <p:cNvSpPr/>
          <p:nvPr/>
        </p:nvSpPr>
        <p:spPr>
          <a:xfrm>
            <a:off x="488492" y="1980798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1862DF4-754A-9F59-E523-EF5F043D051F}"/>
              </a:ext>
            </a:extLst>
          </p:cNvPr>
          <p:cNvSpPr/>
          <p:nvPr/>
        </p:nvSpPr>
        <p:spPr>
          <a:xfrm>
            <a:off x="488469" y="125696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6109590-CB59-1F54-8088-DF18931852EF}"/>
              </a:ext>
            </a:extLst>
          </p:cNvPr>
          <p:cNvSpPr/>
          <p:nvPr/>
        </p:nvSpPr>
        <p:spPr>
          <a:xfrm>
            <a:off x="481423" y="550912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B44172A-F00B-8C53-E18F-AFED7BA17C1C}"/>
              </a:ext>
            </a:extLst>
          </p:cNvPr>
          <p:cNvSpPr/>
          <p:nvPr/>
        </p:nvSpPr>
        <p:spPr>
          <a:xfrm>
            <a:off x="488469" y="5565375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076654C-EA5E-1767-2078-8F794C38D313}"/>
              </a:ext>
            </a:extLst>
          </p:cNvPr>
          <p:cNvSpPr/>
          <p:nvPr/>
        </p:nvSpPr>
        <p:spPr>
          <a:xfrm>
            <a:off x="488457" y="4838369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381F160-928F-9B1D-44C4-CE1F8912D84B}"/>
              </a:ext>
            </a:extLst>
          </p:cNvPr>
          <p:cNvSpPr/>
          <p:nvPr/>
        </p:nvSpPr>
        <p:spPr>
          <a:xfrm>
            <a:off x="488434" y="411453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3A673A4-43BC-9878-89EE-35A6D89A31FA}"/>
              </a:ext>
            </a:extLst>
          </p:cNvPr>
          <p:cNvSpPr/>
          <p:nvPr/>
        </p:nvSpPr>
        <p:spPr>
          <a:xfrm>
            <a:off x="481388" y="340848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C0E1C53-48FD-73EA-5152-22834182F0E5}"/>
              </a:ext>
            </a:extLst>
          </p:cNvPr>
          <p:cNvSpPr txBox="1"/>
          <p:nvPr/>
        </p:nvSpPr>
        <p:spPr>
          <a:xfrm>
            <a:off x="6742211" y="361743"/>
            <a:ext cx="115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Actuators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3263565-36CE-E66F-9D37-29BF08B651EB}"/>
              </a:ext>
            </a:extLst>
          </p:cNvPr>
          <p:cNvSpPr txBox="1"/>
          <p:nvPr/>
        </p:nvSpPr>
        <p:spPr>
          <a:xfrm>
            <a:off x="746772" y="727401"/>
            <a:ext cx="102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Lenslets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C51CCC2-B06A-87C6-D781-8621B8E2E346}"/>
              </a:ext>
            </a:extLst>
          </p:cNvPr>
          <p:cNvCxnSpPr>
            <a:cxnSpLocks/>
          </p:cNvCxnSpPr>
          <p:nvPr/>
        </p:nvCxnSpPr>
        <p:spPr>
          <a:xfrm flipH="1">
            <a:off x="3525367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105E1A2-A382-4267-0039-0E53D6CE5CF4}"/>
                  </a:ext>
                </a:extLst>
              </p:cNvPr>
              <p:cNvSpPr txBox="1"/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105E1A2-A382-4267-0039-0E53D6CE5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7ED0CD3-57DE-DC65-3A33-B20EC931CFD8}"/>
              </a:ext>
            </a:extLst>
          </p:cNvPr>
          <p:cNvCxnSpPr>
            <a:cxnSpLocks/>
          </p:cNvCxnSpPr>
          <p:nvPr/>
        </p:nvCxnSpPr>
        <p:spPr>
          <a:xfrm flipH="1">
            <a:off x="6421629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81C6385-7A1D-A12C-0846-B3CE596FC66C}"/>
                  </a:ext>
                </a:extLst>
              </p:cNvPr>
              <p:cNvSpPr txBox="1"/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81C6385-7A1D-A12C-0846-B3CE596FC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9692FE4-9081-F8C6-8122-B06084AC079E}"/>
              </a:ext>
            </a:extLst>
          </p:cNvPr>
          <p:cNvCxnSpPr>
            <a:cxnSpLocks/>
          </p:cNvCxnSpPr>
          <p:nvPr/>
        </p:nvCxnSpPr>
        <p:spPr>
          <a:xfrm flipH="1">
            <a:off x="648098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96A85A3-5A1E-9E43-7711-5C15FD5B95E5}"/>
                  </a:ext>
                </a:extLst>
              </p:cNvPr>
              <p:cNvSpPr txBox="1"/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𝑊𝐹𝑆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96A85A3-5A1E-9E43-7711-5C15FD5B9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18D511B-08EE-41DD-4369-2A3E9BD2DAF1}"/>
              </a:ext>
            </a:extLst>
          </p:cNvPr>
          <p:cNvCxnSpPr>
            <a:cxnSpLocks/>
          </p:cNvCxnSpPr>
          <p:nvPr/>
        </p:nvCxnSpPr>
        <p:spPr>
          <a:xfrm flipH="1">
            <a:off x="6402685" y="1280536"/>
            <a:ext cx="287079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D1FA399C-F22A-B38A-2EEF-CDBB0A8EC5C1}"/>
              </a:ext>
            </a:extLst>
          </p:cNvPr>
          <p:cNvSpPr/>
          <p:nvPr/>
        </p:nvSpPr>
        <p:spPr>
          <a:xfrm rot="10800000">
            <a:off x="5331514" y="173589"/>
            <a:ext cx="2180230" cy="2183612"/>
          </a:xfrm>
          <a:prstGeom prst="pie">
            <a:avLst>
              <a:gd name="adj1" fmla="val 20756796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B12715-6E89-0D0E-E4D1-B3603D192D84}"/>
              </a:ext>
            </a:extLst>
          </p:cNvPr>
          <p:cNvCxnSpPr>
            <a:cxnSpLocks/>
          </p:cNvCxnSpPr>
          <p:nvPr/>
        </p:nvCxnSpPr>
        <p:spPr>
          <a:xfrm flipH="1">
            <a:off x="3519010" y="1256963"/>
            <a:ext cx="2877235" cy="7307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A39FFA-624E-2B2B-357B-C5E06C8E249D}"/>
                  </a:ext>
                </a:extLst>
              </p:cNvPr>
              <p:cNvSpPr txBox="1"/>
              <p:nvPr/>
            </p:nvSpPr>
            <p:spPr>
              <a:xfrm>
                <a:off x="4898634" y="2374446"/>
                <a:ext cx="1148135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A39FFA-624E-2B2B-357B-C5E06C8E2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634" y="2374446"/>
                <a:ext cx="1148135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7147A7-9083-F5F7-38A0-FB2DD582D67B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5381339" y="1650203"/>
            <a:ext cx="91363" cy="72424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4BCB65-9E48-EA09-E470-28DF26213456}"/>
              </a:ext>
            </a:extLst>
          </p:cNvPr>
          <p:cNvCxnSpPr>
            <a:cxnSpLocks/>
            <a:endCxn id="84" idx="4"/>
          </p:cNvCxnSpPr>
          <p:nvPr/>
        </p:nvCxnSpPr>
        <p:spPr>
          <a:xfrm flipH="1">
            <a:off x="632508" y="1265370"/>
            <a:ext cx="5770177" cy="144505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artial Circle 27">
            <a:extLst>
              <a:ext uri="{FF2B5EF4-FFF2-40B4-BE49-F238E27FC236}">
                <a16:creationId xmlns:a16="http://schemas.microsoft.com/office/drawing/2014/main" id="{8274CF5C-C37A-BF31-B50D-5C2E7089F656}"/>
              </a:ext>
            </a:extLst>
          </p:cNvPr>
          <p:cNvSpPr/>
          <p:nvPr/>
        </p:nvSpPr>
        <p:spPr>
          <a:xfrm rot="10800000">
            <a:off x="1326028" y="-154868"/>
            <a:ext cx="4275312" cy="4317175"/>
          </a:xfrm>
          <a:prstGeom prst="pie">
            <a:avLst>
              <a:gd name="adj1" fmla="val 19399994"/>
              <a:gd name="adj2" fmla="val 2074687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Partial Circle 28">
            <a:extLst>
              <a:ext uri="{FF2B5EF4-FFF2-40B4-BE49-F238E27FC236}">
                <a16:creationId xmlns:a16="http://schemas.microsoft.com/office/drawing/2014/main" id="{1124F013-8288-7CE7-21DE-BAD4AACB9B38}"/>
              </a:ext>
            </a:extLst>
          </p:cNvPr>
          <p:cNvSpPr/>
          <p:nvPr/>
        </p:nvSpPr>
        <p:spPr>
          <a:xfrm rot="10800000">
            <a:off x="2399642" y="887296"/>
            <a:ext cx="2180230" cy="2183612"/>
          </a:xfrm>
          <a:prstGeom prst="pie">
            <a:avLst>
              <a:gd name="adj1" fmla="val 19362759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9D85253-2B12-AB6C-172E-03DDF9B65649}"/>
              </a:ext>
            </a:extLst>
          </p:cNvPr>
          <p:cNvCxnSpPr>
            <a:cxnSpLocks/>
            <a:endCxn id="87" idx="4"/>
          </p:cNvCxnSpPr>
          <p:nvPr/>
        </p:nvCxnSpPr>
        <p:spPr>
          <a:xfrm flipH="1">
            <a:off x="632485" y="1980798"/>
            <a:ext cx="2892882" cy="57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E919AB-2434-21DE-FA93-A12FBAE63312}"/>
                  </a:ext>
                </a:extLst>
              </p:cNvPr>
              <p:cNvSpPr txBox="1"/>
              <p:nvPr/>
            </p:nvSpPr>
            <p:spPr>
              <a:xfrm>
                <a:off x="2183454" y="3391077"/>
                <a:ext cx="1148135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E919AB-2434-21DE-FA93-A12FBAE63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454" y="3391077"/>
                <a:ext cx="1148135" cy="6560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638E4A-D15D-E9FE-8D8C-D9E994FA2052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1850139" y="3281694"/>
            <a:ext cx="907383" cy="10938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8F854F-D3E7-03C6-6BB0-80FE012B9544}"/>
                  </a:ext>
                </a:extLst>
              </p:cNvPr>
              <p:cNvSpPr txBox="1"/>
              <p:nvPr/>
            </p:nvSpPr>
            <p:spPr>
              <a:xfrm>
                <a:off x="869835" y="33736"/>
                <a:ext cx="2239396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𝑗𝑖𝑡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𝐷𝑀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8F854F-D3E7-03C6-6BB0-80FE012B9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35" y="33736"/>
                <a:ext cx="2239396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9ED7BF-3473-E1D3-D07E-EE3BBD0B4E56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989533" y="689749"/>
            <a:ext cx="386729" cy="119277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51D08D1-36AC-D8DE-1E73-03DDC8F6D7BD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632450" y="1987717"/>
            <a:ext cx="2866867" cy="21268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118F61C-59B8-E2B8-E092-41F7E8DE2F04}"/>
              </a:ext>
            </a:extLst>
          </p:cNvPr>
          <p:cNvCxnSpPr>
            <a:cxnSpLocks/>
            <a:endCxn id="87" idx="0"/>
          </p:cNvCxnSpPr>
          <p:nvPr/>
        </p:nvCxnSpPr>
        <p:spPr>
          <a:xfrm flipH="1" flipV="1">
            <a:off x="632485" y="1256963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730E4ED-ADAB-276F-C6D8-B1DB5B052C09}"/>
              </a:ext>
            </a:extLst>
          </p:cNvPr>
          <p:cNvCxnSpPr>
            <a:cxnSpLocks/>
          </p:cNvCxnSpPr>
          <p:nvPr/>
        </p:nvCxnSpPr>
        <p:spPr>
          <a:xfrm flipH="1">
            <a:off x="8574291" y="1280536"/>
            <a:ext cx="2581" cy="286207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989676-3E22-5922-7B90-828342AFC92B}"/>
                  </a:ext>
                </a:extLst>
              </p:cNvPr>
              <p:cNvSpPr txBox="1"/>
              <p:nvPr/>
            </p:nvSpPr>
            <p:spPr>
              <a:xfrm>
                <a:off x="7713298" y="2478189"/>
                <a:ext cx="86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989676-3E22-5922-7B90-828342AFC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298" y="2478189"/>
                <a:ext cx="8660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92F7D13-2DE0-D321-7156-5678AF810954}"/>
              </a:ext>
            </a:extLst>
          </p:cNvPr>
          <p:cNvCxnSpPr>
            <a:cxnSpLocks/>
          </p:cNvCxnSpPr>
          <p:nvPr/>
        </p:nvCxnSpPr>
        <p:spPr>
          <a:xfrm flipH="1" flipV="1">
            <a:off x="608962" y="4142628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21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24713-1CD6-95D6-6899-B98CEDB2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4D84EC8C-05FB-7266-DCA0-7C31BACCCB51}"/>
              </a:ext>
            </a:extLst>
          </p:cNvPr>
          <p:cNvSpPr/>
          <p:nvPr/>
        </p:nvSpPr>
        <p:spPr>
          <a:xfrm>
            <a:off x="9086041" y="0"/>
            <a:ext cx="210820" cy="6886575"/>
          </a:xfrm>
          <a:custGeom>
            <a:avLst/>
            <a:gdLst>
              <a:gd name="connsiteX0" fmla="*/ 143684 w 210820"/>
              <a:gd name="connsiteY0" fmla="*/ 0 h 6886575"/>
              <a:gd name="connsiteX1" fmla="*/ 809 w 210820"/>
              <a:gd name="connsiteY1" fmla="*/ 1266825 h 6886575"/>
              <a:gd name="connsiteX2" fmla="*/ 200834 w 210820"/>
              <a:gd name="connsiteY2" fmla="*/ 3429000 h 6886575"/>
              <a:gd name="connsiteX3" fmla="*/ 181784 w 210820"/>
              <a:gd name="connsiteY3" fmla="*/ 5591175 h 6886575"/>
              <a:gd name="connsiteX4" fmla="*/ 191309 w 210820"/>
              <a:gd name="connsiteY4" fmla="*/ 6886575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20" h="6886575">
                <a:moveTo>
                  <a:pt x="143684" y="0"/>
                </a:moveTo>
                <a:cubicBezTo>
                  <a:pt x="67484" y="347662"/>
                  <a:pt x="-8716" y="695325"/>
                  <a:pt x="809" y="1266825"/>
                </a:cubicBezTo>
                <a:cubicBezTo>
                  <a:pt x="10334" y="1838325"/>
                  <a:pt x="170672" y="2708275"/>
                  <a:pt x="200834" y="3429000"/>
                </a:cubicBezTo>
                <a:cubicBezTo>
                  <a:pt x="230996" y="4149725"/>
                  <a:pt x="183371" y="5014913"/>
                  <a:pt x="181784" y="5591175"/>
                </a:cubicBezTo>
                <a:cubicBezTo>
                  <a:pt x="180197" y="6167437"/>
                  <a:pt x="185753" y="6527006"/>
                  <a:pt x="191309" y="688657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DB996E8-C9F3-D1A6-C272-1FD7197A1289}"/>
              </a:ext>
            </a:extLst>
          </p:cNvPr>
          <p:cNvSpPr/>
          <p:nvPr/>
        </p:nvSpPr>
        <p:spPr>
          <a:xfrm>
            <a:off x="6210986" y="0"/>
            <a:ext cx="601961" cy="6829425"/>
          </a:xfrm>
          <a:custGeom>
            <a:avLst/>
            <a:gdLst>
              <a:gd name="connsiteX0" fmla="*/ 180289 w 601961"/>
              <a:gd name="connsiteY0" fmla="*/ 0 h 6829425"/>
              <a:gd name="connsiteX1" fmla="*/ 18364 w 601961"/>
              <a:gd name="connsiteY1" fmla="*/ 561975 h 6829425"/>
              <a:gd name="connsiteX2" fmla="*/ 561289 w 601961"/>
              <a:gd name="connsiteY2" fmla="*/ 1990725 h 6829425"/>
              <a:gd name="connsiteX3" fmla="*/ 504139 w 601961"/>
              <a:gd name="connsiteY3" fmla="*/ 3419475 h 6829425"/>
              <a:gd name="connsiteX4" fmla="*/ 37414 w 601961"/>
              <a:gd name="connsiteY4" fmla="*/ 4876800 h 6829425"/>
              <a:gd name="connsiteX5" fmla="*/ 189814 w 601961"/>
              <a:gd name="connsiteY5" fmla="*/ 6296025 h 6829425"/>
              <a:gd name="connsiteX6" fmla="*/ 237439 w 601961"/>
              <a:gd name="connsiteY6" fmla="*/ 6829425 h 682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61" h="6829425">
                <a:moveTo>
                  <a:pt x="180289" y="0"/>
                </a:moveTo>
                <a:cubicBezTo>
                  <a:pt x="67576" y="115094"/>
                  <a:pt x="-45136" y="230188"/>
                  <a:pt x="18364" y="561975"/>
                </a:cubicBezTo>
                <a:cubicBezTo>
                  <a:pt x="81864" y="893762"/>
                  <a:pt x="480327" y="1514475"/>
                  <a:pt x="561289" y="1990725"/>
                </a:cubicBezTo>
                <a:cubicBezTo>
                  <a:pt x="642251" y="2466975"/>
                  <a:pt x="591452" y="2938462"/>
                  <a:pt x="504139" y="3419475"/>
                </a:cubicBezTo>
                <a:cubicBezTo>
                  <a:pt x="416826" y="3900488"/>
                  <a:pt x="89801" y="4397375"/>
                  <a:pt x="37414" y="4876800"/>
                </a:cubicBezTo>
                <a:cubicBezTo>
                  <a:pt x="-14973" y="5356225"/>
                  <a:pt x="156477" y="5970588"/>
                  <a:pt x="189814" y="6296025"/>
                </a:cubicBezTo>
                <a:cubicBezTo>
                  <a:pt x="223151" y="6621462"/>
                  <a:pt x="230295" y="6725443"/>
                  <a:pt x="237439" y="68294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FC2A6472-0C83-79B2-46B5-4AD2E788FB77}"/>
              </a:ext>
            </a:extLst>
          </p:cNvPr>
          <p:cNvSpPr/>
          <p:nvPr/>
        </p:nvSpPr>
        <p:spPr>
          <a:xfrm>
            <a:off x="3064891" y="-9525"/>
            <a:ext cx="1207612" cy="6838950"/>
          </a:xfrm>
          <a:custGeom>
            <a:avLst/>
            <a:gdLst>
              <a:gd name="connsiteX0" fmla="*/ 449834 w 1207612"/>
              <a:gd name="connsiteY0" fmla="*/ 0 h 6838950"/>
              <a:gd name="connsiteX1" fmla="*/ 78359 w 1207612"/>
              <a:gd name="connsiteY1" fmla="*/ 561975 h 6838950"/>
              <a:gd name="connsiteX2" fmla="*/ 30734 w 1207612"/>
              <a:gd name="connsiteY2" fmla="*/ 1285875 h 6838950"/>
              <a:gd name="connsiteX3" fmla="*/ 449834 w 1207612"/>
              <a:gd name="connsiteY3" fmla="*/ 2009775 h 6838950"/>
              <a:gd name="connsiteX4" fmla="*/ 1164209 w 1207612"/>
              <a:gd name="connsiteY4" fmla="*/ 2714625 h 6838950"/>
              <a:gd name="connsiteX5" fmla="*/ 459359 w 1207612"/>
              <a:gd name="connsiteY5" fmla="*/ 3448050 h 6838950"/>
              <a:gd name="connsiteX6" fmla="*/ 1192784 w 1207612"/>
              <a:gd name="connsiteY6" fmla="*/ 4133850 h 6838950"/>
              <a:gd name="connsiteX7" fmla="*/ 916559 w 1207612"/>
              <a:gd name="connsiteY7" fmla="*/ 4876800 h 6838950"/>
              <a:gd name="connsiteX8" fmla="*/ 497459 w 1207612"/>
              <a:gd name="connsiteY8" fmla="*/ 5562600 h 6838950"/>
              <a:gd name="connsiteX9" fmla="*/ 230759 w 1207612"/>
              <a:gd name="connsiteY9" fmla="*/ 6324600 h 6838950"/>
              <a:gd name="connsiteX10" fmla="*/ 468884 w 1207612"/>
              <a:gd name="connsiteY10" fmla="*/ 6838950 h 68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7612" h="6838950">
                <a:moveTo>
                  <a:pt x="449834" y="0"/>
                </a:moveTo>
                <a:cubicBezTo>
                  <a:pt x="299021" y="173831"/>
                  <a:pt x="148209" y="347663"/>
                  <a:pt x="78359" y="561975"/>
                </a:cubicBezTo>
                <a:cubicBezTo>
                  <a:pt x="8509" y="776288"/>
                  <a:pt x="-31178" y="1044575"/>
                  <a:pt x="30734" y="1285875"/>
                </a:cubicBezTo>
                <a:cubicBezTo>
                  <a:pt x="92646" y="1527175"/>
                  <a:pt x="260921" y="1771650"/>
                  <a:pt x="449834" y="2009775"/>
                </a:cubicBezTo>
                <a:cubicBezTo>
                  <a:pt x="638747" y="2247900"/>
                  <a:pt x="1162622" y="2474913"/>
                  <a:pt x="1164209" y="2714625"/>
                </a:cubicBezTo>
                <a:cubicBezTo>
                  <a:pt x="1165796" y="2954337"/>
                  <a:pt x="454597" y="3211513"/>
                  <a:pt x="459359" y="3448050"/>
                </a:cubicBezTo>
                <a:cubicBezTo>
                  <a:pt x="464121" y="3684587"/>
                  <a:pt x="1116584" y="3895725"/>
                  <a:pt x="1192784" y="4133850"/>
                </a:cubicBezTo>
                <a:cubicBezTo>
                  <a:pt x="1268984" y="4371975"/>
                  <a:pt x="1032446" y="4638675"/>
                  <a:pt x="916559" y="4876800"/>
                </a:cubicBezTo>
                <a:cubicBezTo>
                  <a:pt x="800672" y="5114925"/>
                  <a:pt x="611759" y="5321300"/>
                  <a:pt x="497459" y="5562600"/>
                </a:cubicBezTo>
                <a:cubicBezTo>
                  <a:pt x="383159" y="5803900"/>
                  <a:pt x="235522" y="6111875"/>
                  <a:pt x="230759" y="6324600"/>
                </a:cubicBezTo>
                <a:cubicBezTo>
                  <a:pt x="225996" y="6537325"/>
                  <a:pt x="347440" y="6688137"/>
                  <a:pt x="468884" y="6838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4BB09F-359C-385C-DD1F-E1F7A1C55F4C}"/>
              </a:ext>
            </a:extLst>
          </p:cNvPr>
          <p:cNvCxnSpPr/>
          <p:nvPr/>
        </p:nvCxnSpPr>
        <p:spPr>
          <a:xfrm>
            <a:off x="3525402" y="539156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C31798-DAB8-2DC4-42FF-1F89BF510756}"/>
              </a:ext>
            </a:extLst>
          </p:cNvPr>
          <p:cNvCxnSpPr/>
          <p:nvPr/>
        </p:nvCxnSpPr>
        <p:spPr>
          <a:xfrm>
            <a:off x="6402685" y="539155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15C6C8-2889-89D0-6BD5-69570284920F}"/>
              </a:ext>
            </a:extLst>
          </p:cNvPr>
          <p:cNvCxnSpPr>
            <a:cxnSpLocks/>
          </p:cNvCxnSpPr>
          <p:nvPr/>
        </p:nvCxnSpPr>
        <p:spPr>
          <a:xfrm flipH="1">
            <a:off x="9289434" y="0"/>
            <a:ext cx="0" cy="6886575"/>
          </a:xfrm>
          <a:prstGeom prst="line">
            <a:avLst/>
          </a:prstGeom>
          <a:ln w="22225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6587E7F-958C-C3F9-6EA5-8DDAFA62DD63}"/>
              </a:ext>
            </a:extLst>
          </p:cNvPr>
          <p:cNvSpPr txBox="1"/>
          <p:nvPr/>
        </p:nvSpPr>
        <p:spPr>
          <a:xfrm>
            <a:off x="630221" y="6397857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F4B787-0886-A43B-106E-97B576DE2908}"/>
              </a:ext>
            </a:extLst>
          </p:cNvPr>
          <p:cNvSpPr txBox="1"/>
          <p:nvPr/>
        </p:nvSpPr>
        <p:spPr>
          <a:xfrm>
            <a:off x="3505265" y="639753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B5138E-58E6-5F09-74CE-203B69DF033A}"/>
              </a:ext>
            </a:extLst>
          </p:cNvPr>
          <p:cNvSpPr txBox="1"/>
          <p:nvPr/>
        </p:nvSpPr>
        <p:spPr>
          <a:xfrm>
            <a:off x="6382559" y="6406241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A69C80-5474-AC09-EC70-C47E83085A73}"/>
              </a:ext>
            </a:extLst>
          </p:cNvPr>
          <p:cNvSpPr txBox="1"/>
          <p:nvPr/>
        </p:nvSpPr>
        <p:spPr>
          <a:xfrm>
            <a:off x="9272015" y="6415469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36B8B3D-AAB2-5F39-8B2D-8A896EC48247}"/>
              </a:ext>
            </a:extLst>
          </p:cNvPr>
          <p:cNvCxnSpPr/>
          <p:nvPr/>
        </p:nvCxnSpPr>
        <p:spPr>
          <a:xfrm>
            <a:off x="3519010" y="54754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ACC86D5-DDB6-DA61-F558-FFE4864C7212}"/>
              </a:ext>
            </a:extLst>
          </p:cNvPr>
          <p:cNvCxnSpPr/>
          <p:nvPr/>
        </p:nvCxnSpPr>
        <p:spPr>
          <a:xfrm>
            <a:off x="3519010" y="126763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0E955B4-A987-171B-4AFC-49682A096E3A}"/>
              </a:ext>
            </a:extLst>
          </p:cNvPr>
          <p:cNvCxnSpPr/>
          <p:nvPr/>
        </p:nvCxnSpPr>
        <p:spPr>
          <a:xfrm>
            <a:off x="3519010" y="198771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11E3F04-9F8E-8614-86B7-F6B9373473FB}"/>
              </a:ext>
            </a:extLst>
          </p:cNvPr>
          <p:cNvCxnSpPr/>
          <p:nvPr/>
        </p:nvCxnSpPr>
        <p:spPr>
          <a:xfrm>
            <a:off x="3519010" y="2707804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2D36D1C-75EA-7826-82CB-F7BEE91658FD}"/>
              </a:ext>
            </a:extLst>
          </p:cNvPr>
          <p:cNvCxnSpPr/>
          <p:nvPr/>
        </p:nvCxnSpPr>
        <p:spPr>
          <a:xfrm>
            <a:off x="3519010" y="342789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935E72C-AA2E-8E5A-5C72-C6616171CB8E}"/>
              </a:ext>
            </a:extLst>
          </p:cNvPr>
          <p:cNvCxnSpPr/>
          <p:nvPr/>
        </p:nvCxnSpPr>
        <p:spPr>
          <a:xfrm>
            <a:off x="3519010" y="4147978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6EE36CC-7674-CF55-80E4-A0C10AF0F32B}"/>
              </a:ext>
            </a:extLst>
          </p:cNvPr>
          <p:cNvCxnSpPr/>
          <p:nvPr/>
        </p:nvCxnSpPr>
        <p:spPr>
          <a:xfrm>
            <a:off x="3519010" y="486806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2B7034B-7485-6B35-E21F-E09950883966}"/>
              </a:ext>
            </a:extLst>
          </p:cNvPr>
          <p:cNvCxnSpPr/>
          <p:nvPr/>
        </p:nvCxnSpPr>
        <p:spPr>
          <a:xfrm>
            <a:off x="3519010" y="558815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F3749BB-26B3-5611-0D2C-F194908299E0}"/>
              </a:ext>
            </a:extLst>
          </p:cNvPr>
          <p:cNvCxnSpPr/>
          <p:nvPr/>
        </p:nvCxnSpPr>
        <p:spPr>
          <a:xfrm>
            <a:off x="3519010" y="630823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41106CB-8E8B-CD1D-3EEB-90B8CEF9CF3E}"/>
              </a:ext>
            </a:extLst>
          </p:cNvPr>
          <p:cNvCxnSpPr/>
          <p:nvPr/>
        </p:nvCxnSpPr>
        <p:spPr>
          <a:xfrm>
            <a:off x="6396245" y="54641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BBF8117-87DD-A45D-E89C-98E701710627}"/>
              </a:ext>
            </a:extLst>
          </p:cNvPr>
          <p:cNvCxnSpPr/>
          <p:nvPr/>
        </p:nvCxnSpPr>
        <p:spPr>
          <a:xfrm>
            <a:off x="6396245" y="198658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3BA91F7-27E2-372C-07EB-0F3352569C3D}"/>
              </a:ext>
            </a:extLst>
          </p:cNvPr>
          <p:cNvCxnSpPr/>
          <p:nvPr/>
        </p:nvCxnSpPr>
        <p:spPr>
          <a:xfrm>
            <a:off x="6396245" y="342676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A05951-4670-E76C-8A54-4D1CEF7F37EC}"/>
              </a:ext>
            </a:extLst>
          </p:cNvPr>
          <p:cNvCxnSpPr/>
          <p:nvPr/>
        </p:nvCxnSpPr>
        <p:spPr>
          <a:xfrm>
            <a:off x="6396245" y="486693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2C04286-5BE9-EB74-B438-CA352F702EA5}"/>
              </a:ext>
            </a:extLst>
          </p:cNvPr>
          <p:cNvCxnSpPr/>
          <p:nvPr/>
        </p:nvCxnSpPr>
        <p:spPr>
          <a:xfrm>
            <a:off x="6396245" y="630710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AED8404-1B15-AA81-8FCA-6013582EE9BC}"/>
              </a:ext>
            </a:extLst>
          </p:cNvPr>
          <p:cNvCxnSpPr/>
          <p:nvPr/>
        </p:nvCxnSpPr>
        <p:spPr>
          <a:xfrm>
            <a:off x="9273480" y="126537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FBAE594-5052-4995-E1B6-A322AB137625}"/>
              </a:ext>
            </a:extLst>
          </p:cNvPr>
          <p:cNvCxnSpPr/>
          <p:nvPr/>
        </p:nvCxnSpPr>
        <p:spPr>
          <a:xfrm>
            <a:off x="9273480" y="342563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E2C989-82AA-145A-2D19-FD545E0BDD91}"/>
              </a:ext>
            </a:extLst>
          </p:cNvPr>
          <p:cNvCxnSpPr/>
          <p:nvPr/>
        </p:nvCxnSpPr>
        <p:spPr>
          <a:xfrm>
            <a:off x="9273480" y="558589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E5EB3006-FB5E-2E67-F6F2-1388876826A9}"/>
              </a:ext>
            </a:extLst>
          </p:cNvPr>
          <p:cNvSpPr/>
          <p:nvPr/>
        </p:nvSpPr>
        <p:spPr>
          <a:xfrm>
            <a:off x="488504" y="270780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F55833E-492D-971C-7BA3-200BD60EE92D}"/>
              </a:ext>
            </a:extLst>
          </p:cNvPr>
          <p:cNvSpPr/>
          <p:nvPr/>
        </p:nvSpPr>
        <p:spPr>
          <a:xfrm>
            <a:off x="488492" y="1980798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8A96282-72B3-6BA5-BF3A-75B4CE932F0F}"/>
              </a:ext>
            </a:extLst>
          </p:cNvPr>
          <p:cNvSpPr/>
          <p:nvPr/>
        </p:nvSpPr>
        <p:spPr>
          <a:xfrm>
            <a:off x="488469" y="125696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26504D6-6D4B-33D0-A99B-3D45F3CA5F38}"/>
              </a:ext>
            </a:extLst>
          </p:cNvPr>
          <p:cNvSpPr/>
          <p:nvPr/>
        </p:nvSpPr>
        <p:spPr>
          <a:xfrm>
            <a:off x="481423" y="550912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0FC60FB-39AE-B57A-7EB9-63ABD7875D0E}"/>
              </a:ext>
            </a:extLst>
          </p:cNvPr>
          <p:cNvSpPr/>
          <p:nvPr/>
        </p:nvSpPr>
        <p:spPr>
          <a:xfrm>
            <a:off x="488469" y="5565375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1572EFC-BECC-C487-FD52-756D1876E0B9}"/>
              </a:ext>
            </a:extLst>
          </p:cNvPr>
          <p:cNvSpPr/>
          <p:nvPr/>
        </p:nvSpPr>
        <p:spPr>
          <a:xfrm>
            <a:off x="488457" y="4838369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1B7458B-98F1-4529-B095-B07239BE0FF7}"/>
              </a:ext>
            </a:extLst>
          </p:cNvPr>
          <p:cNvSpPr/>
          <p:nvPr/>
        </p:nvSpPr>
        <p:spPr>
          <a:xfrm>
            <a:off x="488434" y="411453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E2DDB12-A757-D08F-9E3F-1068F471F7C5}"/>
              </a:ext>
            </a:extLst>
          </p:cNvPr>
          <p:cNvSpPr/>
          <p:nvPr/>
        </p:nvSpPr>
        <p:spPr>
          <a:xfrm>
            <a:off x="481388" y="340848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E42A029-050C-0D0E-D99A-B058F66CB522}"/>
              </a:ext>
            </a:extLst>
          </p:cNvPr>
          <p:cNvSpPr txBox="1"/>
          <p:nvPr/>
        </p:nvSpPr>
        <p:spPr>
          <a:xfrm>
            <a:off x="6742211" y="361743"/>
            <a:ext cx="115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Actuators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0D51622-0EC1-36D7-CCF2-5056BBE835DC}"/>
              </a:ext>
            </a:extLst>
          </p:cNvPr>
          <p:cNvSpPr txBox="1"/>
          <p:nvPr/>
        </p:nvSpPr>
        <p:spPr>
          <a:xfrm>
            <a:off x="746772" y="727401"/>
            <a:ext cx="102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Lenslets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9735441-0C0F-9C71-1184-9DF7F8227E63}"/>
              </a:ext>
            </a:extLst>
          </p:cNvPr>
          <p:cNvCxnSpPr>
            <a:cxnSpLocks/>
          </p:cNvCxnSpPr>
          <p:nvPr/>
        </p:nvCxnSpPr>
        <p:spPr>
          <a:xfrm flipH="1">
            <a:off x="3525367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5917C9A-0BE6-885F-8DC3-0285FE37C75A}"/>
                  </a:ext>
                </a:extLst>
              </p:cNvPr>
              <p:cNvSpPr txBox="1"/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5917C9A-0BE6-885F-8DC3-0285FE37C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88F6C57A-3D01-9347-A9F9-8E9916680900}"/>
              </a:ext>
            </a:extLst>
          </p:cNvPr>
          <p:cNvCxnSpPr>
            <a:cxnSpLocks/>
          </p:cNvCxnSpPr>
          <p:nvPr/>
        </p:nvCxnSpPr>
        <p:spPr>
          <a:xfrm flipH="1">
            <a:off x="6421629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9DEE096-36CC-3EB9-B8AE-A7D5662FF2EB}"/>
                  </a:ext>
                </a:extLst>
              </p:cNvPr>
              <p:cNvSpPr txBox="1"/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9DEE096-36CC-3EB9-B8AE-A7D5662FF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FDA71DA-ED76-5F95-D810-50117401E28B}"/>
              </a:ext>
            </a:extLst>
          </p:cNvPr>
          <p:cNvCxnSpPr>
            <a:cxnSpLocks/>
          </p:cNvCxnSpPr>
          <p:nvPr/>
        </p:nvCxnSpPr>
        <p:spPr>
          <a:xfrm flipH="1">
            <a:off x="648098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379061E-2648-D0F4-C11D-C412A566E0A4}"/>
                  </a:ext>
                </a:extLst>
              </p:cNvPr>
              <p:cNvSpPr txBox="1"/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𝑊𝐹𝑆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379061E-2648-D0F4-C11D-C412A566E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142E420-3290-A2FB-5464-03112B29A01C}"/>
              </a:ext>
            </a:extLst>
          </p:cNvPr>
          <p:cNvCxnSpPr>
            <a:cxnSpLocks/>
          </p:cNvCxnSpPr>
          <p:nvPr/>
        </p:nvCxnSpPr>
        <p:spPr>
          <a:xfrm flipH="1">
            <a:off x="6402685" y="1280536"/>
            <a:ext cx="287079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C05D8136-3CF6-91E4-1A8D-C7D12FB97880}"/>
              </a:ext>
            </a:extLst>
          </p:cNvPr>
          <p:cNvSpPr/>
          <p:nvPr/>
        </p:nvSpPr>
        <p:spPr>
          <a:xfrm rot="10800000">
            <a:off x="5331514" y="173589"/>
            <a:ext cx="2180230" cy="2183612"/>
          </a:xfrm>
          <a:prstGeom prst="pie">
            <a:avLst>
              <a:gd name="adj1" fmla="val 20756796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851CBC-1DB1-8D25-2B5B-3E2BC50FD133}"/>
              </a:ext>
            </a:extLst>
          </p:cNvPr>
          <p:cNvCxnSpPr>
            <a:cxnSpLocks/>
          </p:cNvCxnSpPr>
          <p:nvPr/>
        </p:nvCxnSpPr>
        <p:spPr>
          <a:xfrm flipH="1">
            <a:off x="3519010" y="1256963"/>
            <a:ext cx="2877235" cy="7307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1EAFDB-4A29-6C2B-19A9-DCB7D7F15BCC}"/>
                  </a:ext>
                </a:extLst>
              </p:cNvPr>
              <p:cNvSpPr txBox="1"/>
              <p:nvPr/>
            </p:nvSpPr>
            <p:spPr>
              <a:xfrm>
                <a:off x="4898634" y="2374446"/>
                <a:ext cx="1148135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1EAFDB-4A29-6C2B-19A9-DCB7D7F15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634" y="2374446"/>
                <a:ext cx="1148135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F49F5E-359E-2342-E0FA-4CF580F48EEB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5381339" y="1650203"/>
            <a:ext cx="91363" cy="72424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artial Circle 28">
            <a:extLst>
              <a:ext uri="{FF2B5EF4-FFF2-40B4-BE49-F238E27FC236}">
                <a16:creationId xmlns:a16="http://schemas.microsoft.com/office/drawing/2014/main" id="{0C85BDE4-5177-7F2A-7E6C-1C04A65BB383}"/>
              </a:ext>
            </a:extLst>
          </p:cNvPr>
          <p:cNvSpPr/>
          <p:nvPr/>
        </p:nvSpPr>
        <p:spPr>
          <a:xfrm rot="10800000">
            <a:off x="2399642" y="887296"/>
            <a:ext cx="2180230" cy="2183612"/>
          </a:xfrm>
          <a:prstGeom prst="pie">
            <a:avLst>
              <a:gd name="adj1" fmla="val 19362759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D72695E-567D-EA24-AF3C-9509513B0AEF}"/>
              </a:ext>
            </a:extLst>
          </p:cNvPr>
          <p:cNvCxnSpPr>
            <a:cxnSpLocks/>
            <a:endCxn id="87" idx="4"/>
          </p:cNvCxnSpPr>
          <p:nvPr/>
        </p:nvCxnSpPr>
        <p:spPr>
          <a:xfrm flipH="1">
            <a:off x="632485" y="1980798"/>
            <a:ext cx="2892882" cy="57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931310-48E5-0401-27BB-E7769F7A08F6}"/>
                  </a:ext>
                </a:extLst>
              </p:cNvPr>
              <p:cNvSpPr txBox="1"/>
              <p:nvPr/>
            </p:nvSpPr>
            <p:spPr>
              <a:xfrm>
                <a:off x="869835" y="33736"/>
                <a:ext cx="2239396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𝑗𝑖𝑡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𝐷𝑀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931310-48E5-0401-27BB-E7769F7A0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35" y="33736"/>
                <a:ext cx="2239396" cy="6560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4D5B168-8DC0-A58B-5420-D3718AF7A879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989533" y="689749"/>
            <a:ext cx="386729" cy="119277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6F52CCC-8147-1E86-5B78-6AC98A7CAABC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632450" y="1987717"/>
            <a:ext cx="2866867" cy="21268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51781AB-4B48-23D8-3D1C-E6A91222385E}"/>
              </a:ext>
            </a:extLst>
          </p:cNvPr>
          <p:cNvCxnSpPr>
            <a:cxnSpLocks/>
            <a:endCxn id="87" idx="0"/>
          </p:cNvCxnSpPr>
          <p:nvPr/>
        </p:nvCxnSpPr>
        <p:spPr>
          <a:xfrm flipH="1" flipV="1">
            <a:off x="632485" y="1256963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3D94B95-7BFF-712F-9E06-599BB403E9AC}"/>
              </a:ext>
            </a:extLst>
          </p:cNvPr>
          <p:cNvCxnSpPr>
            <a:cxnSpLocks/>
          </p:cNvCxnSpPr>
          <p:nvPr/>
        </p:nvCxnSpPr>
        <p:spPr>
          <a:xfrm flipH="1">
            <a:off x="8574291" y="1280536"/>
            <a:ext cx="2581" cy="286207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72ED280-8DDF-902E-6961-A3E554A47EDE}"/>
                  </a:ext>
                </a:extLst>
              </p:cNvPr>
              <p:cNvSpPr txBox="1"/>
              <p:nvPr/>
            </p:nvSpPr>
            <p:spPr>
              <a:xfrm>
                <a:off x="7713298" y="2478189"/>
                <a:ext cx="86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72ED280-8DDF-902E-6961-A3E554A47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298" y="2478189"/>
                <a:ext cx="8660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B19A23D-31A4-0EC4-ADE6-E8014C481B28}"/>
              </a:ext>
            </a:extLst>
          </p:cNvPr>
          <p:cNvCxnSpPr>
            <a:cxnSpLocks/>
          </p:cNvCxnSpPr>
          <p:nvPr/>
        </p:nvCxnSpPr>
        <p:spPr>
          <a:xfrm flipH="1" flipV="1">
            <a:off x="608962" y="4142628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07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B8C93-CBBF-28FA-06AD-C96DE2A04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59B58FE6-6622-4C3B-FC6F-C57E6A3EB9BE}"/>
              </a:ext>
            </a:extLst>
          </p:cNvPr>
          <p:cNvSpPr/>
          <p:nvPr/>
        </p:nvSpPr>
        <p:spPr>
          <a:xfrm>
            <a:off x="9086041" y="0"/>
            <a:ext cx="210820" cy="6886575"/>
          </a:xfrm>
          <a:custGeom>
            <a:avLst/>
            <a:gdLst>
              <a:gd name="connsiteX0" fmla="*/ 143684 w 210820"/>
              <a:gd name="connsiteY0" fmla="*/ 0 h 6886575"/>
              <a:gd name="connsiteX1" fmla="*/ 809 w 210820"/>
              <a:gd name="connsiteY1" fmla="*/ 1266825 h 6886575"/>
              <a:gd name="connsiteX2" fmla="*/ 200834 w 210820"/>
              <a:gd name="connsiteY2" fmla="*/ 3429000 h 6886575"/>
              <a:gd name="connsiteX3" fmla="*/ 181784 w 210820"/>
              <a:gd name="connsiteY3" fmla="*/ 5591175 h 6886575"/>
              <a:gd name="connsiteX4" fmla="*/ 191309 w 210820"/>
              <a:gd name="connsiteY4" fmla="*/ 6886575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20" h="6886575">
                <a:moveTo>
                  <a:pt x="143684" y="0"/>
                </a:moveTo>
                <a:cubicBezTo>
                  <a:pt x="67484" y="347662"/>
                  <a:pt x="-8716" y="695325"/>
                  <a:pt x="809" y="1266825"/>
                </a:cubicBezTo>
                <a:cubicBezTo>
                  <a:pt x="10334" y="1838325"/>
                  <a:pt x="170672" y="2708275"/>
                  <a:pt x="200834" y="3429000"/>
                </a:cubicBezTo>
                <a:cubicBezTo>
                  <a:pt x="230996" y="4149725"/>
                  <a:pt x="183371" y="5014913"/>
                  <a:pt x="181784" y="5591175"/>
                </a:cubicBezTo>
                <a:cubicBezTo>
                  <a:pt x="180197" y="6167437"/>
                  <a:pt x="185753" y="6527006"/>
                  <a:pt x="191309" y="688657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9AF78BA-A115-6A3D-CF22-1D988A8E46F3}"/>
              </a:ext>
            </a:extLst>
          </p:cNvPr>
          <p:cNvSpPr/>
          <p:nvPr/>
        </p:nvSpPr>
        <p:spPr>
          <a:xfrm>
            <a:off x="6210986" y="0"/>
            <a:ext cx="601961" cy="6829425"/>
          </a:xfrm>
          <a:custGeom>
            <a:avLst/>
            <a:gdLst>
              <a:gd name="connsiteX0" fmla="*/ 180289 w 601961"/>
              <a:gd name="connsiteY0" fmla="*/ 0 h 6829425"/>
              <a:gd name="connsiteX1" fmla="*/ 18364 w 601961"/>
              <a:gd name="connsiteY1" fmla="*/ 561975 h 6829425"/>
              <a:gd name="connsiteX2" fmla="*/ 561289 w 601961"/>
              <a:gd name="connsiteY2" fmla="*/ 1990725 h 6829425"/>
              <a:gd name="connsiteX3" fmla="*/ 504139 w 601961"/>
              <a:gd name="connsiteY3" fmla="*/ 3419475 h 6829425"/>
              <a:gd name="connsiteX4" fmla="*/ 37414 w 601961"/>
              <a:gd name="connsiteY4" fmla="*/ 4876800 h 6829425"/>
              <a:gd name="connsiteX5" fmla="*/ 189814 w 601961"/>
              <a:gd name="connsiteY5" fmla="*/ 6296025 h 6829425"/>
              <a:gd name="connsiteX6" fmla="*/ 237439 w 601961"/>
              <a:gd name="connsiteY6" fmla="*/ 6829425 h 682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61" h="6829425">
                <a:moveTo>
                  <a:pt x="180289" y="0"/>
                </a:moveTo>
                <a:cubicBezTo>
                  <a:pt x="67576" y="115094"/>
                  <a:pt x="-45136" y="230188"/>
                  <a:pt x="18364" y="561975"/>
                </a:cubicBezTo>
                <a:cubicBezTo>
                  <a:pt x="81864" y="893762"/>
                  <a:pt x="480327" y="1514475"/>
                  <a:pt x="561289" y="1990725"/>
                </a:cubicBezTo>
                <a:cubicBezTo>
                  <a:pt x="642251" y="2466975"/>
                  <a:pt x="591452" y="2938462"/>
                  <a:pt x="504139" y="3419475"/>
                </a:cubicBezTo>
                <a:cubicBezTo>
                  <a:pt x="416826" y="3900488"/>
                  <a:pt x="89801" y="4397375"/>
                  <a:pt x="37414" y="4876800"/>
                </a:cubicBezTo>
                <a:cubicBezTo>
                  <a:pt x="-14973" y="5356225"/>
                  <a:pt x="156477" y="5970588"/>
                  <a:pt x="189814" y="6296025"/>
                </a:cubicBezTo>
                <a:cubicBezTo>
                  <a:pt x="223151" y="6621462"/>
                  <a:pt x="230295" y="6725443"/>
                  <a:pt x="237439" y="68294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4A49A14-0B49-7B23-3547-E006834F75BF}"/>
              </a:ext>
            </a:extLst>
          </p:cNvPr>
          <p:cNvSpPr/>
          <p:nvPr/>
        </p:nvSpPr>
        <p:spPr>
          <a:xfrm>
            <a:off x="3064891" y="-9525"/>
            <a:ext cx="1207612" cy="6838950"/>
          </a:xfrm>
          <a:custGeom>
            <a:avLst/>
            <a:gdLst>
              <a:gd name="connsiteX0" fmla="*/ 449834 w 1207612"/>
              <a:gd name="connsiteY0" fmla="*/ 0 h 6838950"/>
              <a:gd name="connsiteX1" fmla="*/ 78359 w 1207612"/>
              <a:gd name="connsiteY1" fmla="*/ 561975 h 6838950"/>
              <a:gd name="connsiteX2" fmla="*/ 30734 w 1207612"/>
              <a:gd name="connsiteY2" fmla="*/ 1285875 h 6838950"/>
              <a:gd name="connsiteX3" fmla="*/ 449834 w 1207612"/>
              <a:gd name="connsiteY3" fmla="*/ 2009775 h 6838950"/>
              <a:gd name="connsiteX4" fmla="*/ 1164209 w 1207612"/>
              <a:gd name="connsiteY4" fmla="*/ 2714625 h 6838950"/>
              <a:gd name="connsiteX5" fmla="*/ 459359 w 1207612"/>
              <a:gd name="connsiteY5" fmla="*/ 3448050 h 6838950"/>
              <a:gd name="connsiteX6" fmla="*/ 1192784 w 1207612"/>
              <a:gd name="connsiteY6" fmla="*/ 4133850 h 6838950"/>
              <a:gd name="connsiteX7" fmla="*/ 916559 w 1207612"/>
              <a:gd name="connsiteY7" fmla="*/ 4876800 h 6838950"/>
              <a:gd name="connsiteX8" fmla="*/ 497459 w 1207612"/>
              <a:gd name="connsiteY8" fmla="*/ 5562600 h 6838950"/>
              <a:gd name="connsiteX9" fmla="*/ 230759 w 1207612"/>
              <a:gd name="connsiteY9" fmla="*/ 6324600 h 6838950"/>
              <a:gd name="connsiteX10" fmla="*/ 468884 w 1207612"/>
              <a:gd name="connsiteY10" fmla="*/ 6838950 h 68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7612" h="6838950">
                <a:moveTo>
                  <a:pt x="449834" y="0"/>
                </a:moveTo>
                <a:cubicBezTo>
                  <a:pt x="299021" y="173831"/>
                  <a:pt x="148209" y="347663"/>
                  <a:pt x="78359" y="561975"/>
                </a:cubicBezTo>
                <a:cubicBezTo>
                  <a:pt x="8509" y="776288"/>
                  <a:pt x="-31178" y="1044575"/>
                  <a:pt x="30734" y="1285875"/>
                </a:cubicBezTo>
                <a:cubicBezTo>
                  <a:pt x="92646" y="1527175"/>
                  <a:pt x="260921" y="1771650"/>
                  <a:pt x="449834" y="2009775"/>
                </a:cubicBezTo>
                <a:cubicBezTo>
                  <a:pt x="638747" y="2247900"/>
                  <a:pt x="1162622" y="2474913"/>
                  <a:pt x="1164209" y="2714625"/>
                </a:cubicBezTo>
                <a:cubicBezTo>
                  <a:pt x="1165796" y="2954337"/>
                  <a:pt x="454597" y="3211513"/>
                  <a:pt x="459359" y="3448050"/>
                </a:cubicBezTo>
                <a:cubicBezTo>
                  <a:pt x="464121" y="3684587"/>
                  <a:pt x="1116584" y="3895725"/>
                  <a:pt x="1192784" y="4133850"/>
                </a:cubicBezTo>
                <a:cubicBezTo>
                  <a:pt x="1268984" y="4371975"/>
                  <a:pt x="1032446" y="4638675"/>
                  <a:pt x="916559" y="4876800"/>
                </a:cubicBezTo>
                <a:cubicBezTo>
                  <a:pt x="800672" y="5114925"/>
                  <a:pt x="611759" y="5321300"/>
                  <a:pt x="497459" y="5562600"/>
                </a:cubicBezTo>
                <a:cubicBezTo>
                  <a:pt x="383159" y="5803900"/>
                  <a:pt x="235522" y="6111875"/>
                  <a:pt x="230759" y="6324600"/>
                </a:cubicBezTo>
                <a:cubicBezTo>
                  <a:pt x="225996" y="6537325"/>
                  <a:pt x="347440" y="6688137"/>
                  <a:pt x="468884" y="6838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D7751C-FBB2-18D9-6737-5DC21435D1EF}"/>
              </a:ext>
            </a:extLst>
          </p:cNvPr>
          <p:cNvCxnSpPr/>
          <p:nvPr/>
        </p:nvCxnSpPr>
        <p:spPr>
          <a:xfrm>
            <a:off x="3525402" y="539156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339B7C-B061-DE61-0186-BDFCB3B43B02}"/>
              </a:ext>
            </a:extLst>
          </p:cNvPr>
          <p:cNvCxnSpPr/>
          <p:nvPr/>
        </p:nvCxnSpPr>
        <p:spPr>
          <a:xfrm>
            <a:off x="6402685" y="539155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CCB34F-6030-E719-310F-E8D2D3A49B21}"/>
              </a:ext>
            </a:extLst>
          </p:cNvPr>
          <p:cNvCxnSpPr>
            <a:cxnSpLocks/>
          </p:cNvCxnSpPr>
          <p:nvPr/>
        </p:nvCxnSpPr>
        <p:spPr>
          <a:xfrm flipH="1">
            <a:off x="9289434" y="0"/>
            <a:ext cx="0" cy="6886575"/>
          </a:xfrm>
          <a:prstGeom prst="line">
            <a:avLst/>
          </a:prstGeom>
          <a:ln w="22225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6CA0DD3-2E19-5CF9-1CAB-E8BCFCE8FA79}"/>
              </a:ext>
            </a:extLst>
          </p:cNvPr>
          <p:cNvSpPr txBox="1"/>
          <p:nvPr/>
        </p:nvSpPr>
        <p:spPr>
          <a:xfrm>
            <a:off x="630221" y="6397857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11234A-D229-8944-64E5-8D32B59DA7CE}"/>
              </a:ext>
            </a:extLst>
          </p:cNvPr>
          <p:cNvSpPr txBox="1"/>
          <p:nvPr/>
        </p:nvSpPr>
        <p:spPr>
          <a:xfrm>
            <a:off x="3505265" y="639753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33C275-8A27-E55A-1958-9382DF7F72F5}"/>
              </a:ext>
            </a:extLst>
          </p:cNvPr>
          <p:cNvSpPr txBox="1"/>
          <p:nvPr/>
        </p:nvSpPr>
        <p:spPr>
          <a:xfrm>
            <a:off x="6382559" y="6406241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DF132E-3DD9-BBAF-1B75-D60B06DFDC58}"/>
              </a:ext>
            </a:extLst>
          </p:cNvPr>
          <p:cNvSpPr txBox="1"/>
          <p:nvPr/>
        </p:nvSpPr>
        <p:spPr>
          <a:xfrm>
            <a:off x="9272015" y="6415469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53E0DDF-A403-00A3-A606-E348FA286DF1}"/>
              </a:ext>
            </a:extLst>
          </p:cNvPr>
          <p:cNvCxnSpPr/>
          <p:nvPr/>
        </p:nvCxnSpPr>
        <p:spPr>
          <a:xfrm>
            <a:off x="3519010" y="54754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F2BF48-C4E6-B0E2-B6CB-7FD9D90E0527}"/>
              </a:ext>
            </a:extLst>
          </p:cNvPr>
          <p:cNvCxnSpPr/>
          <p:nvPr/>
        </p:nvCxnSpPr>
        <p:spPr>
          <a:xfrm>
            <a:off x="3519010" y="126763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D207456-17EC-09A6-6F56-2228B1CF6AA4}"/>
              </a:ext>
            </a:extLst>
          </p:cNvPr>
          <p:cNvCxnSpPr/>
          <p:nvPr/>
        </p:nvCxnSpPr>
        <p:spPr>
          <a:xfrm>
            <a:off x="3519010" y="198771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E808531-CE57-51C0-87FD-4DDC50B0E124}"/>
              </a:ext>
            </a:extLst>
          </p:cNvPr>
          <p:cNvCxnSpPr/>
          <p:nvPr/>
        </p:nvCxnSpPr>
        <p:spPr>
          <a:xfrm>
            <a:off x="3519010" y="2707804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5CAEDAA-5BCE-8FC4-A7E8-25E715FCF042}"/>
              </a:ext>
            </a:extLst>
          </p:cNvPr>
          <p:cNvCxnSpPr/>
          <p:nvPr/>
        </p:nvCxnSpPr>
        <p:spPr>
          <a:xfrm>
            <a:off x="3519010" y="342789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1246A86-47A0-CB1F-C79D-ECCEB10F0EE8}"/>
              </a:ext>
            </a:extLst>
          </p:cNvPr>
          <p:cNvCxnSpPr/>
          <p:nvPr/>
        </p:nvCxnSpPr>
        <p:spPr>
          <a:xfrm>
            <a:off x="3519010" y="4147978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11416E8-4A44-F6E4-DD32-0A62921C2917}"/>
              </a:ext>
            </a:extLst>
          </p:cNvPr>
          <p:cNvCxnSpPr/>
          <p:nvPr/>
        </p:nvCxnSpPr>
        <p:spPr>
          <a:xfrm>
            <a:off x="3519010" y="486806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A05B768-C67D-0A8A-4F8D-55388F475552}"/>
              </a:ext>
            </a:extLst>
          </p:cNvPr>
          <p:cNvCxnSpPr/>
          <p:nvPr/>
        </p:nvCxnSpPr>
        <p:spPr>
          <a:xfrm>
            <a:off x="3519010" y="558815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16A8BDC-B030-1871-2048-3794228F8179}"/>
              </a:ext>
            </a:extLst>
          </p:cNvPr>
          <p:cNvCxnSpPr/>
          <p:nvPr/>
        </p:nvCxnSpPr>
        <p:spPr>
          <a:xfrm>
            <a:off x="3519010" y="630823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62FE2DD-9039-46EB-B8EC-93F53A946F03}"/>
              </a:ext>
            </a:extLst>
          </p:cNvPr>
          <p:cNvCxnSpPr/>
          <p:nvPr/>
        </p:nvCxnSpPr>
        <p:spPr>
          <a:xfrm>
            <a:off x="6396245" y="54641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0696847-2921-DCD0-92D8-3D70B4084BE6}"/>
              </a:ext>
            </a:extLst>
          </p:cNvPr>
          <p:cNvCxnSpPr/>
          <p:nvPr/>
        </p:nvCxnSpPr>
        <p:spPr>
          <a:xfrm>
            <a:off x="6396245" y="198658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58B16E4-7A09-1661-696F-1356CAD1652C}"/>
              </a:ext>
            </a:extLst>
          </p:cNvPr>
          <p:cNvCxnSpPr/>
          <p:nvPr/>
        </p:nvCxnSpPr>
        <p:spPr>
          <a:xfrm>
            <a:off x="6396245" y="342676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8484F68-D023-662C-1950-A18A00C727B5}"/>
              </a:ext>
            </a:extLst>
          </p:cNvPr>
          <p:cNvCxnSpPr/>
          <p:nvPr/>
        </p:nvCxnSpPr>
        <p:spPr>
          <a:xfrm>
            <a:off x="6396245" y="486693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8F3D4DA-E950-B6E5-034E-FAB696E15274}"/>
              </a:ext>
            </a:extLst>
          </p:cNvPr>
          <p:cNvCxnSpPr/>
          <p:nvPr/>
        </p:nvCxnSpPr>
        <p:spPr>
          <a:xfrm>
            <a:off x="6396245" y="630710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DC70D5F-6E02-E8DC-3F70-78A64F1C5C40}"/>
              </a:ext>
            </a:extLst>
          </p:cNvPr>
          <p:cNvCxnSpPr/>
          <p:nvPr/>
        </p:nvCxnSpPr>
        <p:spPr>
          <a:xfrm>
            <a:off x="9273480" y="126537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4C3107D-A090-3A90-5229-139BA8E03017}"/>
              </a:ext>
            </a:extLst>
          </p:cNvPr>
          <p:cNvCxnSpPr/>
          <p:nvPr/>
        </p:nvCxnSpPr>
        <p:spPr>
          <a:xfrm>
            <a:off x="9273480" y="342563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07F456A-1AD6-F41E-07EE-47162194AD30}"/>
              </a:ext>
            </a:extLst>
          </p:cNvPr>
          <p:cNvCxnSpPr/>
          <p:nvPr/>
        </p:nvCxnSpPr>
        <p:spPr>
          <a:xfrm>
            <a:off x="9273480" y="558589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E9C6B341-3136-EA14-DA15-5B75DCB7A14C}"/>
              </a:ext>
            </a:extLst>
          </p:cNvPr>
          <p:cNvSpPr/>
          <p:nvPr/>
        </p:nvSpPr>
        <p:spPr>
          <a:xfrm>
            <a:off x="488504" y="270780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A08A045-7472-25F1-1D0D-D6022E7CB226}"/>
              </a:ext>
            </a:extLst>
          </p:cNvPr>
          <p:cNvSpPr/>
          <p:nvPr/>
        </p:nvSpPr>
        <p:spPr>
          <a:xfrm>
            <a:off x="488492" y="1980798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43B065E-76FF-ADB0-7198-C435BFC0E988}"/>
              </a:ext>
            </a:extLst>
          </p:cNvPr>
          <p:cNvSpPr/>
          <p:nvPr/>
        </p:nvSpPr>
        <p:spPr>
          <a:xfrm>
            <a:off x="488469" y="125696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0306B74-C5A9-441B-2158-B7669C613295}"/>
              </a:ext>
            </a:extLst>
          </p:cNvPr>
          <p:cNvSpPr/>
          <p:nvPr/>
        </p:nvSpPr>
        <p:spPr>
          <a:xfrm>
            <a:off x="481423" y="550912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81B5258-5179-EA73-405A-71B0F1D21D62}"/>
              </a:ext>
            </a:extLst>
          </p:cNvPr>
          <p:cNvSpPr/>
          <p:nvPr/>
        </p:nvSpPr>
        <p:spPr>
          <a:xfrm>
            <a:off x="488469" y="5565375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954B281-A0BC-6CB2-8A2B-323605B2DAF1}"/>
              </a:ext>
            </a:extLst>
          </p:cNvPr>
          <p:cNvSpPr/>
          <p:nvPr/>
        </p:nvSpPr>
        <p:spPr>
          <a:xfrm>
            <a:off x="488457" y="4838369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E2453A5-5D5D-B51C-AE06-82821C0E237F}"/>
              </a:ext>
            </a:extLst>
          </p:cNvPr>
          <p:cNvSpPr/>
          <p:nvPr/>
        </p:nvSpPr>
        <p:spPr>
          <a:xfrm>
            <a:off x="488434" y="411453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18F00C9-4A14-4A9F-CF38-7AC7A46F7BDE}"/>
              </a:ext>
            </a:extLst>
          </p:cNvPr>
          <p:cNvSpPr/>
          <p:nvPr/>
        </p:nvSpPr>
        <p:spPr>
          <a:xfrm>
            <a:off x="481388" y="340848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C08F55D-3314-2A03-E4C9-CE3AC64EAA95}"/>
              </a:ext>
            </a:extLst>
          </p:cNvPr>
          <p:cNvSpPr txBox="1"/>
          <p:nvPr/>
        </p:nvSpPr>
        <p:spPr>
          <a:xfrm>
            <a:off x="6742211" y="361743"/>
            <a:ext cx="115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Actuators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06E0E6A-E5FC-6A36-257C-D3C48540BA6B}"/>
              </a:ext>
            </a:extLst>
          </p:cNvPr>
          <p:cNvSpPr txBox="1"/>
          <p:nvPr/>
        </p:nvSpPr>
        <p:spPr>
          <a:xfrm>
            <a:off x="746772" y="727401"/>
            <a:ext cx="102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Lenslets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BB8C90C-6217-D6B9-383D-5C064B4D8F87}"/>
              </a:ext>
            </a:extLst>
          </p:cNvPr>
          <p:cNvCxnSpPr>
            <a:cxnSpLocks/>
          </p:cNvCxnSpPr>
          <p:nvPr/>
        </p:nvCxnSpPr>
        <p:spPr>
          <a:xfrm flipH="1">
            <a:off x="3525367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02D5061-DF9C-552D-0F55-98483A838335}"/>
                  </a:ext>
                </a:extLst>
              </p:cNvPr>
              <p:cNvSpPr txBox="1"/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02D5061-DF9C-552D-0F55-98483A838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899B87F-FAA9-2F22-080A-F26414DDA4CC}"/>
              </a:ext>
            </a:extLst>
          </p:cNvPr>
          <p:cNvCxnSpPr>
            <a:cxnSpLocks/>
          </p:cNvCxnSpPr>
          <p:nvPr/>
        </p:nvCxnSpPr>
        <p:spPr>
          <a:xfrm flipH="1">
            <a:off x="6421629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6BCB759C-4756-29CF-466D-BC5A35C24499}"/>
                  </a:ext>
                </a:extLst>
              </p:cNvPr>
              <p:cNvSpPr txBox="1"/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6BCB759C-4756-29CF-466D-BC5A35C24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53" y="5782255"/>
                <a:ext cx="161755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EB3EA0F-1A85-E76E-1571-DE2A7456BFA4}"/>
              </a:ext>
            </a:extLst>
          </p:cNvPr>
          <p:cNvCxnSpPr>
            <a:cxnSpLocks/>
          </p:cNvCxnSpPr>
          <p:nvPr/>
        </p:nvCxnSpPr>
        <p:spPr>
          <a:xfrm flipH="1">
            <a:off x="648098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BEC9F35-D577-7DB9-BC49-A235248D62A7}"/>
                  </a:ext>
                </a:extLst>
              </p:cNvPr>
              <p:cNvSpPr txBox="1"/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𝑊𝐹𝑆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BEC9F35-D577-7DB9-BC49-A235248D6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8047193-1AE3-141C-01D4-729F0ACA46FD}"/>
              </a:ext>
            </a:extLst>
          </p:cNvPr>
          <p:cNvCxnSpPr>
            <a:cxnSpLocks/>
          </p:cNvCxnSpPr>
          <p:nvPr/>
        </p:nvCxnSpPr>
        <p:spPr>
          <a:xfrm flipH="1">
            <a:off x="6402685" y="1280536"/>
            <a:ext cx="287079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tial Circle 8">
            <a:extLst>
              <a:ext uri="{FF2B5EF4-FFF2-40B4-BE49-F238E27FC236}">
                <a16:creationId xmlns:a16="http://schemas.microsoft.com/office/drawing/2014/main" id="{75ED61A6-B6AF-96AE-8760-DB577A80FDB0}"/>
              </a:ext>
            </a:extLst>
          </p:cNvPr>
          <p:cNvSpPr/>
          <p:nvPr/>
        </p:nvSpPr>
        <p:spPr>
          <a:xfrm rot="10800000">
            <a:off x="5331514" y="173589"/>
            <a:ext cx="2180230" cy="2183612"/>
          </a:xfrm>
          <a:prstGeom prst="pie">
            <a:avLst>
              <a:gd name="adj1" fmla="val 20756796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47D93A-68D3-5A12-C7CB-9C7B10F5202C}"/>
              </a:ext>
            </a:extLst>
          </p:cNvPr>
          <p:cNvCxnSpPr>
            <a:cxnSpLocks/>
          </p:cNvCxnSpPr>
          <p:nvPr/>
        </p:nvCxnSpPr>
        <p:spPr>
          <a:xfrm flipH="1">
            <a:off x="3519010" y="1256963"/>
            <a:ext cx="2877235" cy="7307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FE19CD-868A-E76A-0089-D20FE4A4E77F}"/>
                  </a:ext>
                </a:extLst>
              </p:cNvPr>
              <p:cNvSpPr txBox="1"/>
              <p:nvPr/>
            </p:nvSpPr>
            <p:spPr>
              <a:xfrm>
                <a:off x="4898634" y="2374446"/>
                <a:ext cx="917302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FE19CD-868A-E76A-0089-D20FE4A4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634" y="2374446"/>
                <a:ext cx="917302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91D5A3-CCAF-6781-5570-31B2B692B8A8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357285" y="1650203"/>
            <a:ext cx="24054" cy="72424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artial Circle 28">
            <a:extLst>
              <a:ext uri="{FF2B5EF4-FFF2-40B4-BE49-F238E27FC236}">
                <a16:creationId xmlns:a16="http://schemas.microsoft.com/office/drawing/2014/main" id="{B0360B2B-A1BB-2077-9BEC-6C572CB7D534}"/>
              </a:ext>
            </a:extLst>
          </p:cNvPr>
          <p:cNvSpPr/>
          <p:nvPr/>
        </p:nvSpPr>
        <p:spPr>
          <a:xfrm rot="10800000">
            <a:off x="2399642" y="887296"/>
            <a:ext cx="2180230" cy="2183612"/>
          </a:xfrm>
          <a:prstGeom prst="pie">
            <a:avLst>
              <a:gd name="adj1" fmla="val 19362759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B54960-0E70-0031-9E51-77FC32EDAA9C}"/>
              </a:ext>
            </a:extLst>
          </p:cNvPr>
          <p:cNvCxnSpPr>
            <a:cxnSpLocks/>
            <a:endCxn id="87" idx="4"/>
          </p:cNvCxnSpPr>
          <p:nvPr/>
        </p:nvCxnSpPr>
        <p:spPr>
          <a:xfrm flipH="1">
            <a:off x="632485" y="1980798"/>
            <a:ext cx="2892882" cy="57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1832C1-BA36-AAA8-EB10-D0697D84A4FB}"/>
                  </a:ext>
                </a:extLst>
              </p:cNvPr>
              <p:cNvSpPr txBox="1"/>
              <p:nvPr/>
            </p:nvSpPr>
            <p:spPr>
              <a:xfrm>
                <a:off x="869835" y="33736"/>
                <a:ext cx="1757211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𝐷𝑀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1832C1-BA36-AAA8-EB10-D0697D84A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35" y="33736"/>
                <a:ext cx="1757211" cy="6560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E7E4AC-63AD-392A-92DD-B96FC8CDF7F5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748441" y="689749"/>
            <a:ext cx="627821" cy="119277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825522A-817B-55B6-9E02-AA46F7715D1B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632450" y="1987717"/>
            <a:ext cx="2866867" cy="21268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497804-FFFC-3EA7-6839-6C76EF441035}"/>
              </a:ext>
            </a:extLst>
          </p:cNvPr>
          <p:cNvCxnSpPr>
            <a:cxnSpLocks/>
            <a:endCxn id="87" idx="0"/>
          </p:cNvCxnSpPr>
          <p:nvPr/>
        </p:nvCxnSpPr>
        <p:spPr>
          <a:xfrm flipH="1" flipV="1">
            <a:off x="632485" y="1256963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7F80D5E-EF42-2FC3-834D-E63BEF29471E}"/>
              </a:ext>
            </a:extLst>
          </p:cNvPr>
          <p:cNvCxnSpPr>
            <a:cxnSpLocks/>
          </p:cNvCxnSpPr>
          <p:nvPr/>
        </p:nvCxnSpPr>
        <p:spPr>
          <a:xfrm flipH="1">
            <a:off x="8574291" y="1280536"/>
            <a:ext cx="2581" cy="286207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B35AE54-41D4-4E2F-698F-8943369001AD}"/>
                  </a:ext>
                </a:extLst>
              </p:cNvPr>
              <p:cNvSpPr txBox="1"/>
              <p:nvPr/>
            </p:nvSpPr>
            <p:spPr>
              <a:xfrm>
                <a:off x="7713298" y="2478189"/>
                <a:ext cx="86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B35AE54-41D4-4E2F-698F-894336900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298" y="2478189"/>
                <a:ext cx="8660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A2F0229-BEFB-C00D-5667-9D51B14CC5E5}"/>
              </a:ext>
            </a:extLst>
          </p:cNvPr>
          <p:cNvCxnSpPr>
            <a:cxnSpLocks/>
          </p:cNvCxnSpPr>
          <p:nvPr/>
        </p:nvCxnSpPr>
        <p:spPr>
          <a:xfrm flipH="1" flipV="1">
            <a:off x="608962" y="4142628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07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6430-B8AF-C38F-8944-3C9C373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67516929-A9CB-818D-A3D3-95B83D6E851C}"/>
              </a:ext>
            </a:extLst>
          </p:cNvPr>
          <p:cNvSpPr/>
          <p:nvPr/>
        </p:nvSpPr>
        <p:spPr>
          <a:xfrm>
            <a:off x="6210986" y="0"/>
            <a:ext cx="601961" cy="6829425"/>
          </a:xfrm>
          <a:custGeom>
            <a:avLst/>
            <a:gdLst>
              <a:gd name="connsiteX0" fmla="*/ 180289 w 601961"/>
              <a:gd name="connsiteY0" fmla="*/ 0 h 6829425"/>
              <a:gd name="connsiteX1" fmla="*/ 18364 w 601961"/>
              <a:gd name="connsiteY1" fmla="*/ 561975 h 6829425"/>
              <a:gd name="connsiteX2" fmla="*/ 561289 w 601961"/>
              <a:gd name="connsiteY2" fmla="*/ 1990725 h 6829425"/>
              <a:gd name="connsiteX3" fmla="*/ 504139 w 601961"/>
              <a:gd name="connsiteY3" fmla="*/ 3419475 h 6829425"/>
              <a:gd name="connsiteX4" fmla="*/ 37414 w 601961"/>
              <a:gd name="connsiteY4" fmla="*/ 4876800 h 6829425"/>
              <a:gd name="connsiteX5" fmla="*/ 189814 w 601961"/>
              <a:gd name="connsiteY5" fmla="*/ 6296025 h 6829425"/>
              <a:gd name="connsiteX6" fmla="*/ 237439 w 601961"/>
              <a:gd name="connsiteY6" fmla="*/ 6829425 h 682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61" h="6829425">
                <a:moveTo>
                  <a:pt x="180289" y="0"/>
                </a:moveTo>
                <a:cubicBezTo>
                  <a:pt x="67576" y="115094"/>
                  <a:pt x="-45136" y="230188"/>
                  <a:pt x="18364" y="561975"/>
                </a:cubicBezTo>
                <a:cubicBezTo>
                  <a:pt x="81864" y="893762"/>
                  <a:pt x="480327" y="1514475"/>
                  <a:pt x="561289" y="1990725"/>
                </a:cubicBezTo>
                <a:cubicBezTo>
                  <a:pt x="642251" y="2466975"/>
                  <a:pt x="591452" y="2938462"/>
                  <a:pt x="504139" y="3419475"/>
                </a:cubicBezTo>
                <a:cubicBezTo>
                  <a:pt x="416826" y="3900488"/>
                  <a:pt x="89801" y="4397375"/>
                  <a:pt x="37414" y="4876800"/>
                </a:cubicBezTo>
                <a:cubicBezTo>
                  <a:pt x="-14973" y="5356225"/>
                  <a:pt x="156477" y="5970588"/>
                  <a:pt x="189814" y="6296025"/>
                </a:cubicBezTo>
                <a:cubicBezTo>
                  <a:pt x="223151" y="6621462"/>
                  <a:pt x="230295" y="6725443"/>
                  <a:pt x="237439" y="68294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5E9C425-C4E4-CA34-B275-6DF91105E612}"/>
              </a:ext>
            </a:extLst>
          </p:cNvPr>
          <p:cNvSpPr/>
          <p:nvPr/>
        </p:nvSpPr>
        <p:spPr>
          <a:xfrm>
            <a:off x="3064891" y="-9525"/>
            <a:ext cx="1207612" cy="6838950"/>
          </a:xfrm>
          <a:custGeom>
            <a:avLst/>
            <a:gdLst>
              <a:gd name="connsiteX0" fmla="*/ 449834 w 1207612"/>
              <a:gd name="connsiteY0" fmla="*/ 0 h 6838950"/>
              <a:gd name="connsiteX1" fmla="*/ 78359 w 1207612"/>
              <a:gd name="connsiteY1" fmla="*/ 561975 h 6838950"/>
              <a:gd name="connsiteX2" fmla="*/ 30734 w 1207612"/>
              <a:gd name="connsiteY2" fmla="*/ 1285875 h 6838950"/>
              <a:gd name="connsiteX3" fmla="*/ 449834 w 1207612"/>
              <a:gd name="connsiteY3" fmla="*/ 2009775 h 6838950"/>
              <a:gd name="connsiteX4" fmla="*/ 1164209 w 1207612"/>
              <a:gd name="connsiteY4" fmla="*/ 2714625 h 6838950"/>
              <a:gd name="connsiteX5" fmla="*/ 459359 w 1207612"/>
              <a:gd name="connsiteY5" fmla="*/ 3448050 h 6838950"/>
              <a:gd name="connsiteX6" fmla="*/ 1192784 w 1207612"/>
              <a:gd name="connsiteY6" fmla="*/ 4133850 h 6838950"/>
              <a:gd name="connsiteX7" fmla="*/ 916559 w 1207612"/>
              <a:gd name="connsiteY7" fmla="*/ 4876800 h 6838950"/>
              <a:gd name="connsiteX8" fmla="*/ 497459 w 1207612"/>
              <a:gd name="connsiteY8" fmla="*/ 5562600 h 6838950"/>
              <a:gd name="connsiteX9" fmla="*/ 230759 w 1207612"/>
              <a:gd name="connsiteY9" fmla="*/ 6324600 h 6838950"/>
              <a:gd name="connsiteX10" fmla="*/ 468884 w 1207612"/>
              <a:gd name="connsiteY10" fmla="*/ 6838950 h 68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7612" h="6838950">
                <a:moveTo>
                  <a:pt x="449834" y="0"/>
                </a:moveTo>
                <a:cubicBezTo>
                  <a:pt x="299021" y="173831"/>
                  <a:pt x="148209" y="347663"/>
                  <a:pt x="78359" y="561975"/>
                </a:cubicBezTo>
                <a:cubicBezTo>
                  <a:pt x="8509" y="776288"/>
                  <a:pt x="-31178" y="1044575"/>
                  <a:pt x="30734" y="1285875"/>
                </a:cubicBezTo>
                <a:cubicBezTo>
                  <a:pt x="92646" y="1527175"/>
                  <a:pt x="260921" y="1771650"/>
                  <a:pt x="449834" y="2009775"/>
                </a:cubicBezTo>
                <a:cubicBezTo>
                  <a:pt x="638747" y="2247900"/>
                  <a:pt x="1162622" y="2474913"/>
                  <a:pt x="1164209" y="2714625"/>
                </a:cubicBezTo>
                <a:cubicBezTo>
                  <a:pt x="1165796" y="2954337"/>
                  <a:pt x="454597" y="3211513"/>
                  <a:pt x="459359" y="3448050"/>
                </a:cubicBezTo>
                <a:cubicBezTo>
                  <a:pt x="464121" y="3684587"/>
                  <a:pt x="1116584" y="3895725"/>
                  <a:pt x="1192784" y="4133850"/>
                </a:cubicBezTo>
                <a:cubicBezTo>
                  <a:pt x="1268984" y="4371975"/>
                  <a:pt x="1032446" y="4638675"/>
                  <a:pt x="916559" y="4876800"/>
                </a:cubicBezTo>
                <a:cubicBezTo>
                  <a:pt x="800672" y="5114925"/>
                  <a:pt x="611759" y="5321300"/>
                  <a:pt x="497459" y="5562600"/>
                </a:cubicBezTo>
                <a:cubicBezTo>
                  <a:pt x="383159" y="5803900"/>
                  <a:pt x="235522" y="6111875"/>
                  <a:pt x="230759" y="6324600"/>
                </a:cubicBezTo>
                <a:cubicBezTo>
                  <a:pt x="225996" y="6537325"/>
                  <a:pt x="347440" y="6688137"/>
                  <a:pt x="468884" y="6838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9D7284-A2BB-1038-3E88-5E9A709714D4}"/>
              </a:ext>
            </a:extLst>
          </p:cNvPr>
          <p:cNvCxnSpPr/>
          <p:nvPr/>
        </p:nvCxnSpPr>
        <p:spPr>
          <a:xfrm>
            <a:off x="3525402" y="539156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11BA9F-F09D-3F64-90EF-2DFD1BC89EEE}"/>
              </a:ext>
            </a:extLst>
          </p:cNvPr>
          <p:cNvCxnSpPr/>
          <p:nvPr/>
        </p:nvCxnSpPr>
        <p:spPr>
          <a:xfrm>
            <a:off x="6402685" y="539155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6D8802C-4FCD-CF01-CB36-E9C0D492BF37}"/>
              </a:ext>
            </a:extLst>
          </p:cNvPr>
          <p:cNvSpPr txBox="1"/>
          <p:nvPr/>
        </p:nvSpPr>
        <p:spPr>
          <a:xfrm>
            <a:off x="630221" y="6397857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5B4F8B-C756-E04A-6039-C492DA7F2C1A}"/>
              </a:ext>
            </a:extLst>
          </p:cNvPr>
          <p:cNvSpPr txBox="1"/>
          <p:nvPr/>
        </p:nvSpPr>
        <p:spPr>
          <a:xfrm>
            <a:off x="3505265" y="639753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9E97A5-B768-54C8-2FA7-1D6D97759DED}"/>
              </a:ext>
            </a:extLst>
          </p:cNvPr>
          <p:cNvSpPr txBox="1"/>
          <p:nvPr/>
        </p:nvSpPr>
        <p:spPr>
          <a:xfrm>
            <a:off x="6382559" y="6406241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CD0390-1221-EEFB-815D-A5F10E3BD776}"/>
              </a:ext>
            </a:extLst>
          </p:cNvPr>
          <p:cNvCxnSpPr/>
          <p:nvPr/>
        </p:nvCxnSpPr>
        <p:spPr>
          <a:xfrm>
            <a:off x="3519010" y="54754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B2FB42F-9832-C36F-F93A-BC1879599380}"/>
              </a:ext>
            </a:extLst>
          </p:cNvPr>
          <p:cNvCxnSpPr/>
          <p:nvPr/>
        </p:nvCxnSpPr>
        <p:spPr>
          <a:xfrm>
            <a:off x="3519010" y="126763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0705116-48E2-B203-02E7-2DA403FD6C21}"/>
              </a:ext>
            </a:extLst>
          </p:cNvPr>
          <p:cNvCxnSpPr/>
          <p:nvPr/>
        </p:nvCxnSpPr>
        <p:spPr>
          <a:xfrm>
            <a:off x="3519010" y="198771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215711C-DC18-D4AE-0769-D4AC163AFF36}"/>
              </a:ext>
            </a:extLst>
          </p:cNvPr>
          <p:cNvCxnSpPr/>
          <p:nvPr/>
        </p:nvCxnSpPr>
        <p:spPr>
          <a:xfrm>
            <a:off x="3519010" y="2707804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9805D2-439A-03E6-9800-0036575AE831}"/>
              </a:ext>
            </a:extLst>
          </p:cNvPr>
          <p:cNvCxnSpPr/>
          <p:nvPr/>
        </p:nvCxnSpPr>
        <p:spPr>
          <a:xfrm>
            <a:off x="3519010" y="342789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FDB832A-98A4-EBFE-553B-0986F532A666}"/>
              </a:ext>
            </a:extLst>
          </p:cNvPr>
          <p:cNvCxnSpPr/>
          <p:nvPr/>
        </p:nvCxnSpPr>
        <p:spPr>
          <a:xfrm>
            <a:off x="3519010" y="4147978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182DA02-5B63-F477-317A-D1F996A5491E}"/>
              </a:ext>
            </a:extLst>
          </p:cNvPr>
          <p:cNvCxnSpPr/>
          <p:nvPr/>
        </p:nvCxnSpPr>
        <p:spPr>
          <a:xfrm>
            <a:off x="3519010" y="486806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579FAFC-6FD2-B0C2-4755-477D9137E0E6}"/>
              </a:ext>
            </a:extLst>
          </p:cNvPr>
          <p:cNvCxnSpPr/>
          <p:nvPr/>
        </p:nvCxnSpPr>
        <p:spPr>
          <a:xfrm>
            <a:off x="3519010" y="558815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270A648-6C32-C4A0-2125-8931E13D0040}"/>
              </a:ext>
            </a:extLst>
          </p:cNvPr>
          <p:cNvCxnSpPr/>
          <p:nvPr/>
        </p:nvCxnSpPr>
        <p:spPr>
          <a:xfrm>
            <a:off x="3519010" y="630823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B88E6F5-7DB6-F5FB-E3C3-0260C9E77AFF}"/>
              </a:ext>
            </a:extLst>
          </p:cNvPr>
          <p:cNvCxnSpPr/>
          <p:nvPr/>
        </p:nvCxnSpPr>
        <p:spPr>
          <a:xfrm>
            <a:off x="6396245" y="54641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469099A-C19D-17E0-65F3-8E1BDE7FD361}"/>
              </a:ext>
            </a:extLst>
          </p:cNvPr>
          <p:cNvCxnSpPr/>
          <p:nvPr/>
        </p:nvCxnSpPr>
        <p:spPr>
          <a:xfrm>
            <a:off x="6396245" y="198658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AA3D725-8B7E-257C-FD8A-AA07C183269E}"/>
              </a:ext>
            </a:extLst>
          </p:cNvPr>
          <p:cNvCxnSpPr/>
          <p:nvPr/>
        </p:nvCxnSpPr>
        <p:spPr>
          <a:xfrm>
            <a:off x="6396245" y="342676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18F9F7A-3EB9-BBE3-CF80-709A9F7D3F8B}"/>
              </a:ext>
            </a:extLst>
          </p:cNvPr>
          <p:cNvCxnSpPr/>
          <p:nvPr/>
        </p:nvCxnSpPr>
        <p:spPr>
          <a:xfrm>
            <a:off x="6396245" y="486693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2EB67A1-A6E0-D455-0162-4016F9209A91}"/>
              </a:ext>
            </a:extLst>
          </p:cNvPr>
          <p:cNvCxnSpPr/>
          <p:nvPr/>
        </p:nvCxnSpPr>
        <p:spPr>
          <a:xfrm>
            <a:off x="6396245" y="630710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4A3FBAE6-E0A9-F0B5-898F-98748809412E}"/>
              </a:ext>
            </a:extLst>
          </p:cNvPr>
          <p:cNvSpPr/>
          <p:nvPr/>
        </p:nvSpPr>
        <p:spPr>
          <a:xfrm>
            <a:off x="488504" y="270780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B35B394-B809-E6DD-12A4-4B475F66DA66}"/>
              </a:ext>
            </a:extLst>
          </p:cNvPr>
          <p:cNvSpPr/>
          <p:nvPr/>
        </p:nvSpPr>
        <p:spPr>
          <a:xfrm>
            <a:off x="488492" y="1980798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4F4745F-4219-4A25-A3A8-2DB421D3C693}"/>
              </a:ext>
            </a:extLst>
          </p:cNvPr>
          <p:cNvSpPr/>
          <p:nvPr/>
        </p:nvSpPr>
        <p:spPr>
          <a:xfrm>
            <a:off x="488469" y="125696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DA666F9-F476-AFC7-FA99-907B3E214341}"/>
              </a:ext>
            </a:extLst>
          </p:cNvPr>
          <p:cNvSpPr/>
          <p:nvPr/>
        </p:nvSpPr>
        <p:spPr>
          <a:xfrm>
            <a:off x="481423" y="550912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B3A78BB-08B4-AF47-696B-264DCE2ABE95}"/>
              </a:ext>
            </a:extLst>
          </p:cNvPr>
          <p:cNvSpPr/>
          <p:nvPr/>
        </p:nvSpPr>
        <p:spPr>
          <a:xfrm>
            <a:off x="488469" y="5565375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EC76C5C-8611-08F9-9839-02B2184E7B46}"/>
              </a:ext>
            </a:extLst>
          </p:cNvPr>
          <p:cNvSpPr/>
          <p:nvPr/>
        </p:nvSpPr>
        <p:spPr>
          <a:xfrm>
            <a:off x="488457" y="4838369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EBD3B24-EBF6-837F-1EDC-F4555E9CFD8D}"/>
              </a:ext>
            </a:extLst>
          </p:cNvPr>
          <p:cNvSpPr/>
          <p:nvPr/>
        </p:nvSpPr>
        <p:spPr>
          <a:xfrm>
            <a:off x="488434" y="411453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1F83834-9009-3058-8D50-197A742CBBFE}"/>
              </a:ext>
            </a:extLst>
          </p:cNvPr>
          <p:cNvSpPr/>
          <p:nvPr/>
        </p:nvSpPr>
        <p:spPr>
          <a:xfrm>
            <a:off x="481388" y="340848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686C97-14D3-3A6C-A267-EA0913EC5AA4}"/>
              </a:ext>
            </a:extLst>
          </p:cNvPr>
          <p:cNvSpPr txBox="1"/>
          <p:nvPr/>
        </p:nvSpPr>
        <p:spPr>
          <a:xfrm>
            <a:off x="6742211" y="361743"/>
            <a:ext cx="115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Actuators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42DA2B6-1F62-F3B0-DC16-2091F7777094}"/>
              </a:ext>
            </a:extLst>
          </p:cNvPr>
          <p:cNvSpPr txBox="1"/>
          <p:nvPr/>
        </p:nvSpPr>
        <p:spPr>
          <a:xfrm>
            <a:off x="746772" y="727401"/>
            <a:ext cx="102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Lenslets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C1DD449-7AD9-3918-EA11-B4B23C50735D}"/>
              </a:ext>
            </a:extLst>
          </p:cNvPr>
          <p:cNvCxnSpPr>
            <a:cxnSpLocks/>
          </p:cNvCxnSpPr>
          <p:nvPr/>
        </p:nvCxnSpPr>
        <p:spPr>
          <a:xfrm flipH="1">
            <a:off x="3525367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A9ECC14-D242-4A5A-AC2B-1643E2373F4A}"/>
                  </a:ext>
                </a:extLst>
              </p:cNvPr>
              <p:cNvSpPr txBox="1"/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A9ECC14-D242-4A5A-AC2B-1643E2373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3001AC8-C79F-0F2E-D551-C1FF816A411E}"/>
              </a:ext>
            </a:extLst>
          </p:cNvPr>
          <p:cNvCxnSpPr>
            <a:cxnSpLocks/>
          </p:cNvCxnSpPr>
          <p:nvPr/>
        </p:nvCxnSpPr>
        <p:spPr>
          <a:xfrm flipH="1">
            <a:off x="648098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D7DE635-9AA7-B3AC-1C04-692143D52336}"/>
                  </a:ext>
                </a:extLst>
              </p:cNvPr>
              <p:cNvSpPr txBox="1"/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𝑊𝐹𝑆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D7DE635-9AA7-B3AC-1C04-692143D52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artial Circle 8">
            <a:extLst>
              <a:ext uri="{FF2B5EF4-FFF2-40B4-BE49-F238E27FC236}">
                <a16:creationId xmlns:a16="http://schemas.microsoft.com/office/drawing/2014/main" id="{52D84D02-C4A6-BC8F-10D9-EA4A1A298046}"/>
              </a:ext>
            </a:extLst>
          </p:cNvPr>
          <p:cNvSpPr/>
          <p:nvPr/>
        </p:nvSpPr>
        <p:spPr>
          <a:xfrm rot="10800000">
            <a:off x="5331514" y="893457"/>
            <a:ext cx="2180230" cy="2183612"/>
          </a:xfrm>
          <a:prstGeom prst="pie">
            <a:avLst>
              <a:gd name="adj1" fmla="val 20756796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9A81C5-FE2F-F5E1-35CF-8040A2E0F068}"/>
              </a:ext>
            </a:extLst>
          </p:cNvPr>
          <p:cNvCxnSpPr>
            <a:cxnSpLocks/>
          </p:cNvCxnSpPr>
          <p:nvPr/>
        </p:nvCxnSpPr>
        <p:spPr>
          <a:xfrm flipH="1">
            <a:off x="3519010" y="1976831"/>
            <a:ext cx="2877235" cy="7307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F71532-3902-302B-B30E-2B62D5251C64}"/>
                  </a:ext>
                </a:extLst>
              </p:cNvPr>
              <p:cNvSpPr txBox="1"/>
              <p:nvPr/>
            </p:nvSpPr>
            <p:spPr>
              <a:xfrm>
                <a:off x="4889626" y="2911443"/>
                <a:ext cx="1148135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F71532-3902-302B-B30E-2B62D5251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626" y="2911443"/>
                <a:ext cx="1148135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C5C4C7-3DE9-BF57-3878-6C3B7638EADF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5381477" y="2325310"/>
            <a:ext cx="82217" cy="58613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F623D05-9794-2F20-5128-54D947FABD57}"/>
              </a:ext>
            </a:extLst>
          </p:cNvPr>
          <p:cNvCxnSpPr>
            <a:cxnSpLocks/>
          </p:cNvCxnSpPr>
          <p:nvPr/>
        </p:nvCxnSpPr>
        <p:spPr>
          <a:xfrm flipH="1">
            <a:off x="632508" y="1978197"/>
            <a:ext cx="5770177" cy="144505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artial Circle 27">
            <a:extLst>
              <a:ext uri="{FF2B5EF4-FFF2-40B4-BE49-F238E27FC236}">
                <a16:creationId xmlns:a16="http://schemas.microsoft.com/office/drawing/2014/main" id="{474C3EDC-1DC5-5173-08B3-0CF71E5832EB}"/>
              </a:ext>
            </a:extLst>
          </p:cNvPr>
          <p:cNvSpPr/>
          <p:nvPr/>
        </p:nvSpPr>
        <p:spPr>
          <a:xfrm rot="10800000">
            <a:off x="1326028" y="561509"/>
            <a:ext cx="4275312" cy="4317175"/>
          </a:xfrm>
          <a:prstGeom prst="pie">
            <a:avLst>
              <a:gd name="adj1" fmla="val 19399994"/>
              <a:gd name="adj2" fmla="val 2074687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Partial Circle 28">
            <a:extLst>
              <a:ext uri="{FF2B5EF4-FFF2-40B4-BE49-F238E27FC236}">
                <a16:creationId xmlns:a16="http://schemas.microsoft.com/office/drawing/2014/main" id="{BFE9AA44-EA72-1982-748B-1F2EC430373C}"/>
              </a:ext>
            </a:extLst>
          </p:cNvPr>
          <p:cNvSpPr/>
          <p:nvPr/>
        </p:nvSpPr>
        <p:spPr>
          <a:xfrm rot="10800000">
            <a:off x="2399642" y="1603673"/>
            <a:ext cx="2180230" cy="2183612"/>
          </a:xfrm>
          <a:prstGeom prst="pie">
            <a:avLst>
              <a:gd name="adj1" fmla="val 19362759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358F8C0-96D0-FDAA-6A94-99DEBC97A438}"/>
              </a:ext>
            </a:extLst>
          </p:cNvPr>
          <p:cNvCxnSpPr>
            <a:cxnSpLocks/>
          </p:cNvCxnSpPr>
          <p:nvPr/>
        </p:nvCxnSpPr>
        <p:spPr>
          <a:xfrm flipH="1">
            <a:off x="632485" y="2693625"/>
            <a:ext cx="2892882" cy="57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9A4416-11AD-541A-E8F0-0D20EBC352DF}"/>
                  </a:ext>
                </a:extLst>
              </p:cNvPr>
              <p:cNvSpPr txBox="1"/>
              <p:nvPr/>
            </p:nvSpPr>
            <p:spPr>
              <a:xfrm>
                <a:off x="2164117" y="4108320"/>
                <a:ext cx="1148135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9A4416-11AD-541A-E8F0-0D20EBC3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117" y="4108320"/>
                <a:ext cx="1148135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432411-B428-6C83-E2F0-F1141D2FEA1F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1788179" y="4046839"/>
            <a:ext cx="950006" cy="6148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F04009C-24D7-CCA4-E12C-9EE09CB2F59C}"/>
                  </a:ext>
                </a:extLst>
              </p:cNvPr>
              <p:cNvSpPr txBox="1"/>
              <p:nvPr/>
            </p:nvSpPr>
            <p:spPr>
              <a:xfrm>
                <a:off x="967121" y="41075"/>
                <a:ext cx="2239396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𝑗𝑖𝑡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𝐷𝑀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F04009C-24D7-CCA4-E12C-9EE09CB2F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21" y="41075"/>
                <a:ext cx="2239396" cy="6560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560E07-1C83-1A88-903A-A9BBC048A3E4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2086819" y="697088"/>
            <a:ext cx="312822" cy="192340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6CD7D77-9E8D-292F-257E-FD0982039868}"/>
              </a:ext>
            </a:extLst>
          </p:cNvPr>
          <p:cNvCxnSpPr>
            <a:cxnSpLocks/>
          </p:cNvCxnSpPr>
          <p:nvPr/>
        </p:nvCxnSpPr>
        <p:spPr>
          <a:xfrm flipH="1">
            <a:off x="632450" y="2700544"/>
            <a:ext cx="2866867" cy="21268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56445B5-E50A-0AE0-3199-679810ADFC4C}"/>
              </a:ext>
            </a:extLst>
          </p:cNvPr>
          <p:cNvCxnSpPr>
            <a:cxnSpLocks/>
          </p:cNvCxnSpPr>
          <p:nvPr/>
        </p:nvCxnSpPr>
        <p:spPr>
          <a:xfrm flipH="1">
            <a:off x="8574291" y="1993363"/>
            <a:ext cx="2581" cy="286207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586C0E3-8D97-43D1-96C2-7FC19F7386E6}"/>
                  </a:ext>
                </a:extLst>
              </p:cNvPr>
              <p:cNvSpPr txBox="1"/>
              <p:nvPr/>
            </p:nvSpPr>
            <p:spPr>
              <a:xfrm>
                <a:off x="7713298" y="3191016"/>
                <a:ext cx="86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586C0E3-8D97-43D1-96C2-7FC19F738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298" y="3191016"/>
                <a:ext cx="8660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4E447BB-6724-64B1-56E1-00DFEF8A88ED}"/>
              </a:ext>
            </a:extLst>
          </p:cNvPr>
          <p:cNvCxnSpPr>
            <a:cxnSpLocks/>
          </p:cNvCxnSpPr>
          <p:nvPr/>
        </p:nvCxnSpPr>
        <p:spPr>
          <a:xfrm flipH="1" flipV="1">
            <a:off x="608962" y="4855455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C59FAEB-9794-6763-C6CA-464767B0FC11}"/>
              </a:ext>
            </a:extLst>
          </p:cNvPr>
          <p:cNvCxnSpPr>
            <a:cxnSpLocks/>
          </p:cNvCxnSpPr>
          <p:nvPr/>
        </p:nvCxnSpPr>
        <p:spPr>
          <a:xfrm flipH="1" flipV="1">
            <a:off x="632485" y="1969790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BBB152E-D294-03EA-CD46-1286E6E033A8}"/>
              </a:ext>
            </a:extLst>
          </p:cNvPr>
          <p:cNvSpPr/>
          <p:nvPr/>
        </p:nvSpPr>
        <p:spPr>
          <a:xfrm>
            <a:off x="6177136" y="28575"/>
            <a:ext cx="822720" cy="6829425"/>
          </a:xfrm>
          <a:custGeom>
            <a:avLst/>
            <a:gdLst>
              <a:gd name="connsiteX0" fmla="*/ 214004 w 822720"/>
              <a:gd name="connsiteY0" fmla="*/ 0 h 6829425"/>
              <a:gd name="connsiteX1" fmla="*/ 33029 w 822720"/>
              <a:gd name="connsiteY1" fmla="*/ 552450 h 6829425"/>
              <a:gd name="connsiteX2" fmla="*/ 804554 w 822720"/>
              <a:gd name="connsiteY2" fmla="*/ 2000250 h 6829425"/>
              <a:gd name="connsiteX3" fmla="*/ 537854 w 822720"/>
              <a:gd name="connsiteY3" fmla="*/ 3448050 h 6829425"/>
              <a:gd name="connsiteX4" fmla="*/ 71129 w 822720"/>
              <a:gd name="connsiteY4" fmla="*/ 4886325 h 6829425"/>
              <a:gd name="connsiteX5" fmla="*/ 233054 w 822720"/>
              <a:gd name="connsiteY5" fmla="*/ 6324600 h 6829425"/>
              <a:gd name="connsiteX6" fmla="*/ 280679 w 822720"/>
              <a:gd name="connsiteY6" fmla="*/ 6829425 h 682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2720" h="6829425">
                <a:moveTo>
                  <a:pt x="214004" y="0"/>
                </a:moveTo>
                <a:cubicBezTo>
                  <a:pt x="74304" y="109537"/>
                  <a:pt x="-65396" y="219075"/>
                  <a:pt x="33029" y="552450"/>
                </a:cubicBezTo>
                <a:cubicBezTo>
                  <a:pt x="131454" y="885825"/>
                  <a:pt x="720417" y="1517650"/>
                  <a:pt x="804554" y="2000250"/>
                </a:cubicBezTo>
                <a:cubicBezTo>
                  <a:pt x="888691" y="2482850"/>
                  <a:pt x="660091" y="2967038"/>
                  <a:pt x="537854" y="3448050"/>
                </a:cubicBezTo>
                <a:cubicBezTo>
                  <a:pt x="415617" y="3929062"/>
                  <a:pt x="121929" y="4406900"/>
                  <a:pt x="71129" y="4886325"/>
                </a:cubicBezTo>
                <a:cubicBezTo>
                  <a:pt x="20329" y="5365750"/>
                  <a:pt x="198129" y="6000750"/>
                  <a:pt x="233054" y="6324600"/>
                </a:cubicBezTo>
                <a:cubicBezTo>
                  <a:pt x="267979" y="6648450"/>
                  <a:pt x="274329" y="6738937"/>
                  <a:pt x="280679" y="682942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33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6858A-1460-49D8-259D-3C34FC4F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FD6E364C-D6E0-BC8E-500A-4298EA3D3B62}"/>
              </a:ext>
            </a:extLst>
          </p:cNvPr>
          <p:cNvSpPr/>
          <p:nvPr/>
        </p:nvSpPr>
        <p:spPr>
          <a:xfrm>
            <a:off x="6210986" y="0"/>
            <a:ext cx="601961" cy="6829425"/>
          </a:xfrm>
          <a:custGeom>
            <a:avLst/>
            <a:gdLst>
              <a:gd name="connsiteX0" fmla="*/ 180289 w 601961"/>
              <a:gd name="connsiteY0" fmla="*/ 0 h 6829425"/>
              <a:gd name="connsiteX1" fmla="*/ 18364 w 601961"/>
              <a:gd name="connsiteY1" fmla="*/ 561975 h 6829425"/>
              <a:gd name="connsiteX2" fmla="*/ 561289 w 601961"/>
              <a:gd name="connsiteY2" fmla="*/ 1990725 h 6829425"/>
              <a:gd name="connsiteX3" fmla="*/ 504139 w 601961"/>
              <a:gd name="connsiteY3" fmla="*/ 3419475 h 6829425"/>
              <a:gd name="connsiteX4" fmla="*/ 37414 w 601961"/>
              <a:gd name="connsiteY4" fmla="*/ 4876800 h 6829425"/>
              <a:gd name="connsiteX5" fmla="*/ 189814 w 601961"/>
              <a:gd name="connsiteY5" fmla="*/ 6296025 h 6829425"/>
              <a:gd name="connsiteX6" fmla="*/ 237439 w 601961"/>
              <a:gd name="connsiteY6" fmla="*/ 6829425 h 682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61" h="6829425">
                <a:moveTo>
                  <a:pt x="180289" y="0"/>
                </a:moveTo>
                <a:cubicBezTo>
                  <a:pt x="67576" y="115094"/>
                  <a:pt x="-45136" y="230188"/>
                  <a:pt x="18364" y="561975"/>
                </a:cubicBezTo>
                <a:cubicBezTo>
                  <a:pt x="81864" y="893762"/>
                  <a:pt x="480327" y="1514475"/>
                  <a:pt x="561289" y="1990725"/>
                </a:cubicBezTo>
                <a:cubicBezTo>
                  <a:pt x="642251" y="2466975"/>
                  <a:pt x="591452" y="2938462"/>
                  <a:pt x="504139" y="3419475"/>
                </a:cubicBezTo>
                <a:cubicBezTo>
                  <a:pt x="416826" y="3900488"/>
                  <a:pt x="89801" y="4397375"/>
                  <a:pt x="37414" y="4876800"/>
                </a:cubicBezTo>
                <a:cubicBezTo>
                  <a:pt x="-14973" y="5356225"/>
                  <a:pt x="156477" y="5970588"/>
                  <a:pt x="189814" y="6296025"/>
                </a:cubicBezTo>
                <a:cubicBezTo>
                  <a:pt x="223151" y="6621462"/>
                  <a:pt x="230295" y="6725443"/>
                  <a:pt x="237439" y="68294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156D243D-918B-57D9-C608-E8E757AE90B4}"/>
              </a:ext>
            </a:extLst>
          </p:cNvPr>
          <p:cNvSpPr/>
          <p:nvPr/>
        </p:nvSpPr>
        <p:spPr>
          <a:xfrm>
            <a:off x="3064891" y="-9525"/>
            <a:ext cx="1207612" cy="6838950"/>
          </a:xfrm>
          <a:custGeom>
            <a:avLst/>
            <a:gdLst>
              <a:gd name="connsiteX0" fmla="*/ 449834 w 1207612"/>
              <a:gd name="connsiteY0" fmla="*/ 0 h 6838950"/>
              <a:gd name="connsiteX1" fmla="*/ 78359 w 1207612"/>
              <a:gd name="connsiteY1" fmla="*/ 561975 h 6838950"/>
              <a:gd name="connsiteX2" fmla="*/ 30734 w 1207612"/>
              <a:gd name="connsiteY2" fmla="*/ 1285875 h 6838950"/>
              <a:gd name="connsiteX3" fmla="*/ 449834 w 1207612"/>
              <a:gd name="connsiteY3" fmla="*/ 2009775 h 6838950"/>
              <a:gd name="connsiteX4" fmla="*/ 1164209 w 1207612"/>
              <a:gd name="connsiteY4" fmla="*/ 2714625 h 6838950"/>
              <a:gd name="connsiteX5" fmla="*/ 459359 w 1207612"/>
              <a:gd name="connsiteY5" fmla="*/ 3448050 h 6838950"/>
              <a:gd name="connsiteX6" fmla="*/ 1192784 w 1207612"/>
              <a:gd name="connsiteY6" fmla="*/ 4133850 h 6838950"/>
              <a:gd name="connsiteX7" fmla="*/ 916559 w 1207612"/>
              <a:gd name="connsiteY7" fmla="*/ 4876800 h 6838950"/>
              <a:gd name="connsiteX8" fmla="*/ 497459 w 1207612"/>
              <a:gd name="connsiteY8" fmla="*/ 5562600 h 6838950"/>
              <a:gd name="connsiteX9" fmla="*/ 230759 w 1207612"/>
              <a:gd name="connsiteY9" fmla="*/ 6324600 h 6838950"/>
              <a:gd name="connsiteX10" fmla="*/ 468884 w 1207612"/>
              <a:gd name="connsiteY10" fmla="*/ 6838950 h 68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7612" h="6838950">
                <a:moveTo>
                  <a:pt x="449834" y="0"/>
                </a:moveTo>
                <a:cubicBezTo>
                  <a:pt x="299021" y="173831"/>
                  <a:pt x="148209" y="347663"/>
                  <a:pt x="78359" y="561975"/>
                </a:cubicBezTo>
                <a:cubicBezTo>
                  <a:pt x="8509" y="776288"/>
                  <a:pt x="-31178" y="1044575"/>
                  <a:pt x="30734" y="1285875"/>
                </a:cubicBezTo>
                <a:cubicBezTo>
                  <a:pt x="92646" y="1527175"/>
                  <a:pt x="260921" y="1771650"/>
                  <a:pt x="449834" y="2009775"/>
                </a:cubicBezTo>
                <a:cubicBezTo>
                  <a:pt x="638747" y="2247900"/>
                  <a:pt x="1162622" y="2474913"/>
                  <a:pt x="1164209" y="2714625"/>
                </a:cubicBezTo>
                <a:cubicBezTo>
                  <a:pt x="1165796" y="2954337"/>
                  <a:pt x="454597" y="3211513"/>
                  <a:pt x="459359" y="3448050"/>
                </a:cubicBezTo>
                <a:cubicBezTo>
                  <a:pt x="464121" y="3684587"/>
                  <a:pt x="1116584" y="3895725"/>
                  <a:pt x="1192784" y="4133850"/>
                </a:cubicBezTo>
                <a:cubicBezTo>
                  <a:pt x="1268984" y="4371975"/>
                  <a:pt x="1032446" y="4638675"/>
                  <a:pt x="916559" y="4876800"/>
                </a:cubicBezTo>
                <a:cubicBezTo>
                  <a:pt x="800672" y="5114925"/>
                  <a:pt x="611759" y="5321300"/>
                  <a:pt x="497459" y="5562600"/>
                </a:cubicBezTo>
                <a:cubicBezTo>
                  <a:pt x="383159" y="5803900"/>
                  <a:pt x="235522" y="6111875"/>
                  <a:pt x="230759" y="6324600"/>
                </a:cubicBezTo>
                <a:cubicBezTo>
                  <a:pt x="225996" y="6537325"/>
                  <a:pt x="347440" y="6688137"/>
                  <a:pt x="468884" y="6838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1A695-DFA0-C293-2B25-C25655BDBFE3}"/>
              </a:ext>
            </a:extLst>
          </p:cNvPr>
          <p:cNvCxnSpPr/>
          <p:nvPr/>
        </p:nvCxnSpPr>
        <p:spPr>
          <a:xfrm>
            <a:off x="3525402" y="539156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92A18D-F37A-3EE6-78E9-F8D6E263FA12}"/>
              </a:ext>
            </a:extLst>
          </p:cNvPr>
          <p:cNvCxnSpPr/>
          <p:nvPr/>
        </p:nvCxnSpPr>
        <p:spPr>
          <a:xfrm>
            <a:off x="6402685" y="539155"/>
            <a:ext cx="0" cy="576064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277EA29-465F-910D-D8AA-4B7C7C675E11}"/>
              </a:ext>
            </a:extLst>
          </p:cNvPr>
          <p:cNvSpPr txBox="1"/>
          <p:nvPr/>
        </p:nvSpPr>
        <p:spPr>
          <a:xfrm>
            <a:off x="630221" y="6397857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WFS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5AC316-6BDA-AC68-34A1-F56D6A86F402}"/>
              </a:ext>
            </a:extLst>
          </p:cNvPr>
          <p:cNvSpPr txBox="1"/>
          <p:nvPr/>
        </p:nvSpPr>
        <p:spPr>
          <a:xfrm>
            <a:off x="3505265" y="639753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DAFBB9-D61A-9FB7-2B51-11D3CEA7ACC4}"/>
              </a:ext>
            </a:extLst>
          </p:cNvPr>
          <p:cNvSpPr txBox="1"/>
          <p:nvPr/>
        </p:nvSpPr>
        <p:spPr>
          <a:xfrm>
            <a:off x="6382559" y="6406241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DM1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81C2CAB-4761-CCF0-1855-CB5048CFFC59}"/>
              </a:ext>
            </a:extLst>
          </p:cNvPr>
          <p:cNvCxnSpPr/>
          <p:nvPr/>
        </p:nvCxnSpPr>
        <p:spPr>
          <a:xfrm>
            <a:off x="3519010" y="54754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38E8266-B451-0105-22C5-36988C9A015E}"/>
              </a:ext>
            </a:extLst>
          </p:cNvPr>
          <p:cNvCxnSpPr/>
          <p:nvPr/>
        </p:nvCxnSpPr>
        <p:spPr>
          <a:xfrm>
            <a:off x="3519010" y="1267630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81D9899-B0C3-1643-56EC-3BE614586777}"/>
              </a:ext>
            </a:extLst>
          </p:cNvPr>
          <p:cNvCxnSpPr/>
          <p:nvPr/>
        </p:nvCxnSpPr>
        <p:spPr>
          <a:xfrm>
            <a:off x="3519010" y="198771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930C121-3EB6-4840-A03E-118E2A5B9313}"/>
              </a:ext>
            </a:extLst>
          </p:cNvPr>
          <p:cNvCxnSpPr/>
          <p:nvPr/>
        </p:nvCxnSpPr>
        <p:spPr>
          <a:xfrm>
            <a:off x="3519010" y="2707804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467B709-88C0-36FF-274E-F76556614661}"/>
              </a:ext>
            </a:extLst>
          </p:cNvPr>
          <p:cNvCxnSpPr/>
          <p:nvPr/>
        </p:nvCxnSpPr>
        <p:spPr>
          <a:xfrm>
            <a:off x="3519010" y="342789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E5BC60-A8EF-DE93-7B53-CA3E63F60C39}"/>
              </a:ext>
            </a:extLst>
          </p:cNvPr>
          <p:cNvCxnSpPr/>
          <p:nvPr/>
        </p:nvCxnSpPr>
        <p:spPr>
          <a:xfrm>
            <a:off x="3519010" y="4147978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70BC28C-08CA-774A-758B-60FB25F43385}"/>
              </a:ext>
            </a:extLst>
          </p:cNvPr>
          <p:cNvCxnSpPr/>
          <p:nvPr/>
        </p:nvCxnSpPr>
        <p:spPr>
          <a:xfrm>
            <a:off x="3519010" y="486806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EB16900-B047-3C41-44E2-37BC8E5CC367}"/>
              </a:ext>
            </a:extLst>
          </p:cNvPr>
          <p:cNvCxnSpPr/>
          <p:nvPr/>
        </p:nvCxnSpPr>
        <p:spPr>
          <a:xfrm>
            <a:off x="3519010" y="5588152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E48ECA5-0D26-E6C7-03BE-13BC21ED54E0}"/>
              </a:ext>
            </a:extLst>
          </p:cNvPr>
          <p:cNvCxnSpPr/>
          <p:nvPr/>
        </p:nvCxnSpPr>
        <p:spPr>
          <a:xfrm>
            <a:off x="3519010" y="630823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42CE4C-A169-4C8F-B393-02EC573A9A98}"/>
              </a:ext>
            </a:extLst>
          </p:cNvPr>
          <p:cNvCxnSpPr/>
          <p:nvPr/>
        </p:nvCxnSpPr>
        <p:spPr>
          <a:xfrm>
            <a:off x="6396245" y="546413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A6F0DC6-4C80-B492-6EEC-038137C16EBE}"/>
              </a:ext>
            </a:extLst>
          </p:cNvPr>
          <p:cNvCxnSpPr/>
          <p:nvPr/>
        </p:nvCxnSpPr>
        <p:spPr>
          <a:xfrm>
            <a:off x="6396245" y="1986587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FFD2325-CC47-25FC-FCAA-50E61D600E7C}"/>
              </a:ext>
            </a:extLst>
          </p:cNvPr>
          <p:cNvCxnSpPr/>
          <p:nvPr/>
        </p:nvCxnSpPr>
        <p:spPr>
          <a:xfrm>
            <a:off x="6396245" y="3426761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7CF1916-8E02-5A76-AF2B-D524730C9F21}"/>
              </a:ext>
            </a:extLst>
          </p:cNvPr>
          <p:cNvCxnSpPr/>
          <p:nvPr/>
        </p:nvCxnSpPr>
        <p:spPr>
          <a:xfrm>
            <a:off x="6396245" y="4866935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C8AFFE9-140A-B58E-6987-E08BDCB1C701}"/>
              </a:ext>
            </a:extLst>
          </p:cNvPr>
          <p:cNvCxnSpPr/>
          <p:nvPr/>
        </p:nvCxnSpPr>
        <p:spPr>
          <a:xfrm>
            <a:off x="6396245" y="6307109"/>
            <a:ext cx="2880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0B52630C-420F-CB9D-E26D-A4FCF5D9AF06}"/>
              </a:ext>
            </a:extLst>
          </p:cNvPr>
          <p:cNvSpPr/>
          <p:nvPr/>
        </p:nvSpPr>
        <p:spPr>
          <a:xfrm>
            <a:off x="488504" y="270780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ED36AD1-3293-1C23-63C2-DEB2AB1DEB81}"/>
              </a:ext>
            </a:extLst>
          </p:cNvPr>
          <p:cNvSpPr/>
          <p:nvPr/>
        </p:nvSpPr>
        <p:spPr>
          <a:xfrm>
            <a:off x="488492" y="1980798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4082C02-BAA7-2AC9-9335-5D8953B8E1DB}"/>
              </a:ext>
            </a:extLst>
          </p:cNvPr>
          <p:cNvSpPr/>
          <p:nvPr/>
        </p:nvSpPr>
        <p:spPr>
          <a:xfrm>
            <a:off x="488469" y="125696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1F48839-12C7-6919-7C4B-E18224D45490}"/>
              </a:ext>
            </a:extLst>
          </p:cNvPr>
          <p:cNvSpPr/>
          <p:nvPr/>
        </p:nvSpPr>
        <p:spPr>
          <a:xfrm>
            <a:off x="481423" y="550912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B9D5458-D1FC-4E29-3E09-F30A5996411A}"/>
              </a:ext>
            </a:extLst>
          </p:cNvPr>
          <p:cNvSpPr/>
          <p:nvPr/>
        </p:nvSpPr>
        <p:spPr>
          <a:xfrm>
            <a:off x="488469" y="5565375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D731CE8-F939-6B36-4F6A-3AAA36AD09AA}"/>
              </a:ext>
            </a:extLst>
          </p:cNvPr>
          <p:cNvSpPr/>
          <p:nvPr/>
        </p:nvSpPr>
        <p:spPr>
          <a:xfrm>
            <a:off x="488457" y="4838369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1BABFEF-8C2F-2E97-113E-93F8E7244E62}"/>
              </a:ext>
            </a:extLst>
          </p:cNvPr>
          <p:cNvSpPr/>
          <p:nvPr/>
        </p:nvSpPr>
        <p:spPr>
          <a:xfrm>
            <a:off x="488434" y="4114534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3FC862B-13D7-B080-FDB5-4CB3BFAF4859}"/>
              </a:ext>
            </a:extLst>
          </p:cNvPr>
          <p:cNvSpPr/>
          <p:nvPr/>
        </p:nvSpPr>
        <p:spPr>
          <a:xfrm>
            <a:off x="481388" y="3408483"/>
            <a:ext cx="288032" cy="7296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6326FC4-4EF1-FEB3-0FB2-5AA46A1CF588}"/>
              </a:ext>
            </a:extLst>
          </p:cNvPr>
          <p:cNvSpPr txBox="1"/>
          <p:nvPr/>
        </p:nvSpPr>
        <p:spPr>
          <a:xfrm>
            <a:off x="6742211" y="361743"/>
            <a:ext cx="115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Actuators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BB1B05E-663B-CA5D-46E4-55B1B29A9736}"/>
              </a:ext>
            </a:extLst>
          </p:cNvPr>
          <p:cNvSpPr txBox="1"/>
          <p:nvPr/>
        </p:nvSpPr>
        <p:spPr>
          <a:xfrm>
            <a:off x="746772" y="727401"/>
            <a:ext cx="102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Lenslets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B80B400-DDBD-D450-08EF-73CB4DE24B8B}"/>
              </a:ext>
            </a:extLst>
          </p:cNvPr>
          <p:cNvCxnSpPr>
            <a:cxnSpLocks/>
          </p:cNvCxnSpPr>
          <p:nvPr/>
        </p:nvCxnSpPr>
        <p:spPr>
          <a:xfrm flipH="1">
            <a:off x="3525367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C239E796-B5C3-C80D-C260-68454BBC78EA}"/>
                  </a:ext>
                </a:extLst>
              </p:cNvPr>
              <p:cNvSpPr txBox="1"/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C239E796-B5C3-C80D-C260-68454BBC7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58" y="5744219"/>
                <a:ext cx="1617559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2C444A3-0705-DBFE-1586-39E1CC0508C7}"/>
              </a:ext>
            </a:extLst>
          </p:cNvPr>
          <p:cNvCxnSpPr>
            <a:cxnSpLocks/>
          </p:cNvCxnSpPr>
          <p:nvPr/>
        </p:nvCxnSpPr>
        <p:spPr>
          <a:xfrm flipH="1">
            <a:off x="648098" y="5589240"/>
            <a:ext cx="2858280" cy="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ADA3D07-6CE2-CA66-3CA0-2EEE1B4C09ED}"/>
                  </a:ext>
                </a:extLst>
              </p:cNvPr>
              <p:cNvSpPr txBox="1"/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𝑊𝐹𝑆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ADA3D07-6CE2-CA66-3CA0-2EEE1B4C0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989" y="5744219"/>
                <a:ext cx="161922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artial Circle 8">
            <a:extLst>
              <a:ext uri="{FF2B5EF4-FFF2-40B4-BE49-F238E27FC236}">
                <a16:creationId xmlns:a16="http://schemas.microsoft.com/office/drawing/2014/main" id="{8F11440B-6060-0571-4E8E-3BF52010B9A9}"/>
              </a:ext>
            </a:extLst>
          </p:cNvPr>
          <p:cNvSpPr/>
          <p:nvPr/>
        </p:nvSpPr>
        <p:spPr>
          <a:xfrm rot="10800000">
            <a:off x="5331514" y="893457"/>
            <a:ext cx="2180230" cy="2183612"/>
          </a:xfrm>
          <a:prstGeom prst="pie">
            <a:avLst>
              <a:gd name="adj1" fmla="val 20756796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E05C42-A113-379C-00CF-AC1E5D7E8811}"/>
              </a:ext>
            </a:extLst>
          </p:cNvPr>
          <p:cNvCxnSpPr>
            <a:cxnSpLocks/>
          </p:cNvCxnSpPr>
          <p:nvPr/>
        </p:nvCxnSpPr>
        <p:spPr>
          <a:xfrm flipH="1">
            <a:off x="3519010" y="1976831"/>
            <a:ext cx="2877235" cy="7307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747A61-2A75-2CFF-22DF-264C830BC769}"/>
                  </a:ext>
                </a:extLst>
              </p:cNvPr>
              <p:cNvSpPr txBox="1"/>
              <p:nvPr/>
            </p:nvSpPr>
            <p:spPr>
              <a:xfrm>
                <a:off x="4889626" y="2911443"/>
                <a:ext cx="1148135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747A61-2A75-2CFF-22DF-264C830BC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626" y="2911443"/>
                <a:ext cx="1148135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5978F8-3E36-EE57-EB2F-68A54FE8A26F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5381477" y="2325310"/>
            <a:ext cx="82217" cy="58613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artial Circle 28">
            <a:extLst>
              <a:ext uri="{FF2B5EF4-FFF2-40B4-BE49-F238E27FC236}">
                <a16:creationId xmlns:a16="http://schemas.microsoft.com/office/drawing/2014/main" id="{78ED05DC-6A4D-0441-2CFC-225B7F9B9ABB}"/>
              </a:ext>
            </a:extLst>
          </p:cNvPr>
          <p:cNvSpPr/>
          <p:nvPr/>
        </p:nvSpPr>
        <p:spPr>
          <a:xfrm rot="10800000">
            <a:off x="2399642" y="1603673"/>
            <a:ext cx="2180230" cy="2183612"/>
          </a:xfrm>
          <a:prstGeom prst="pie">
            <a:avLst>
              <a:gd name="adj1" fmla="val 19362759"/>
              <a:gd name="adj2" fmla="val 2156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BB3E02-60C9-5B8E-7E5C-83ACDA7415A7}"/>
              </a:ext>
            </a:extLst>
          </p:cNvPr>
          <p:cNvCxnSpPr>
            <a:cxnSpLocks/>
          </p:cNvCxnSpPr>
          <p:nvPr/>
        </p:nvCxnSpPr>
        <p:spPr>
          <a:xfrm flipH="1">
            <a:off x="632485" y="2693625"/>
            <a:ext cx="2892882" cy="57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DFA3027-CA27-812C-9976-0FE4FB2E8585}"/>
                  </a:ext>
                </a:extLst>
              </p:cNvPr>
              <p:cNvSpPr txBox="1"/>
              <p:nvPr/>
            </p:nvSpPr>
            <p:spPr>
              <a:xfrm>
                <a:off x="967121" y="41075"/>
                <a:ext cx="2239396" cy="656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𝑗𝑖𝑡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𝐷𝑀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DFA3027-CA27-812C-9976-0FE4FB2E8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21" y="41075"/>
                <a:ext cx="2239396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1B999B-82C5-8DCD-6E6E-9E337C74C3AB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2086819" y="697088"/>
            <a:ext cx="312822" cy="192340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D6C4D97-9097-2F35-CF59-B6FDA1793568}"/>
              </a:ext>
            </a:extLst>
          </p:cNvPr>
          <p:cNvCxnSpPr>
            <a:cxnSpLocks/>
          </p:cNvCxnSpPr>
          <p:nvPr/>
        </p:nvCxnSpPr>
        <p:spPr>
          <a:xfrm flipH="1">
            <a:off x="632450" y="2700544"/>
            <a:ext cx="2866867" cy="21268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8249A9C-A044-4A0C-8D54-53E520A38394}"/>
              </a:ext>
            </a:extLst>
          </p:cNvPr>
          <p:cNvCxnSpPr>
            <a:cxnSpLocks/>
          </p:cNvCxnSpPr>
          <p:nvPr/>
        </p:nvCxnSpPr>
        <p:spPr>
          <a:xfrm flipH="1">
            <a:off x="8574291" y="1993363"/>
            <a:ext cx="2581" cy="2862070"/>
          </a:xfrm>
          <a:prstGeom prst="straightConnector1">
            <a:avLst/>
          </a:prstGeom>
          <a:ln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4182493-5E4C-5D16-3BE5-0CEDCE50ABAB}"/>
                  </a:ext>
                </a:extLst>
              </p:cNvPr>
              <p:cNvSpPr txBox="1"/>
              <p:nvPr/>
            </p:nvSpPr>
            <p:spPr>
              <a:xfrm>
                <a:off x="7713298" y="3191016"/>
                <a:ext cx="866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4182493-5E4C-5D16-3BE5-0CEDCE50A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298" y="3191016"/>
                <a:ext cx="86600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92FA1A2-33EE-FEAE-0E41-56BB95DA93BB}"/>
              </a:ext>
            </a:extLst>
          </p:cNvPr>
          <p:cNvCxnSpPr>
            <a:cxnSpLocks/>
          </p:cNvCxnSpPr>
          <p:nvPr/>
        </p:nvCxnSpPr>
        <p:spPr>
          <a:xfrm flipH="1" flipV="1">
            <a:off x="608962" y="4855455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6262648-9E7F-1125-BF5C-838D66D5503D}"/>
              </a:ext>
            </a:extLst>
          </p:cNvPr>
          <p:cNvCxnSpPr>
            <a:cxnSpLocks/>
          </p:cNvCxnSpPr>
          <p:nvPr/>
        </p:nvCxnSpPr>
        <p:spPr>
          <a:xfrm flipH="1" flipV="1">
            <a:off x="632485" y="1969790"/>
            <a:ext cx="8647424" cy="2357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9A93F69-A0B4-78DF-DD3A-8DB650C7B8A5}"/>
              </a:ext>
            </a:extLst>
          </p:cNvPr>
          <p:cNvSpPr/>
          <p:nvPr/>
        </p:nvSpPr>
        <p:spPr>
          <a:xfrm>
            <a:off x="6177136" y="28575"/>
            <a:ext cx="822720" cy="6829425"/>
          </a:xfrm>
          <a:custGeom>
            <a:avLst/>
            <a:gdLst>
              <a:gd name="connsiteX0" fmla="*/ 214004 w 822720"/>
              <a:gd name="connsiteY0" fmla="*/ 0 h 6829425"/>
              <a:gd name="connsiteX1" fmla="*/ 33029 w 822720"/>
              <a:gd name="connsiteY1" fmla="*/ 552450 h 6829425"/>
              <a:gd name="connsiteX2" fmla="*/ 804554 w 822720"/>
              <a:gd name="connsiteY2" fmla="*/ 2000250 h 6829425"/>
              <a:gd name="connsiteX3" fmla="*/ 537854 w 822720"/>
              <a:gd name="connsiteY3" fmla="*/ 3448050 h 6829425"/>
              <a:gd name="connsiteX4" fmla="*/ 71129 w 822720"/>
              <a:gd name="connsiteY4" fmla="*/ 4886325 h 6829425"/>
              <a:gd name="connsiteX5" fmla="*/ 233054 w 822720"/>
              <a:gd name="connsiteY5" fmla="*/ 6324600 h 6829425"/>
              <a:gd name="connsiteX6" fmla="*/ 280679 w 822720"/>
              <a:gd name="connsiteY6" fmla="*/ 6829425 h 682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2720" h="6829425">
                <a:moveTo>
                  <a:pt x="214004" y="0"/>
                </a:moveTo>
                <a:cubicBezTo>
                  <a:pt x="74304" y="109537"/>
                  <a:pt x="-65396" y="219075"/>
                  <a:pt x="33029" y="552450"/>
                </a:cubicBezTo>
                <a:cubicBezTo>
                  <a:pt x="131454" y="885825"/>
                  <a:pt x="720417" y="1517650"/>
                  <a:pt x="804554" y="2000250"/>
                </a:cubicBezTo>
                <a:cubicBezTo>
                  <a:pt x="888691" y="2482850"/>
                  <a:pt x="660091" y="2967038"/>
                  <a:pt x="537854" y="3448050"/>
                </a:cubicBezTo>
                <a:cubicBezTo>
                  <a:pt x="415617" y="3929062"/>
                  <a:pt x="121929" y="4406900"/>
                  <a:pt x="71129" y="4886325"/>
                </a:cubicBezTo>
                <a:cubicBezTo>
                  <a:pt x="20329" y="5365750"/>
                  <a:pt x="198129" y="6000750"/>
                  <a:pt x="233054" y="6324600"/>
                </a:cubicBezTo>
                <a:cubicBezTo>
                  <a:pt x="267979" y="6648450"/>
                  <a:pt x="274329" y="6738937"/>
                  <a:pt x="280679" y="682942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75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</TotalTime>
  <Words>155</Words>
  <Application>Microsoft Office PowerPoint</Application>
  <PresentationFormat>A4 Paper (210x297 mm)</PresentationFormat>
  <Paragraphs>81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KONGKAEW, PUTTIWAT</dc:creator>
  <cp:lastModifiedBy>KONGKAEW, PUTTIWAT</cp:lastModifiedBy>
  <cp:revision>1</cp:revision>
  <cp:lastPrinted>2025-04-10T13:32:25Z</cp:lastPrinted>
  <dcterms:created xsi:type="dcterms:W3CDTF">2025-03-04T13:57:42Z</dcterms:created>
  <dcterms:modified xsi:type="dcterms:W3CDTF">2025-04-10T13:33:27Z</dcterms:modified>
</cp:coreProperties>
</file>