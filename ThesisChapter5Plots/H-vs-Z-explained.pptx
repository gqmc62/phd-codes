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63" r:id="rId4"/>
    <p:sldId id="258" r:id="rId5"/>
    <p:sldId id="260" r:id="rId6"/>
    <p:sldId id="262" r:id="rId7"/>
    <p:sldId id="259" r:id="rId8"/>
    <p:sldId id="261" r:id="rId9"/>
  </p:sldIdLst>
  <p:sldSz cx="5400675" cy="360045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B2CD8B-D20C-417F-8950-F43CD9E5A6EF}" v="143" dt="2025-07-17T16:32:09.6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>
      <p:cViewPr>
        <p:scale>
          <a:sx n="100" d="100"/>
          <a:sy n="100" d="100"/>
        </p:scale>
        <p:origin x="3054" y="11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NGKAEW, PUTTIWAT" userId="a8adac1e-848f-4d84-b961-6a7ffb648b49" providerId="ADAL" clId="{C6B2CD8B-D20C-417F-8950-F43CD9E5A6EF}"/>
    <pc:docChg chg="undo custSel addSld modSld">
      <pc:chgData name="KONGKAEW, PUTTIWAT" userId="a8adac1e-848f-4d84-b961-6a7ffb648b49" providerId="ADAL" clId="{C6B2CD8B-D20C-417F-8950-F43CD9E5A6EF}" dt="2025-07-17T17:12:54.549" v="174" actId="14100"/>
      <pc:docMkLst>
        <pc:docMk/>
      </pc:docMkLst>
      <pc:sldChg chg="addSp modSp new mod">
        <pc:chgData name="KONGKAEW, PUTTIWAT" userId="a8adac1e-848f-4d84-b961-6a7ffb648b49" providerId="ADAL" clId="{C6B2CD8B-D20C-417F-8950-F43CD9E5A6EF}" dt="2025-07-17T17:12:54.549" v="174" actId="14100"/>
        <pc:sldMkLst>
          <pc:docMk/>
          <pc:sldMk cId="1845238276" sldId="263"/>
        </pc:sldMkLst>
        <pc:spChg chg="add mod">
          <ac:chgData name="KONGKAEW, PUTTIWAT" userId="a8adac1e-848f-4d84-b961-6a7ffb648b49" providerId="ADAL" clId="{C6B2CD8B-D20C-417F-8950-F43CD9E5A6EF}" dt="2025-07-17T16:32:09.618" v="171" actId="20577"/>
          <ac:spMkLst>
            <pc:docMk/>
            <pc:sldMk cId="1845238276" sldId="263"/>
            <ac:spMk id="2" creationId="{272305A9-8339-9C9C-862D-E131DF70DF93}"/>
          </ac:spMkLst>
        </pc:spChg>
        <pc:spChg chg="add mod">
          <ac:chgData name="KONGKAEW, PUTTIWAT" userId="a8adac1e-848f-4d84-b961-6a7ffb648b49" providerId="ADAL" clId="{C6B2CD8B-D20C-417F-8950-F43CD9E5A6EF}" dt="2025-07-17T16:32:09.618" v="171" actId="20577"/>
          <ac:spMkLst>
            <pc:docMk/>
            <pc:sldMk cId="1845238276" sldId="263"/>
            <ac:spMk id="4" creationId="{7EB131BF-9E50-D802-B9C0-C2338BE4530F}"/>
          </ac:spMkLst>
        </pc:spChg>
        <pc:spChg chg="mod">
          <ac:chgData name="KONGKAEW, PUTTIWAT" userId="a8adac1e-848f-4d84-b961-6a7ffb648b49" providerId="ADAL" clId="{C6B2CD8B-D20C-417F-8950-F43CD9E5A6EF}" dt="2025-07-17T16:20:31.999" v="147" actId="1037"/>
          <ac:spMkLst>
            <pc:docMk/>
            <pc:sldMk cId="1845238276" sldId="263"/>
            <ac:spMk id="8" creationId="{A8915FF3-B87A-7D33-4F8A-E90D2961FF14}"/>
          </ac:spMkLst>
        </pc:spChg>
        <pc:spChg chg="mod">
          <ac:chgData name="KONGKAEW, PUTTIWAT" userId="a8adac1e-848f-4d84-b961-6a7ffb648b49" providerId="ADAL" clId="{C6B2CD8B-D20C-417F-8950-F43CD9E5A6EF}" dt="2025-07-17T16:20:54.606" v="152" actId="1035"/>
          <ac:spMkLst>
            <pc:docMk/>
            <pc:sldMk cId="1845238276" sldId="263"/>
            <ac:spMk id="9" creationId="{9D28776A-12A4-47F6-2483-6C3626F6B0D1}"/>
          </ac:spMkLst>
        </pc:spChg>
        <pc:spChg chg="mod">
          <ac:chgData name="KONGKAEW, PUTTIWAT" userId="a8adac1e-848f-4d84-b961-6a7ffb648b49" providerId="ADAL" clId="{C6B2CD8B-D20C-417F-8950-F43CD9E5A6EF}" dt="2025-07-17T16:20:52.173" v="151" actId="1035"/>
          <ac:spMkLst>
            <pc:docMk/>
            <pc:sldMk cId="1845238276" sldId="263"/>
            <ac:spMk id="10" creationId="{3FDD2FD3-856C-2819-E59C-D68EB1CC3592}"/>
          </ac:spMkLst>
        </pc:spChg>
        <pc:spChg chg="mod">
          <ac:chgData name="KONGKAEW, PUTTIWAT" userId="a8adac1e-848f-4d84-b961-6a7ffb648b49" providerId="ADAL" clId="{C6B2CD8B-D20C-417F-8950-F43CD9E5A6EF}" dt="2025-07-17T16:20:49.741" v="150" actId="1076"/>
          <ac:spMkLst>
            <pc:docMk/>
            <pc:sldMk cId="1845238276" sldId="263"/>
            <ac:spMk id="11" creationId="{EA4382EB-C165-C95A-CB29-8AD5E85769EB}"/>
          </ac:spMkLst>
        </pc:spChg>
        <pc:spChg chg="mod">
          <ac:chgData name="KONGKAEW, PUTTIWAT" userId="a8adac1e-848f-4d84-b961-6a7ffb648b49" providerId="ADAL" clId="{C6B2CD8B-D20C-417F-8950-F43CD9E5A6EF}" dt="2025-07-17T16:17:41.361" v="10" actId="403"/>
          <ac:spMkLst>
            <pc:docMk/>
            <pc:sldMk cId="1845238276" sldId="263"/>
            <ac:spMk id="30" creationId="{C0556BE0-C352-AD4A-0CDB-3BB334897D74}"/>
          </ac:spMkLst>
        </pc:spChg>
        <pc:spChg chg="add mod">
          <ac:chgData name="KONGKAEW, PUTTIWAT" userId="a8adac1e-848f-4d84-b961-6a7ffb648b49" providerId="ADAL" clId="{C6B2CD8B-D20C-417F-8950-F43CD9E5A6EF}" dt="2025-07-17T16:32:09.618" v="171" actId="20577"/>
          <ac:spMkLst>
            <pc:docMk/>
            <pc:sldMk cId="1845238276" sldId="263"/>
            <ac:spMk id="31" creationId="{28709BCE-0F25-E62A-22FC-3DCC1121C9DD}"/>
          </ac:spMkLst>
        </pc:spChg>
        <pc:spChg chg="add mod">
          <ac:chgData name="KONGKAEW, PUTTIWAT" userId="a8adac1e-848f-4d84-b961-6a7ffb648b49" providerId="ADAL" clId="{C6B2CD8B-D20C-417F-8950-F43CD9E5A6EF}" dt="2025-07-17T16:32:09.618" v="171" actId="20577"/>
          <ac:spMkLst>
            <pc:docMk/>
            <pc:sldMk cId="1845238276" sldId="263"/>
            <ac:spMk id="32" creationId="{58D39470-76E6-C011-BE1C-F81AF54F3B04}"/>
          </ac:spMkLst>
        </pc:spChg>
        <pc:spChg chg="mod">
          <ac:chgData name="KONGKAEW, PUTTIWAT" userId="a8adac1e-848f-4d84-b961-6a7ffb648b49" providerId="ADAL" clId="{C6B2CD8B-D20C-417F-8950-F43CD9E5A6EF}" dt="2025-07-17T16:17:41.361" v="10" actId="403"/>
          <ac:spMkLst>
            <pc:docMk/>
            <pc:sldMk cId="1845238276" sldId="263"/>
            <ac:spMk id="34" creationId="{8D1B55F7-B7DD-0506-E30D-37707771C4EF}"/>
          </ac:spMkLst>
        </pc:spChg>
        <pc:spChg chg="add mod">
          <ac:chgData name="KONGKAEW, PUTTIWAT" userId="a8adac1e-848f-4d84-b961-6a7ffb648b49" providerId="ADAL" clId="{C6B2CD8B-D20C-417F-8950-F43CD9E5A6EF}" dt="2025-07-17T16:32:09.618" v="171" actId="20577"/>
          <ac:spMkLst>
            <pc:docMk/>
            <pc:sldMk cId="1845238276" sldId="263"/>
            <ac:spMk id="35" creationId="{D2CA9251-78D6-AE7D-CC1A-6F1193FDAE38}"/>
          </ac:spMkLst>
        </pc:spChg>
        <pc:spChg chg="add mod">
          <ac:chgData name="KONGKAEW, PUTTIWAT" userId="a8adac1e-848f-4d84-b961-6a7ffb648b49" providerId="ADAL" clId="{C6B2CD8B-D20C-417F-8950-F43CD9E5A6EF}" dt="2025-07-17T16:32:09.618" v="171" actId="20577"/>
          <ac:spMkLst>
            <pc:docMk/>
            <pc:sldMk cId="1845238276" sldId="263"/>
            <ac:spMk id="36" creationId="{E71E392F-6D0D-4999-6E33-8DB5457A5F73}"/>
          </ac:spMkLst>
        </pc:spChg>
        <pc:spChg chg="mod">
          <ac:chgData name="KONGKAEW, PUTTIWAT" userId="a8adac1e-848f-4d84-b961-6a7ffb648b49" providerId="ADAL" clId="{C6B2CD8B-D20C-417F-8950-F43CD9E5A6EF}" dt="2025-07-17T16:17:41.361" v="10" actId="403"/>
          <ac:spMkLst>
            <pc:docMk/>
            <pc:sldMk cId="1845238276" sldId="263"/>
            <ac:spMk id="37" creationId="{EB157DAB-EF48-1B79-62C7-E4F4A158FBDF}"/>
          </ac:spMkLst>
        </pc:spChg>
        <pc:spChg chg="add mod">
          <ac:chgData name="KONGKAEW, PUTTIWAT" userId="a8adac1e-848f-4d84-b961-6a7ffb648b49" providerId="ADAL" clId="{C6B2CD8B-D20C-417F-8950-F43CD9E5A6EF}" dt="2025-07-17T16:32:09.618" v="171" actId="20577"/>
          <ac:spMkLst>
            <pc:docMk/>
            <pc:sldMk cId="1845238276" sldId="263"/>
            <ac:spMk id="38" creationId="{312A8CCA-97F9-A71E-29F5-D478230DF7E7}"/>
          </ac:spMkLst>
        </pc:spChg>
        <pc:spChg chg="mod">
          <ac:chgData name="KONGKAEW, PUTTIWAT" userId="a8adac1e-848f-4d84-b961-6a7ffb648b49" providerId="ADAL" clId="{C6B2CD8B-D20C-417F-8950-F43CD9E5A6EF}" dt="2025-07-17T16:20:18.636" v="140" actId="1036"/>
          <ac:spMkLst>
            <pc:docMk/>
            <pc:sldMk cId="1845238276" sldId="263"/>
            <ac:spMk id="40" creationId="{7353121A-A056-82BA-1644-691C68EEB33E}"/>
          </ac:spMkLst>
        </pc:spChg>
        <pc:spChg chg="mod">
          <ac:chgData name="KONGKAEW, PUTTIWAT" userId="a8adac1e-848f-4d84-b961-6a7ffb648b49" providerId="ADAL" clId="{C6B2CD8B-D20C-417F-8950-F43CD9E5A6EF}" dt="2025-07-17T16:20:15.988" v="138" actId="1076"/>
          <ac:spMkLst>
            <pc:docMk/>
            <pc:sldMk cId="1845238276" sldId="263"/>
            <ac:spMk id="42" creationId="{EE59826F-6A9C-B16D-E2B0-D8BC560C6391}"/>
          </ac:spMkLst>
        </pc:spChg>
        <pc:spChg chg="mod">
          <ac:chgData name="KONGKAEW, PUTTIWAT" userId="a8adac1e-848f-4d84-b961-6a7ffb648b49" providerId="ADAL" clId="{C6B2CD8B-D20C-417F-8950-F43CD9E5A6EF}" dt="2025-07-17T16:19:49.197" v="107" actId="1076"/>
          <ac:spMkLst>
            <pc:docMk/>
            <pc:sldMk cId="1845238276" sldId="263"/>
            <ac:spMk id="44" creationId="{1D599B73-5192-D8A0-22BA-5BC92681F5B1}"/>
          </ac:spMkLst>
        </pc:spChg>
        <pc:spChg chg="add mod">
          <ac:chgData name="KONGKAEW, PUTTIWAT" userId="a8adac1e-848f-4d84-b961-6a7ffb648b49" providerId="ADAL" clId="{C6B2CD8B-D20C-417F-8950-F43CD9E5A6EF}" dt="2025-07-17T16:32:09.618" v="171" actId="20577"/>
          <ac:spMkLst>
            <pc:docMk/>
            <pc:sldMk cId="1845238276" sldId="263"/>
            <ac:spMk id="46" creationId="{9B7285F1-558D-D86D-59AC-683E02838E00}"/>
          </ac:spMkLst>
        </pc:spChg>
        <pc:spChg chg="mod">
          <ac:chgData name="KONGKAEW, PUTTIWAT" userId="a8adac1e-848f-4d84-b961-6a7ffb648b49" providerId="ADAL" clId="{C6B2CD8B-D20C-417F-8950-F43CD9E5A6EF}" dt="2025-07-17T16:18:36.176" v="71" actId="20577"/>
          <ac:spMkLst>
            <pc:docMk/>
            <pc:sldMk cId="1845238276" sldId="263"/>
            <ac:spMk id="48" creationId="{B017FD15-94C5-CB61-8EE4-0E12D13A3FDF}"/>
          </ac:spMkLst>
        </pc:spChg>
        <pc:spChg chg="add mod">
          <ac:chgData name="KONGKAEW, PUTTIWAT" userId="a8adac1e-848f-4d84-b961-6a7ffb648b49" providerId="ADAL" clId="{C6B2CD8B-D20C-417F-8950-F43CD9E5A6EF}" dt="2025-07-17T17:12:51.589" v="173" actId="14100"/>
          <ac:spMkLst>
            <pc:docMk/>
            <pc:sldMk cId="1845238276" sldId="263"/>
            <ac:spMk id="50" creationId="{1639D4BD-A2B3-068A-78E3-B5F623D1547E}"/>
          </ac:spMkLst>
        </pc:spChg>
        <pc:spChg chg="add mod">
          <ac:chgData name="KONGKAEW, PUTTIWAT" userId="a8adac1e-848f-4d84-b961-6a7ffb648b49" providerId="ADAL" clId="{C6B2CD8B-D20C-417F-8950-F43CD9E5A6EF}" dt="2025-07-17T16:32:09.618" v="171" actId="20577"/>
          <ac:spMkLst>
            <pc:docMk/>
            <pc:sldMk cId="1845238276" sldId="263"/>
            <ac:spMk id="52" creationId="{348149FE-84F9-45CD-2129-A8A5276B696B}"/>
          </ac:spMkLst>
        </pc:spChg>
        <pc:spChg chg="mod">
          <ac:chgData name="KONGKAEW, PUTTIWAT" userId="a8adac1e-848f-4d84-b961-6a7ffb648b49" providerId="ADAL" clId="{C6B2CD8B-D20C-417F-8950-F43CD9E5A6EF}" dt="2025-07-17T16:21:19.214" v="153" actId="1076"/>
          <ac:spMkLst>
            <pc:docMk/>
            <pc:sldMk cId="1845238276" sldId="263"/>
            <ac:spMk id="57" creationId="{C43A21FE-E146-84D6-06C0-38F24B1843D3}"/>
          </ac:spMkLst>
        </pc:spChg>
        <pc:grpChg chg="mod">
          <ac:chgData name="KONGKAEW, PUTTIWAT" userId="a8adac1e-848f-4d84-b961-6a7ffb648b49" providerId="ADAL" clId="{C6B2CD8B-D20C-417F-8950-F43CD9E5A6EF}" dt="2025-07-17T16:20:42.103" v="149" actId="14100"/>
          <ac:grpSpMkLst>
            <pc:docMk/>
            <pc:sldMk cId="1845238276" sldId="263"/>
            <ac:grpSpMk id="60" creationId="{F071674A-652B-0CA3-5091-0543F345DDFD}"/>
          </ac:grpSpMkLst>
        </pc:grpChg>
        <pc:cxnChg chg="mod">
          <ac:chgData name="KONGKAEW, PUTTIWAT" userId="a8adac1e-848f-4d84-b961-6a7ffb648b49" providerId="ADAL" clId="{C6B2CD8B-D20C-417F-8950-F43CD9E5A6EF}" dt="2025-07-17T16:18:36.176" v="71" actId="20577"/>
          <ac:cxnSpMkLst>
            <pc:docMk/>
            <pc:sldMk cId="1845238276" sldId="263"/>
            <ac:cxnSpMk id="49" creationId="{9D74429F-13B8-6416-39AA-8CCDC2F1C524}"/>
          </ac:cxnSpMkLst>
        </pc:cxnChg>
        <pc:cxnChg chg="mod">
          <ac:chgData name="KONGKAEW, PUTTIWAT" userId="a8adac1e-848f-4d84-b961-6a7ffb648b49" providerId="ADAL" clId="{C6B2CD8B-D20C-417F-8950-F43CD9E5A6EF}" dt="2025-07-17T17:12:48.444" v="172" actId="14100"/>
          <ac:cxnSpMkLst>
            <pc:docMk/>
            <pc:sldMk cId="1845238276" sldId="263"/>
            <ac:cxnSpMk id="51" creationId="{D77CAE45-B1A5-1527-7352-9B90FB325F5A}"/>
          </ac:cxnSpMkLst>
        </pc:cxnChg>
        <pc:cxnChg chg="mod">
          <ac:chgData name="KONGKAEW, PUTTIWAT" userId="a8adac1e-848f-4d84-b961-6a7ffb648b49" providerId="ADAL" clId="{C6B2CD8B-D20C-417F-8950-F43CD9E5A6EF}" dt="2025-07-17T17:12:54.549" v="174" actId="14100"/>
          <ac:cxnSpMkLst>
            <pc:docMk/>
            <pc:sldMk cId="1845238276" sldId="263"/>
            <ac:cxnSpMk id="53" creationId="{DE6044A6-5A77-BBDA-D828-AD734696A8D0}"/>
          </ac:cxnSpMkLst>
        </pc:cxnChg>
        <pc:cxnChg chg="mod">
          <ac:chgData name="KONGKAEW, PUTTIWAT" userId="a8adac1e-848f-4d84-b961-6a7ffb648b49" providerId="ADAL" clId="{C6B2CD8B-D20C-417F-8950-F43CD9E5A6EF}" dt="2025-07-17T16:18:43.965" v="72" actId="1076"/>
          <ac:cxnSpMkLst>
            <pc:docMk/>
            <pc:sldMk cId="1845238276" sldId="263"/>
            <ac:cxnSpMk id="56" creationId="{05362CCA-3210-99A5-8106-18E6AEAA7388}"/>
          </ac:cxnSpMkLst>
        </pc:cxnChg>
      </pc:sldChg>
    </pc:docChg>
  </pc:docChgLst>
  <pc:docChgLst>
    <pc:chgData name="KONGKAEW, PUTTIWAT" userId="a8adac1e-848f-4d84-b961-6a7ffb648b49" providerId="ADAL" clId="{138833A2-56E2-4BA6-A5A4-BFB5BA4824A6}"/>
    <pc:docChg chg="addSld modSld">
      <pc:chgData name="KONGKAEW, PUTTIWAT" userId="a8adac1e-848f-4d84-b961-6a7ffb648b49" providerId="ADAL" clId="{138833A2-56E2-4BA6-A5A4-BFB5BA4824A6}" dt="2025-04-10T13:33:25.544" v="36" actId="20577"/>
      <pc:docMkLst>
        <pc:docMk/>
      </pc:docMkLst>
      <pc:sldChg chg="modSp add mod">
        <pc:chgData name="KONGKAEW, PUTTIWAT" userId="a8adac1e-848f-4d84-b961-6a7ffb648b49" providerId="ADAL" clId="{138833A2-56E2-4BA6-A5A4-BFB5BA4824A6}" dt="2025-04-10T13:33:25.544" v="36" actId="20577"/>
        <pc:sldMkLst>
          <pc:docMk/>
          <pc:sldMk cId="1099071172" sldId="262"/>
        </pc:sldMkLst>
      </pc:sldChg>
    </pc:docChg>
  </pc:docChgLst>
  <pc:docChgLst>
    <pc:chgData name="KONGKAEW, PUTTIWAT" userId="a8adac1e-848f-4d84-b961-6a7ffb648b49" providerId="ADAL" clId="{7BED335D-7759-4E8C-9521-019E9C4B3AE9}"/>
    <pc:docChg chg="undo redo custSel addSld delSld modSld">
      <pc:chgData name="KONGKAEW, PUTTIWAT" userId="a8adac1e-848f-4d84-b961-6a7ffb648b49" providerId="ADAL" clId="{7BED335D-7759-4E8C-9521-019E9C4B3AE9}" dt="2025-03-04T21:34:36.247" v="1937" actId="478"/>
      <pc:docMkLst>
        <pc:docMk/>
      </pc:docMkLst>
      <pc:sldChg chg="modSp mod">
        <pc:chgData name="KONGKAEW, PUTTIWAT" userId="a8adac1e-848f-4d84-b961-6a7ffb648b49" providerId="ADAL" clId="{7BED335D-7759-4E8C-9521-019E9C4B3AE9}" dt="2025-03-04T14:33:54.332" v="160" actId="1035"/>
        <pc:sldMkLst>
          <pc:docMk/>
          <pc:sldMk cId="1825169448" sldId="256"/>
        </pc:sldMkLst>
      </pc:sldChg>
      <pc:sldChg chg="addSp delSp modSp new mod modShow">
        <pc:chgData name="KONGKAEW, PUTTIWAT" userId="a8adac1e-848f-4d84-b961-6a7ffb648b49" providerId="ADAL" clId="{7BED335D-7759-4E8C-9521-019E9C4B3AE9}" dt="2025-03-04T17:03:17.649" v="1649" actId="729"/>
        <pc:sldMkLst>
          <pc:docMk/>
          <pc:sldMk cId="2899274099" sldId="257"/>
        </pc:sldMkLst>
      </pc:sldChg>
      <pc:sldChg chg="addSp delSp modSp add mod">
        <pc:chgData name="KONGKAEW, PUTTIWAT" userId="a8adac1e-848f-4d84-b961-6a7ffb648b49" providerId="ADAL" clId="{7BED335D-7759-4E8C-9521-019E9C4B3AE9}" dt="2025-03-04T21:32:12.632" v="1927" actId="1038"/>
        <pc:sldMkLst>
          <pc:docMk/>
          <pc:sldMk cId="3229215255" sldId="258"/>
        </pc:sldMkLst>
      </pc:sldChg>
      <pc:sldChg chg="addSp delSp modSp add del mod">
        <pc:chgData name="KONGKAEW, PUTTIWAT" userId="a8adac1e-848f-4d84-b961-6a7ffb648b49" providerId="ADAL" clId="{7BED335D-7759-4E8C-9521-019E9C4B3AE9}" dt="2025-03-04T21:29:42.343" v="1906" actId="14100"/>
        <pc:sldMkLst>
          <pc:docMk/>
          <pc:sldMk cId="802331122" sldId="259"/>
        </pc:sldMkLst>
      </pc:sldChg>
      <pc:sldChg chg="delSp modSp add mod">
        <pc:chgData name="KONGKAEW, PUTTIWAT" userId="a8adac1e-848f-4d84-b961-6a7ffb648b49" providerId="ADAL" clId="{7BED335D-7759-4E8C-9521-019E9C4B3AE9}" dt="2025-03-04T21:34:21.905" v="1932" actId="478"/>
        <pc:sldMkLst>
          <pc:docMk/>
          <pc:sldMk cId="915076939" sldId="260"/>
        </pc:sldMkLst>
      </pc:sldChg>
      <pc:sldChg chg="delSp modSp add mod">
        <pc:chgData name="KONGKAEW, PUTTIWAT" userId="a8adac1e-848f-4d84-b961-6a7ffb648b49" providerId="ADAL" clId="{7BED335D-7759-4E8C-9521-019E9C4B3AE9}" dt="2025-03-04T21:34:36.247" v="1937" actId="478"/>
        <pc:sldMkLst>
          <pc:docMk/>
          <pc:sldMk cId="1573758999" sldId="26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5051" y="589241"/>
            <a:ext cx="4590574" cy="1253490"/>
          </a:xfrm>
        </p:spPr>
        <p:txBody>
          <a:bodyPr anchor="b"/>
          <a:lstStyle>
            <a:lvl1pPr algn="ctr"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75085" y="1891070"/>
            <a:ext cx="4050506" cy="869275"/>
          </a:xfrm>
        </p:spPr>
        <p:txBody>
          <a:bodyPr/>
          <a:lstStyle>
            <a:lvl1pPr marL="0" indent="0" algn="ctr">
              <a:buNone/>
              <a:defRPr sz="1260"/>
            </a:lvl1pPr>
            <a:lvl2pPr marL="240030" indent="0" algn="ctr">
              <a:buNone/>
              <a:defRPr sz="1050"/>
            </a:lvl2pPr>
            <a:lvl3pPr marL="480060" indent="0" algn="ctr">
              <a:buNone/>
              <a:defRPr sz="945"/>
            </a:lvl3pPr>
            <a:lvl4pPr marL="720090" indent="0" algn="ctr">
              <a:buNone/>
              <a:defRPr sz="840"/>
            </a:lvl4pPr>
            <a:lvl5pPr marL="960120" indent="0" algn="ctr">
              <a:buNone/>
              <a:defRPr sz="840"/>
            </a:lvl5pPr>
            <a:lvl6pPr marL="1200150" indent="0" algn="ctr">
              <a:buNone/>
              <a:defRPr sz="840"/>
            </a:lvl6pPr>
            <a:lvl7pPr marL="1440180" indent="0" algn="ctr">
              <a:buNone/>
              <a:defRPr sz="840"/>
            </a:lvl7pPr>
            <a:lvl8pPr marL="1680210" indent="0" algn="ctr">
              <a:buNone/>
              <a:defRPr sz="840"/>
            </a:lvl8pPr>
            <a:lvl9pPr marL="1920240" indent="0" algn="ctr">
              <a:buNone/>
              <a:defRPr sz="8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AF118-3CD2-44A3-BCAC-0E43779ECC32}" type="datetimeFigureOut">
              <a:rPr lang="en-GB" smtClean="0"/>
              <a:t>2025-07-17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0F2A6-D3F8-412A-9524-F82F5B8258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53208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AF118-3CD2-44A3-BCAC-0E43779ECC32}" type="datetimeFigureOut">
              <a:rPr lang="en-GB" smtClean="0"/>
              <a:t>2025-07-17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0F2A6-D3F8-412A-9524-F82F5B8258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0784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8484" y="897613"/>
            <a:ext cx="4658082" cy="1497687"/>
          </a:xfrm>
        </p:spPr>
        <p:txBody>
          <a:bodyPr anchor="b"/>
          <a:lstStyle>
            <a:lvl1pPr>
              <a:defRPr sz="31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8484" y="2409469"/>
            <a:ext cx="4658082" cy="787598"/>
          </a:xfrm>
        </p:spPr>
        <p:txBody>
          <a:bodyPr/>
          <a:lstStyle>
            <a:lvl1pPr marL="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1pPr>
            <a:lvl2pPr marL="240030" indent="0">
              <a:buNone/>
              <a:defRPr sz="1050">
                <a:solidFill>
                  <a:schemeClr val="tx1">
                    <a:tint val="82000"/>
                  </a:schemeClr>
                </a:solidFill>
              </a:defRPr>
            </a:lvl2pPr>
            <a:lvl3pPr marL="48006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3pPr>
            <a:lvl4pPr marL="72009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4pPr>
            <a:lvl5pPr marL="96012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5pPr>
            <a:lvl6pPr marL="120015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6pPr>
            <a:lvl7pPr marL="144018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7pPr>
            <a:lvl8pPr marL="168021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8pPr>
            <a:lvl9pPr marL="1920240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AF118-3CD2-44A3-BCAC-0E43779ECC32}" type="datetimeFigureOut">
              <a:rPr lang="en-GB" smtClean="0"/>
              <a:t>2025-07-17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0F2A6-D3F8-412A-9524-F82F5B8258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47066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71296" y="958453"/>
            <a:ext cx="2295287" cy="2284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34092" y="958453"/>
            <a:ext cx="2295287" cy="22844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AF118-3CD2-44A3-BCAC-0E43779ECC32}" type="datetimeFigureOut">
              <a:rPr lang="en-GB" smtClean="0"/>
              <a:t>2025-07-17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0F2A6-D3F8-412A-9524-F82F5B8258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66514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0" y="191691"/>
            <a:ext cx="4658082" cy="6959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2001" y="882610"/>
            <a:ext cx="2284738" cy="432554"/>
          </a:xfrm>
        </p:spPr>
        <p:txBody>
          <a:bodyPr anchor="b"/>
          <a:lstStyle>
            <a:lvl1pPr marL="0" indent="0">
              <a:buNone/>
              <a:defRPr sz="1260" b="1"/>
            </a:lvl1pPr>
            <a:lvl2pPr marL="240030" indent="0">
              <a:buNone/>
              <a:defRPr sz="1050" b="1"/>
            </a:lvl2pPr>
            <a:lvl3pPr marL="480060" indent="0">
              <a:buNone/>
              <a:defRPr sz="945" b="1"/>
            </a:lvl3pPr>
            <a:lvl4pPr marL="720090" indent="0">
              <a:buNone/>
              <a:defRPr sz="840" b="1"/>
            </a:lvl4pPr>
            <a:lvl5pPr marL="960120" indent="0">
              <a:buNone/>
              <a:defRPr sz="840" b="1"/>
            </a:lvl5pPr>
            <a:lvl6pPr marL="1200150" indent="0">
              <a:buNone/>
              <a:defRPr sz="840" b="1"/>
            </a:lvl6pPr>
            <a:lvl7pPr marL="1440180" indent="0">
              <a:buNone/>
              <a:defRPr sz="840" b="1"/>
            </a:lvl7pPr>
            <a:lvl8pPr marL="1680210" indent="0">
              <a:buNone/>
              <a:defRPr sz="840" b="1"/>
            </a:lvl8pPr>
            <a:lvl9pPr marL="1920240" indent="0">
              <a:buNone/>
              <a:defRPr sz="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2001" y="1315164"/>
            <a:ext cx="2284738" cy="19344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734092" y="882610"/>
            <a:ext cx="2295990" cy="432554"/>
          </a:xfrm>
        </p:spPr>
        <p:txBody>
          <a:bodyPr anchor="b"/>
          <a:lstStyle>
            <a:lvl1pPr marL="0" indent="0">
              <a:buNone/>
              <a:defRPr sz="1260" b="1"/>
            </a:lvl1pPr>
            <a:lvl2pPr marL="240030" indent="0">
              <a:buNone/>
              <a:defRPr sz="1050" b="1"/>
            </a:lvl2pPr>
            <a:lvl3pPr marL="480060" indent="0">
              <a:buNone/>
              <a:defRPr sz="945" b="1"/>
            </a:lvl3pPr>
            <a:lvl4pPr marL="720090" indent="0">
              <a:buNone/>
              <a:defRPr sz="840" b="1"/>
            </a:lvl4pPr>
            <a:lvl5pPr marL="960120" indent="0">
              <a:buNone/>
              <a:defRPr sz="840" b="1"/>
            </a:lvl5pPr>
            <a:lvl6pPr marL="1200150" indent="0">
              <a:buNone/>
              <a:defRPr sz="840" b="1"/>
            </a:lvl6pPr>
            <a:lvl7pPr marL="1440180" indent="0">
              <a:buNone/>
              <a:defRPr sz="840" b="1"/>
            </a:lvl7pPr>
            <a:lvl8pPr marL="1680210" indent="0">
              <a:buNone/>
              <a:defRPr sz="840" b="1"/>
            </a:lvl8pPr>
            <a:lvl9pPr marL="1920240" indent="0">
              <a:buNone/>
              <a:defRPr sz="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734092" y="1315164"/>
            <a:ext cx="2295990" cy="19344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AF118-3CD2-44A3-BCAC-0E43779ECC32}" type="datetimeFigureOut">
              <a:rPr lang="en-GB" smtClean="0"/>
              <a:t>2025-07-17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0F2A6-D3F8-412A-9524-F82F5B8258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66226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AF118-3CD2-44A3-BCAC-0E43779ECC32}" type="datetimeFigureOut">
              <a:rPr lang="en-GB" smtClean="0"/>
              <a:t>2025-07-17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0F2A6-D3F8-412A-9524-F82F5B8258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45721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AF118-3CD2-44A3-BCAC-0E43779ECC32}" type="datetimeFigureOut">
              <a:rPr lang="en-GB" smtClean="0"/>
              <a:t>2025-07-17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0F2A6-D3F8-412A-9524-F82F5B8258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0154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0" y="240030"/>
            <a:ext cx="1741858" cy="840105"/>
          </a:xfrm>
        </p:spPr>
        <p:txBody>
          <a:bodyPr anchor="b"/>
          <a:lstStyle>
            <a:lvl1pPr>
              <a:defRPr sz="1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5990" y="518399"/>
            <a:ext cx="2734092" cy="2558653"/>
          </a:xfrm>
        </p:spPr>
        <p:txBody>
          <a:bodyPr/>
          <a:lstStyle>
            <a:lvl1pPr>
              <a:defRPr sz="1680"/>
            </a:lvl1pPr>
            <a:lvl2pPr>
              <a:defRPr sz="1470"/>
            </a:lvl2pPr>
            <a:lvl3pPr>
              <a:defRPr sz="126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2000" y="1080135"/>
            <a:ext cx="1741858" cy="2001084"/>
          </a:xfrm>
        </p:spPr>
        <p:txBody>
          <a:bodyPr/>
          <a:lstStyle>
            <a:lvl1pPr marL="0" indent="0">
              <a:buNone/>
              <a:defRPr sz="840"/>
            </a:lvl1pPr>
            <a:lvl2pPr marL="240030" indent="0">
              <a:buNone/>
              <a:defRPr sz="735"/>
            </a:lvl2pPr>
            <a:lvl3pPr marL="480060" indent="0">
              <a:buNone/>
              <a:defRPr sz="630"/>
            </a:lvl3pPr>
            <a:lvl4pPr marL="720090" indent="0">
              <a:buNone/>
              <a:defRPr sz="525"/>
            </a:lvl4pPr>
            <a:lvl5pPr marL="960120" indent="0">
              <a:buNone/>
              <a:defRPr sz="525"/>
            </a:lvl5pPr>
            <a:lvl6pPr marL="1200150" indent="0">
              <a:buNone/>
              <a:defRPr sz="525"/>
            </a:lvl6pPr>
            <a:lvl7pPr marL="1440180" indent="0">
              <a:buNone/>
              <a:defRPr sz="525"/>
            </a:lvl7pPr>
            <a:lvl8pPr marL="1680210" indent="0">
              <a:buNone/>
              <a:defRPr sz="525"/>
            </a:lvl8pPr>
            <a:lvl9pPr marL="1920240" indent="0">
              <a:buNone/>
              <a:defRPr sz="5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AF118-3CD2-44A3-BCAC-0E43779ECC32}" type="datetimeFigureOut">
              <a:rPr lang="en-GB" smtClean="0"/>
              <a:t>2025-07-17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0F2A6-D3F8-412A-9524-F82F5B8258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3665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0" y="240030"/>
            <a:ext cx="1741858" cy="840105"/>
          </a:xfrm>
        </p:spPr>
        <p:txBody>
          <a:bodyPr anchor="b"/>
          <a:lstStyle>
            <a:lvl1pPr>
              <a:defRPr sz="1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95990" y="518399"/>
            <a:ext cx="2734092" cy="2558653"/>
          </a:xfrm>
        </p:spPr>
        <p:txBody>
          <a:bodyPr anchor="t"/>
          <a:lstStyle>
            <a:lvl1pPr marL="0" indent="0">
              <a:buNone/>
              <a:defRPr sz="1680"/>
            </a:lvl1pPr>
            <a:lvl2pPr marL="240030" indent="0">
              <a:buNone/>
              <a:defRPr sz="1470"/>
            </a:lvl2pPr>
            <a:lvl3pPr marL="480060" indent="0">
              <a:buNone/>
              <a:defRPr sz="1260"/>
            </a:lvl3pPr>
            <a:lvl4pPr marL="720090" indent="0">
              <a:buNone/>
              <a:defRPr sz="1050"/>
            </a:lvl4pPr>
            <a:lvl5pPr marL="960120" indent="0">
              <a:buNone/>
              <a:defRPr sz="1050"/>
            </a:lvl5pPr>
            <a:lvl6pPr marL="1200150" indent="0">
              <a:buNone/>
              <a:defRPr sz="1050"/>
            </a:lvl6pPr>
            <a:lvl7pPr marL="1440180" indent="0">
              <a:buNone/>
              <a:defRPr sz="1050"/>
            </a:lvl7pPr>
            <a:lvl8pPr marL="1680210" indent="0">
              <a:buNone/>
              <a:defRPr sz="1050"/>
            </a:lvl8pPr>
            <a:lvl9pPr marL="1920240" indent="0">
              <a:buNone/>
              <a:defRPr sz="105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2000" y="1080135"/>
            <a:ext cx="1741858" cy="2001084"/>
          </a:xfrm>
        </p:spPr>
        <p:txBody>
          <a:bodyPr/>
          <a:lstStyle>
            <a:lvl1pPr marL="0" indent="0">
              <a:buNone/>
              <a:defRPr sz="840"/>
            </a:lvl1pPr>
            <a:lvl2pPr marL="240030" indent="0">
              <a:buNone/>
              <a:defRPr sz="735"/>
            </a:lvl2pPr>
            <a:lvl3pPr marL="480060" indent="0">
              <a:buNone/>
              <a:defRPr sz="630"/>
            </a:lvl3pPr>
            <a:lvl4pPr marL="720090" indent="0">
              <a:buNone/>
              <a:defRPr sz="525"/>
            </a:lvl4pPr>
            <a:lvl5pPr marL="960120" indent="0">
              <a:buNone/>
              <a:defRPr sz="525"/>
            </a:lvl5pPr>
            <a:lvl6pPr marL="1200150" indent="0">
              <a:buNone/>
              <a:defRPr sz="525"/>
            </a:lvl6pPr>
            <a:lvl7pPr marL="1440180" indent="0">
              <a:buNone/>
              <a:defRPr sz="525"/>
            </a:lvl7pPr>
            <a:lvl8pPr marL="1680210" indent="0">
              <a:buNone/>
              <a:defRPr sz="525"/>
            </a:lvl8pPr>
            <a:lvl9pPr marL="1920240" indent="0">
              <a:buNone/>
              <a:defRPr sz="5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AF118-3CD2-44A3-BCAC-0E43779ECC32}" type="datetimeFigureOut">
              <a:rPr lang="en-GB" smtClean="0"/>
              <a:t>2025-07-17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0F2A6-D3F8-412A-9524-F82F5B8258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2510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AF118-3CD2-44A3-BCAC-0E43779ECC32}" type="datetimeFigureOut">
              <a:rPr lang="en-GB" smtClean="0"/>
              <a:t>2025-07-17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0F2A6-D3F8-412A-9524-F82F5B8258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472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64858" y="191691"/>
            <a:ext cx="1164521" cy="30512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71297" y="191691"/>
            <a:ext cx="3426053" cy="30512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AF118-3CD2-44A3-BCAC-0E43779ECC32}" type="datetimeFigureOut">
              <a:rPr lang="en-GB" smtClean="0"/>
              <a:t>2025-07-17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0F2A6-D3F8-412A-9524-F82F5B8258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17658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1297" y="191691"/>
            <a:ext cx="4658082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1297" y="958453"/>
            <a:ext cx="4658082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1296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5AF118-3CD2-44A3-BCAC-0E43779ECC32}" type="datetimeFigureOut">
              <a:rPr lang="en-GB" smtClean="0"/>
              <a:t>2025-07-17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88974" y="3337084"/>
            <a:ext cx="1822728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814227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3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10F2A6-D3F8-412A-9524-F82F5B8258D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2319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80060" rtl="0" eaLnBrk="1" latinLnBrk="0" hangingPunct="1">
        <a:lnSpc>
          <a:spcPct val="90000"/>
        </a:lnSpc>
        <a:spcBef>
          <a:spcPct val="0"/>
        </a:spcBef>
        <a:buNone/>
        <a:defRPr sz="23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015" indent="-120015" algn="l" defTabSz="48006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0007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84010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4pPr>
      <a:lvl5pPr marL="108013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5pPr>
      <a:lvl6pPr marL="132016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6pPr>
      <a:lvl7pPr marL="156019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8pPr>
      <a:lvl9pPr marL="2040255" indent="-120015" algn="l" defTabSz="480060" rtl="0" eaLnBrk="1" latinLnBrk="0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1pPr>
      <a:lvl2pPr marL="24003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8006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3pPr>
      <a:lvl4pPr marL="72009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5pPr>
      <a:lvl6pPr marL="120015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6pPr>
      <a:lvl7pPr marL="144018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7pPr>
      <a:lvl8pPr marL="168021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algn="l" defTabSz="480060" rtl="0" eaLnBrk="1" latinLnBrk="0" hangingPunct="1">
        <a:defRPr sz="94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2.pn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3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54483A1-532F-8834-F076-782B5701386B}"/>
              </a:ext>
            </a:extLst>
          </p:cNvPr>
          <p:cNvCxnSpPr>
            <a:cxnSpLocks/>
          </p:cNvCxnSpPr>
          <p:nvPr/>
        </p:nvCxnSpPr>
        <p:spPr>
          <a:xfrm flipV="1">
            <a:off x="432085" y="288057"/>
            <a:ext cx="0" cy="3024336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A818D99-277E-2492-7C43-B99CA0E7B90F}"/>
              </a:ext>
            </a:extLst>
          </p:cNvPr>
          <p:cNvSpPr/>
          <p:nvPr/>
        </p:nvSpPr>
        <p:spPr>
          <a:xfrm>
            <a:off x="432085" y="855120"/>
            <a:ext cx="4536504" cy="3780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4235C41-69ED-8B97-1FB2-F292369C25EE}"/>
              </a:ext>
            </a:extLst>
          </p:cNvPr>
          <p:cNvCxnSpPr>
            <a:cxnSpLocks/>
          </p:cNvCxnSpPr>
          <p:nvPr/>
        </p:nvCxnSpPr>
        <p:spPr>
          <a:xfrm flipV="1">
            <a:off x="432085" y="288057"/>
            <a:ext cx="4536504" cy="3024336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07A54BD5-54AC-0E2C-245A-21A7AB1AE3FA}"/>
              </a:ext>
            </a:extLst>
          </p:cNvPr>
          <p:cNvSpPr/>
          <p:nvPr/>
        </p:nvSpPr>
        <p:spPr>
          <a:xfrm>
            <a:off x="-139977" y="2750331"/>
            <a:ext cx="1134124" cy="1134126"/>
          </a:xfrm>
          <a:prstGeom prst="pie">
            <a:avLst>
              <a:gd name="adj1" fmla="val 16210451"/>
              <a:gd name="adj2" fmla="val 1958498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2415260-C9F7-AC63-0FE4-2FEB813D3836}"/>
                  </a:ext>
                </a:extLst>
              </p:cNvPr>
              <p:cNvSpPr txBox="1"/>
              <p:nvPr/>
            </p:nvSpPr>
            <p:spPr>
              <a:xfrm>
                <a:off x="479011" y="2824541"/>
                <a:ext cx="338939" cy="3508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80" i="1">
                          <a:latin typeface="Cambria Math" panose="02040503050406030204" pitchFamily="18" charset="0"/>
                        </a:rPr>
                        <m:t>𝜁</m:t>
                      </m:r>
                    </m:oMath>
                  </m:oMathPara>
                </a14:m>
                <a:endParaRPr lang="en-GB" sz="168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2415260-C9F7-AC63-0FE4-2FEB813D3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011" y="2824541"/>
                <a:ext cx="338939" cy="350865"/>
              </a:xfrm>
              <a:prstGeom prst="rect">
                <a:avLst/>
              </a:prstGeom>
              <a:blipFill>
                <a:blip r:embed="rId2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E54E49-B160-68CC-AAB3-6064BF1B23DF}"/>
                  </a:ext>
                </a:extLst>
              </p:cNvPr>
              <p:cNvSpPr txBox="1"/>
              <p:nvPr/>
            </p:nvSpPr>
            <p:spPr>
              <a:xfrm>
                <a:off x="130016" y="137242"/>
                <a:ext cx="351828" cy="3508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80" i="1">
                          <a:latin typeface="Cambria Math" panose="02040503050406030204" pitchFamily="18" charset="0"/>
                        </a:rPr>
                        <m:t>h</m:t>
                      </m:r>
                    </m:oMath>
                  </m:oMathPara>
                </a14:m>
                <a:endParaRPr lang="en-GB" sz="168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E54E49-B160-68CC-AAB3-6064BF1B23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016" y="137242"/>
                <a:ext cx="351828" cy="3508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9E1826F-C3A3-1BA6-3EE3-6C023A0152A9}"/>
                  </a:ext>
                </a:extLst>
              </p:cNvPr>
              <p:cNvSpPr txBox="1"/>
              <p:nvPr/>
            </p:nvSpPr>
            <p:spPr>
              <a:xfrm>
                <a:off x="4643353" y="134861"/>
                <a:ext cx="335798" cy="3508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8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GB" sz="168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9E1826F-C3A3-1BA6-3EE3-6C023A015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3353" y="134861"/>
                <a:ext cx="335798" cy="3508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E4C7C72-8A06-917C-3C04-99294FBBFC71}"/>
                  </a:ext>
                </a:extLst>
              </p:cNvPr>
              <p:cNvSpPr txBox="1"/>
              <p:nvPr/>
            </p:nvSpPr>
            <p:spPr>
              <a:xfrm>
                <a:off x="1941195" y="887924"/>
                <a:ext cx="469103" cy="3508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sz="168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168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GB" sz="168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GB" sz="168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GB" sz="1680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E4C7C72-8A06-917C-3C04-99294FBBF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1195" y="887924"/>
                <a:ext cx="469103" cy="3508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A123A1D-6A3F-C3D5-EAF5-074D810E77D6}"/>
              </a:ext>
            </a:extLst>
          </p:cNvPr>
          <p:cNvCxnSpPr/>
          <p:nvPr/>
        </p:nvCxnSpPr>
        <p:spPr>
          <a:xfrm>
            <a:off x="811729" y="855120"/>
            <a:ext cx="0" cy="378042"/>
          </a:xfrm>
          <a:prstGeom prst="straightConnector1">
            <a:avLst/>
          </a:prstGeom>
          <a:ln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D6D7EE-0170-2421-40BC-F08D93964978}"/>
                  </a:ext>
                </a:extLst>
              </p:cNvPr>
              <p:cNvSpPr txBox="1"/>
              <p:nvPr/>
            </p:nvSpPr>
            <p:spPr>
              <a:xfrm>
                <a:off x="813274" y="890125"/>
                <a:ext cx="476862" cy="3508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80" i="1">
                          <a:latin typeface="Cambria Math" panose="02040503050406030204" pitchFamily="18" charset="0"/>
                        </a:rPr>
                        <m:t>𝑑h</m:t>
                      </m:r>
                    </m:oMath>
                  </m:oMathPara>
                </a14:m>
                <a:endParaRPr lang="en-GB" sz="168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D6D7EE-0170-2421-40BC-F08D939649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274" y="890125"/>
                <a:ext cx="476862" cy="3508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AD6F856-4682-3E07-B9A1-FC18DED3FF1C}"/>
              </a:ext>
            </a:extLst>
          </p:cNvPr>
          <p:cNvCxnSpPr>
            <a:cxnSpLocks/>
          </p:cNvCxnSpPr>
          <p:nvPr/>
        </p:nvCxnSpPr>
        <p:spPr>
          <a:xfrm flipH="1">
            <a:off x="3453621" y="855120"/>
            <a:ext cx="569863" cy="378852"/>
          </a:xfrm>
          <a:prstGeom prst="straightConnector1">
            <a:avLst/>
          </a:prstGeom>
          <a:ln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6A85AF7-F232-8394-4602-512125AF100E}"/>
                  </a:ext>
                </a:extLst>
              </p:cNvPr>
              <p:cNvSpPr txBox="1"/>
              <p:nvPr/>
            </p:nvSpPr>
            <p:spPr>
              <a:xfrm>
                <a:off x="3272401" y="888351"/>
                <a:ext cx="460832" cy="3508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80" i="1">
                          <a:latin typeface="Cambria Math" panose="02040503050406030204" pitchFamily="18" charset="0"/>
                        </a:rPr>
                        <m:t>𝑑𝑧</m:t>
                      </m:r>
                    </m:oMath>
                  </m:oMathPara>
                </a14:m>
                <a:endParaRPr lang="en-GB" sz="168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6A85AF7-F232-8394-4602-512125AF1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2401" y="888351"/>
                <a:ext cx="460832" cy="3508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2F825BDC-6ECF-A297-E6D0-0966FFCE177F}"/>
              </a:ext>
            </a:extLst>
          </p:cNvPr>
          <p:cNvSpPr txBox="1"/>
          <p:nvPr/>
        </p:nvSpPr>
        <p:spPr>
          <a:xfrm>
            <a:off x="2303636" y="3309594"/>
            <a:ext cx="883832" cy="3508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80" dirty="0"/>
              <a:t>Ground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89504A3-40C2-7704-A4BD-4B66528E5D55}"/>
              </a:ext>
            </a:extLst>
          </p:cNvPr>
          <p:cNvCxnSpPr>
            <a:cxnSpLocks/>
          </p:cNvCxnSpPr>
          <p:nvPr/>
        </p:nvCxnSpPr>
        <p:spPr>
          <a:xfrm>
            <a:off x="420164" y="3322394"/>
            <a:ext cx="45484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236E63F-9742-785B-840F-86F6244C2DF1}"/>
              </a:ext>
            </a:extLst>
          </p:cNvPr>
          <p:cNvSpPr txBox="1"/>
          <p:nvPr/>
        </p:nvSpPr>
        <p:spPr>
          <a:xfrm rot="16200000">
            <a:off x="-154642" y="1625604"/>
            <a:ext cx="793807" cy="3508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80" dirty="0"/>
              <a:t>Height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CFC4E3D-D1BF-EA15-ED60-6106776986B9}"/>
              </a:ext>
            </a:extLst>
          </p:cNvPr>
          <p:cNvSpPr txBox="1"/>
          <p:nvPr/>
        </p:nvSpPr>
        <p:spPr>
          <a:xfrm rot="19539185">
            <a:off x="1477687" y="1787378"/>
            <a:ext cx="1309974" cy="3508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80" dirty="0"/>
              <a:t>Line of Sight</a:t>
            </a:r>
          </a:p>
        </p:txBody>
      </p:sp>
    </p:spTree>
    <p:extLst>
      <p:ext uri="{BB962C8B-B14F-4D97-AF65-F5344CB8AC3E}">
        <p14:creationId xmlns:p14="http://schemas.microsoft.com/office/powerpoint/2010/main" val="1825169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1F131C9-1D98-BDD0-CACB-998E2C0AF030}"/>
              </a:ext>
            </a:extLst>
          </p:cNvPr>
          <p:cNvCxnSpPr>
            <a:cxnSpLocks/>
          </p:cNvCxnSpPr>
          <p:nvPr/>
        </p:nvCxnSpPr>
        <p:spPr>
          <a:xfrm>
            <a:off x="432085" y="1800225"/>
            <a:ext cx="4536504" cy="0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E546F7D-CF29-3A6D-4A71-76BFC73951FD}"/>
              </a:ext>
            </a:extLst>
          </p:cNvPr>
          <p:cNvCxnSpPr/>
          <p:nvPr/>
        </p:nvCxnSpPr>
        <p:spPr>
          <a:xfrm>
            <a:off x="1950848" y="283057"/>
            <a:ext cx="0" cy="30243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A65FCA-31FD-14A2-DF63-58A36B30DFC3}"/>
              </a:ext>
            </a:extLst>
          </p:cNvPr>
          <p:cNvCxnSpPr/>
          <p:nvPr/>
        </p:nvCxnSpPr>
        <p:spPr>
          <a:xfrm>
            <a:off x="3461416" y="283056"/>
            <a:ext cx="0" cy="30243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23A420A-9F7A-DEE8-C268-2C4091C56A18}"/>
              </a:ext>
            </a:extLst>
          </p:cNvPr>
          <p:cNvCxnSpPr>
            <a:cxnSpLocks/>
          </p:cNvCxnSpPr>
          <p:nvPr/>
        </p:nvCxnSpPr>
        <p:spPr>
          <a:xfrm flipV="1">
            <a:off x="1950848" y="1422183"/>
            <a:ext cx="1510567" cy="378043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1CC1A9-5B3A-ADB9-A409-250261926A39}"/>
              </a:ext>
            </a:extLst>
          </p:cNvPr>
          <p:cNvCxnSpPr>
            <a:cxnSpLocks/>
          </p:cNvCxnSpPr>
          <p:nvPr/>
        </p:nvCxnSpPr>
        <p:spPr>
          <a:xfrm>
            <a:off x="1950848" y="1800226"/>
            <a:ext cx="1502373" cy="378041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8B20480-D005-C5F6-C6B1-D0BA4C42901A}"/>
              </a:ext>
            </a:extLst>
          </p:cNvPr>
          <p:cNvCxnSpPr>
            <a:cxnSpLocks/>
          </p:cNvCxnSpPr>
          <p:nvPr/>
        </p:nvCxnSpPr>
        <p:spPr>
          <a:xfrm>
            <a:off x="3456421" y="2178267"/>
            <a:ext cx="1523758" cy="3780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51D3ED3-73CA-860E-D48A-530B4895C50D}"/>
              </a:ext>
            </a:extLst>
          </p:cNvPr>
          <p:cNvCxnSpPr>
            <a:cxnSpLocks/>
          </p:cNvCxnSpPr>
          <p:nvPr/>
        </p:nvCxnSpPr>
        <p:spPr>
          <a:xfrm flipV="1">
            <a:off x="3456421" y="1044139"/>
            <a:ext cx="1512167" cy="37804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730BD44-E573-54F9-756A-11104B8B1625}"/>
              </a:ext>
            </a:extLst>
          </p:cNvPr>
          <p:cNvCxnSpPr>
            <a:cxnSpLocks/>
          </p:cNvCxnSpPr>
          <p:nvPr/>
        </p:nvCxnSpPr>
        <p:spPr>
          <a:xfrm flipV="1">
            <a:off x="3466411" y="288053"/>
            <a:ext cx="1513768" cy="1134129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D8D20E2-F07D-BA2A-D578-F052BF2DC93A}"/>
              </a:ext>
            </a:extLst>
          </p:cNvPr>
          <p:cNvCxnSpPr>
            <a:cxnSpLocks/>
          </p:cNvCxnSpPr>
          <p:nvPr/>
        </p:nvCxnSpPr>
        <p:spPr>
          <a:xfrm>
            <a:off x="3451427" y="2178265"/>
            <a:ext cx="1528752" cy="1134128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3C7E04C-F6B8-60C1-F55F-A5F2076E3156}"/>
              </a:ext>
            </a:extLst>
          </p:cNvPr>
          <p:cNvCxnSpPr>
            <a:cxnSpLocks/>
          </p:cNvCxnSpPr>
          <p:nvPr/>
        </p:nvCxnSpPr>
        <p:spPr>
          <a:xfrm>
            <a:off x="4968589" y="283056"/>
            <a:ext cx="0" cy="30243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Partial Circle 37">
            <a:extLst>
              <a:ext uri="{FF2B5EF4-FFF2-40B4-BE49-F238E27FC236}">
                <a16:creationId xmlns:a16="http://schemas.microsoft.com/office/drawing/2014/main" id="{9B22502D-2DF7-FA35-F883-FE7B8CAB4EAC}"/>
              </a:ext>
            </a:extLst>
          </p:cNvPr>
          <p:cNvSpPr/>
          <p:nvPr/>
        </p:nvSpPr>
        <p:spPr>
          <a:xfrm>
            <a:off x="1383739" y="1226445"/>
            <a:ext cx="1144621" cy="1146396"/>
          </a:xfrm>
          <a:prstGeom prst="pie">
            <a:avLst>
              <a:gd name="adj1" fmla="val 20756796"/>
              <a:gd name="adj2" fmla="val 21568508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 dirty="0">
              <a:solidFill>
                <a:schemeClr val="tx1"/>
              </a:solidFill>
            </a:endParaRPr>
          </a:p>
        </p:txBody>
      </p:sp>
      <p:sp>
        <p:nvSpPr>
          <p:cNvPr id="39" name="Partial Circle 38">
            <a:extLst>
              <a:ext uri="{FF2B5EF4-FFF2-40B4-BE49-F238E27FC236}">
                <a16:creationId xmlns:a16="http://schemas.microsoft.com/office/drawing/2014/main" id="{13867AE6-0405-5895-2122-35832539636D}"/>
              </a:ext>
            </a:extLst>
          </p:cNvPr>
          <p:cNvSpPr/>
          <p:nvPr/>
        </p:nvSpPr>
        <p:spPr>
          <a:xfrm>
            <a:off x="2335265" y="294218"/>
            <a:ext cx="2244539" cy="2266517"/>
          </a:xfrm>
          <a:prstGeom prst="pie">
            <a:avLst>
              <a:gd name="adj1" fmla="val 19399994"/>
              <a:gd name="adj2" fmla="val 2074687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 dirty="0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454096-A1D1-BBD4-8C11-1829B985BBE2}"/>
              </a:ext>
            </a:extLst>
          </p:cNvPr>
          <p:cNvSpPr txBox="1"/>
          <p:nvPr/>
        </p:nvSpPr>
        <p:spPr>
          <a:xfrm>
            <a:off x="173056" y="3307992"/>
            <a:ext cx="611065" cy="3508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80" dirty="0"/>
              <a:t>WFS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502B44E-1035-10B9-5579-E4330E6E3E25}"/>
              </a:ext>
            </a:extLst>
          </p:cNvPr>
          <p:cNvSpPr txBox="1"/>
          <p:nvPr/>
        </p:nvSpPr>
        <p:spPr>
          <a:xfrm>
            <a:off x="1682454" y="3307820"/>
            <a:ext cx="617477" cy="3508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80" dirty="0"/>
              <a:t>DM3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904D0E3-7F56-082C-7F2A-E8453681F5F0}"/>
              </a:ext>
            </a:extLst>
          </p:cNvPr>
          <p:cNvSpPr txBox="1"/>
          <p:nvPr/>
        </p:nvSpPr>
        <p:spPr>
          <a:xfrm>
            <a:off x="3193033" y="3312393"/>
            <a:ext cx="617477" cy="3508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80" dirty="0"/>
              <a:t>DM2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CFF20B-5BA0-40B8-35A4-CB13DC6B36CE}"/>
              </a:ext>
            </a:extLst>
          </p:cNvPr>
          <p:cNvSpPr txBox="1"/>
          <p:nvPr/>
        </p:nvSpPr>
        <p:spPr>
          <a:xfrm>
            <a:off x="4709998" y="3317238"/>
            <a:ext cx="617477" cy="3508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80" dirty="0"/>
              <a:t>DM1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CB8A284D-78F5-489D-AE33-BB91C11EDBDC}"/>
              </a:ext>
            </a:extLst>
          </p:cNvPr>
          <p:cNvCxnSpPr/>
          <p:nvPr/>
        </p:nvCxnSpPr>
        <p:spPr>
          <a:xfrm>
            <a:off x="1947492" y="28746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4B1E39B-2D9B-8A4F-2B72-15ADB9B9A869}"/>
              </a:ext>
            </a:extLst>
          </p:cNvPr>
          <p:cNvCxnSpPr/>
          <p:nvPr/>
        </p:nvCxnSpPr>
        <p:spPr>
          <a:xfrm>
            <a:off x="1947492" y="665506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EEB831BE-548B-AC2D-C6FA-C7E375978801}"/>
              </a:ext>
            </a:extLst>
          </p:cNvPr>
          <p:cNvCxnSpPr/>
          <p:nvPr/>
        </p:nvCxnSpPr>
        <p:spPr>
          <a:xfrm>
            <a:off x="1947492" y="1043551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3AEFC9C-58EE-42EC-255B-C3E1DA8EB615}"/>
              </a:ext>
            </a:extLst>
          </p:cNvPr>
          <p:cNvCxnSpPr/>
          <p:nvPr/>
        </p:nvCxnSpPr>
        <p:spPr>
          <a:xfrm>
            <a:off x="1947492" y="1421597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FE9C04D-ECAE-611D-A6E0-28FAF9FD9199}"/>
              </a:ext>
            </a:extLst>
          </p:cNvPr>
          <p:cNvCxnSpPr/>
          <p:nvPr/>
        </p:nvCxnSpPr>
        <p:spPr>
          <a:xfrm>
            <a:off x="1947492" y="1799643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66F7C0B-13D2-4ABF-0C5C-3B096EA93E23}"/>
              </a:ext>
            </a:extLst>
          </p:cNvPr>
          <p:cNvCxnSpPr/>
          <p:nvPr/>
        </p:nvCxnSpPr>
        <p:spPr>
          <a:xfrm>
            <a:off x="1947492" y="2177688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030C34CB-908C-F8E5-49FC-033E68F634A4}"/>
              </a:ext>
            </a:extLst>
          </p:cNvPr>
          <p:cNvCxnSpPr/>
          <p:nvPr/>
        </p:nvCxnSpPr>
        <p:spPr>
          <a:xfrm>
            <a:off x="1947492" y="2555734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8EB74785-F724-9CB6-2156-49AC5E1CFE62}"/>
              </a:ext>
            </a:extLst>
          </p:cNvPr>
          <p:cNvCxnSpPr/>
          <p:nvPr/>
        </p:nvCxnSpPr>
        <p:spPr>
          <a:xfrm>
            <a:off x="1947492" y="293378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4DCECE2-F593-49C4-1534-D21C6FEA95D6}"/>
              </a:ext>
            </a:extLst>
          </p:cNvPr>
          <p:cNvCxnSpPr/>
          <p:nvPr/>
        </p:nvCxnSpPr>
        <p:spPr>
          <a:xfrm>
            <a:off x="1947492" y="3311825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D563C3B-4D89-3ED2-4DA2-862EE4316023}"/>
              </a:ext>
            </a:extLst>
          </p:cNvPr>
          <p:cNvCxnSpPr/>
          <p:nvPr/>
        </p:nvCxnSpPr>
        <p:spPr>
          <a:xfrm>
            <a:off x="3458041" y="286867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8510C25-FB83-4ABB-CE76-2BC09496B3A5}"/>
              </a:ext>
            </a:extLst>
          </p:cNvPr>
          <p:cNvCxnSpPr/>
          <p:nvPr/>
        </p:nvCxnSpPr>
        <p:spPr>
          <a:xfrm>
            <a:off x="3458041" y="1042958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B3FDD21F-AEEC-E50F-0CE4-CC4B6E49919B}"/>
              </a:ext>
            </a:extLst>
          </p:cNvPr>
          <p:cNvCxnSpPr/>
          <p:nvPr/>
        </p:nvCxnSpPr>
        <p:spPr>
          <a:xfrm>
            <a:off x="3458041" y="179905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CF3BE263-E823-A09B-C2BD-5E4D6A042279}"/>
              </a:ext>
            </a:extLst>
          </p:cNvPr>
          <p:cNvCxnSpPr/>
          <p:nvPr/>
        </p:nvCxnSpPr>
        <p:spPr>
          <a:xfrm>
            <a:off x="3458041" y="2555141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348DAE7-A468-36DB-EBDD-EC5CFF2CE566}"/>
              </a:ext>
            </a:extLst>
          </p:cNvPr>
          <p:cNvCxnSpPr/>
          <p:nvPr/>
        </p:nvCxnSpPr>
        <p:spPr>
          <a:xfrm>
            <a:off x="3458041" y="3311232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279945C-EBA8-545C-E7CD-E644E8D2B62C}"/>
              </a:ext>
            </a:extLst>
          </p:cNvPr>
          <p:cNvCxnSpPr/>
          <p:nvPr/>
        </p:nvCxnSpPr>
        <p:spPr>
          <a:xfrm>
            <a:off x="4968589" y="664319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ED86A970-2531-772E-851D-DE775E6077F7}"/>
              </a:ext>
            </a:extLst>
          </p:cNvPr>
          <p:cNvCxnSpPr/>
          <p:nvPr/>
        </p:nvCxnSpPr>
        <p:spPr>
          <a:xfrm>
            <a:off x="4968589" y="1798456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63AC93A-13CE-6D2B-85A8-B83BC1071EEB}"/>
              </a:ext>
            </a:extLst>
          </p:cNvPr>
          <p:cNvCxnSpPr/>
          <p:nvPr/>
        </p:nvCxnSpPr>
        <p:spPr>
          <a:xfrm>
            <a:off x="4968589" y="2932593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6299B893-BC9D-BEF6-9427-90CDE4433767}"/>
              </a:ext>
            </a:extLst>
          </p:cNvPr>
          <p:cNvSpPr/>
          <p:nvPr/>
        </p:nvSpPr>
        <p:spPr>
          <a:xfrm>
            <a:off x="356477" y="1421597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F534F86E-60EA-02F2-73A0-393FF7AAFC57}"/>
              </a:ext>
            </a:extLst>
          </p:cNvPr>
          <p:cNvSpPr/>
          <p:nvPr/>
        </p:nvSpPr>
        <p:spPr>
          <a:xfrm>
            <a:off x="356470" y="1039919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8C5F93F7-8903-4816-447F-BF262225E7BA}"/>
              </a:ext>
            </a:extLst>
          </p:cNvPr>
          <p:cNvSpPr/>
          <p:nvPr/>
        </p:nvSpPr>
        <p:spPr>
          <a:xfrm>
            <a:off x="356458" y="659905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59E04C04-A07D-02D0-8F20-603546230F7C}"/>
              </a:ext>
            </a:extLst>
          </p:cNvPr>
          <p:cNvSpPr/>
          <p:nvPr/>
        </p:nvSpPr>
        <p:spPr>
          <a:xfrm>
            <a:off x="352759" y="289229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5725B4D8-52D9-D3FB-37C3-1A9BE46A5ACF}"/>
              </a:ext>
            </a:extLst>
          </p:cNvPr>
          <p:cNvSpPr/>
          <p:nvPr/>
        </p:nvSpPr>
        <p:spPr>
          <a:xfrm>
            <a:off x="356458" y="2921822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F5D9F224-E722-3BA2-193D-1465E4B5427B}"/>
              </a:ext>
            </a:extLst>
          </p:cNvPr>
          <p:cNvSpPr/>
          <p:nvPr/>
        </p:nvSpPr>
        <p:spPr>
          <a:xfrm>
            <a:off x="356452" y="2540144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62A3AF41-8B85-1F35-9614-94ED0912338D}"/>
              </a:ext>
            </a:extLst>
          </p:cNvPr>
          <p:cNvSpPr/>
          <p:nvPr/>
        </p:nvSpPr>
        <p:spPr>
          <a:xfrm>
            <a:off x="356440" y="2160130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3092CA77-AD9A-E46A-1EAE-85B9F0200B4D}"/>
              </a:ext>
            </a:extLst>
          </p:cNvPr>
          <p:cNvSpPr/>
          <p:nvPr/>
        </p:nvSpPr>
        <p:spPr>
          <a:xfrm>
            <a:off x="352741" y="1789453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1049DCC-0810-A217-164F-17FCCEFB0FA6}"/>
                  </a:ext>
                </a:extLst>
              </p:cNvPr>
              <p:cNvSpPr txBox="1"/>
              <p:nvPr/>
            </p:nvSpPr>
            <p:spPr>
              <a:xfrm>
                <a:off x="2826155" y="1563160"/>
                <a:ext cx="405752" cy="183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𝑗𝑖𝑡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1049DCC-0810-A217-164F-17FCCEFB0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6155" y="1563160"/>
                <a:ext cx="405752" cy="1833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D2596DD2-B3B8-AFB9-D4E8-97A3E6E938AE}"/>
                  </a:ext>
                </a:extLst>
              </p:cNvPr>
              <p:cNvSpPr txBox="1"/>
              <p:nvPr/>
            </p:nvSpPr>
            <p:spPr>
              <a:xfrm>
                <a:off x="4246435" y="40409"/>
                <a:ext cx="405752" cy="183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𝑗𝑖𝑡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D2596DD2-B3B8-AFB9-D4E8-97A3E6E938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6435" y="40409"/>
                <a:ext cx="405752" cy="1833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537FF8B7-6DD6-40A2-2BA7-67F6D2C464D1}"/>
              </a:ext>
            </a:extLst>
          </p:cNvPr>
          <p:cNvCxnSpPr/>
          <p:nvPr/>
        </p:nvCxnSpPr>
        <p:spPr>
          <a:xfrm>
            <a:off x="3654441" y="1421598"/>
            <a:ext cx="0" cy="367856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401CB0A7-A52B-9D28-482E-B61A49D7DCEF}"/>
                  </a:ext>
                </a:extLst>
              </p:cNvPr>
              <p:cNvSpPr txBox="1"/>
              <p:nvPr/>
            </p:nvSpPr>
            <p:spPr>
              <a:xfrm>
                <a:off x="3655796" y="1507793"/>
                <a:ext cx="375937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401CB0A7-A52B-9D28-482E-B61A49D7D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5796" y="1507793"/>
                <a:ext cx="375937" cy="17036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4D96CE51-B385-9EF4-E26A-778B6671351D}"/>
              </a:ext>
            </a:extLst>
          </p:cNvPr>
          <p:cNvCxnSpPr>
            <a:cxnSpLocks/>
          </p:cNvCxnSpPr>
          <p:nvPr/>
        </p:nvCxnSpPr>
        <p:spPr>
          <a:xfrm flipH="1">
            <a:off x="5141346" y="286867"/>
            <a:ext cx="1355" cy="1502587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EDA7CDAB-7C91-3057-4FCA-C202215FEDDC}"/>
                  </a:ext>
                </a:extLst>
              </p:cNvPr>
              <p:cNvSpPr txBox="1"/>
              <p:nvPr/>
            </p:nvSpPr>
            <p:spPr>
              <a:xfrm>
                <a:off x="4914020" y="43701"/>
                <a:ext cx="375937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EDA7CDAB-7C91-3057-4FCA-C202215FED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020" y="43701"/>
                <a:ext cx="375937" cy="17036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8" name="TextBox 117">
            <a:extLst>
              <a:ext uri="{FF2B5EF4-FFF2-40B4-BE49-F238E27FC236}">
                <a16:creationId xmlns:a16="http://schemas.microsoft.com/office/drawing/2014/main" id="{B1C6DF87-45F6-2A79-E791-84D47CC5E29F}"/>
              </a:ext>
            </a:extLst>
          </p:cNvPr>
          <p:cNvSpPr txBox="1"/>
          <p:nvPr/>
        </p:nvSpPr>
        <p:spPr>
          <a:xfrm>
            <a:off x="2088369" y="194516"/>
            <a:ext cx="46038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Actuators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99B65D2-4389-3C5B-07D9-841B6A549B66}"/>
              </a:ext>
            </a:extLst>
          </p:cNvPr>
          <p:cNvSpPr txBox="1"/>
          <p:nvPr/>
        </p:nvSpPr>
        <p:spPr>
          <a:xfrm>
            <a:off x="492067" y="381886"/>
            <a:ext cx="421910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Lenslets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695691D8-DAA0-0BF6-CC5F-1117D1761B5F}"/>
              </a:ext>
            </a:extLst>
          </p:cNvPr>
          <p:cNvCxnSpPr>
            <a:cxnSpLocks/>
          </p:cNvCxnSpPr>
          <p:nvPr/>
        </p:nvCxnSpPr>
        <p:spPr>
          <a:xfrm flipH="1">
            <a:off x="1950830" y="2934351"/>
            <a:ext cx="1500597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01331DD2-0DF6-1110-F89C-4782A53237EB}"/>
                  </a:ext>
                </a:extLst>
              </p:cNvPr>
              <p:cNvSpPr txBox="1"/>
              <p:nvPr/>
            </p:nvSpPr>
            <p:spPr>
              <a:xfrm>
                <a:off x="2281523" y="3015715"/>
                <a:ext cx="587469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01331DD2-0DF6-1110-F89C-4782A53237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1523" y="3015715"/>
                <a:ext cx="587469" cy="1703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8B272DA5-0C23-B43C-1768-A83F5A1E9C42}"/>
              </a:ext>
            </a:extLst>
          </p:cNvPr>
          <p:cNvCxnSpPr>
            <a:cxnSpLocks/>
          </p:cNvCxnSpPr>
          <p:nvPr/>
        </p:nvCxnSpPr>
        <p:spPr>
          <a:xfrm flipH="1">
            <a:off x="3471367" y="2934351"/>
            <a:ext cx="1500597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4D10A6D9-D191-BE95-E849-11A6A67D2906}"/>
                  </a:ext>
                </a:extLst>
              </p:cNvPr>
              <p:cNvSpPr txBox="1"/>
              <p:nvPr/>
            </p:nvSpPr>
            <p:spPr>
              <a:xfrm>
                <a:off x="3787115" y="3035684"/>
                <a:ext cx="587469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4D10A6D9-D191-BE95-E849-11A6A67D29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7115" y="3035684"/>
                <a:ext cx="587469" cy="17036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9FDD8496-34E6-3017-28CF-CA79596BBF95}"/>
              </a:ext>
            </a:extLst>
          </p:cNvPr>
          <p:cNvCxnSpPr>
            <a:cxnSpLocks/>
          </p:cNvCxnSpPr>
          <p:nvPr/>
        </p:nvCxnSpPr>
        <p:spPr>
          <a:xfrm flipH="1">
            <a:off x="440263" y="2934351"/>
            <a:ext cx="1500597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3F4AE31E-DF12-FBF9-AE26-E6918D92F8E7}"/>
                  </a:ext>
                </a:extLst>
              </p:cNvPr>
              <p:cNvSpPr txBox="1"/>
              <p:nvPr/>
            </p:nvSpPr>
            <p:spPr>
              <a:xfrm>
                <a:off x="770956" y="3015715"/>
                <a:ext cx="588366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𝑊𝐹𝑆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3F4AE31E-DF12-FBF9-AE26-E6918D92F8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56" y="3015715"/>
                <a:ext cx="588366" cy="1703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Partial Circle 127">
            <a:extLst>
              <a:ext uri="{FF2B5EF4-FFF2-40B4-BE49-F238E27FC236}">
                <a16:creationId xmlns:a16="http://schemas.microsoft.com/office/drawing/2014/main" id="{2F2A43B2-9D4F-232A-40D5-9B7F8583FCA0}"/>
              </a:ext>
            </a:extLst>
          </p:cNvPr>
          <p:cNvSpPr/>
          <p:nvPr/>
        </p:nvSpPr>
        <p:spPr>
          <a:xfrm>
            <a:off x="2894099" y="851388"/>
            <a:ext cx="1144621" cy="1146396"/>
          </a:xfrm>
          <a:prstGeom prst="pie">
            <a:avLst>
              <a:gd name="adj1" fmla="val 19362759"/>
              <a:gd name="adj2" fmla="val 21568508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 dirty="0">
              <a:solidFill>
                <a:schemeClr val="tx1"/>
              </a:solidFill>
            </a:endParaRPr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08DC0E51-5BD6-D87A-4A3B-A08526A17D52}"/>
              </a:ext>
            </a:extLst>
          </p:cNvPr>
          <p:cNvCxnSpPr>
            <a:cxnSpLocks/>
          </p:cNvCxnSpPr>
          <p:nvPr/>
        </p:nvCxnSpPr>
        <p:spPr>
          <a:xfrm>
            <a:off x="3482956" y="1421597"/>
            <a:ext cx="148126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D37F2DA-50E4-86DA-EA76-DCCABE3AC6FF}"/>
                  </a:ext>
                </a:extLst>
              </p:cNvPr>
              <p:cNvSpPr txBox="1"/>
              <p:nvPr/>
            </p:nvSpPr>
            <p:spPr>
              <a:xfrm>
                <a:off x="3786728" y="1829665"/>
                <a:ext cx="710964" cy="183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sSubSup>
                            <m:sSubSupPr>
                              <m:ctrlPr>
                                <a:rPr lang="en-GB" sz="507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𝑗𝑖𝑡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𝐷𝑀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+ 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𝑗𝑖𝑡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D37F2DA-50E4-86DA-EA76-DCCABE3AC6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6728" y="1829665"/>
                <a:ext cx="710964" cy="1833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59BA1AD4-2F93-3B9C-3FFE-E09835647B68}"/>
              </a:ext>
            </a:extLst>
          </p:cNvPr>
          <p:cNvCxnSpPr>
            <a:cxnSpLocks/>
            <a:stCxn id="132" idx="0"/>
          </p:cNvCxnSpPr>
          <p:nvPr/>
        </p:nvCxnSpPr>
        <p:spPr>
          <a:xfrm flipH="1" flipV="1">
            <a:off x="4060261" y="1325094"/>
            <a:ext cx="81949" cy="504571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5E565A9-FB1F-1173-A96F-2949FBD212C0}"/>
              </a:ext>
            </a:extLst>
          </p:cNvPr>
          <p:cNvCxnSpPr>
            <a:cxnSpLocks/>
            <a:stCxn id="111" idx="2"/>
          </p:cNvCxnSpPr>
          <p:nvPr/>
        </p:nvCxnSpPr>
        <p:spPr>
          <a:xfrm>
            <a:off x="4449311" y="223729"/>
            <a:ext cx="35240" cy="681466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4775E196-7772-0683-3AF0-4CDC030C6DCE}"/>
              </a:ext>
            </a:extLst>
          </p:cNvPr>
          <p:cNvCxnSpPr>
            <a:cxnSpLocks/>
          </p:cNvCxnSpPr>
          <p:nvPr/>
        </p:nvCxnSpPr>
        <p:spPr>
          <a:xfrm>
            <a:off x="432085" y="1798643"/>
            <a:ext cx="1508775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927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F071674A-652B-0CA3-5091-0543F345DDFD}"/>
              </a:ext>
            </a:extLst>
          </p:cNvPr>
          <p:cNvGrpSpPr/>
          <p:nvPr/>
        </p:nvGrpSpPr>
        <p:grpSpPr>
          <a:xfrm>
            <a:off x="-27211" y="-5001"/>
            <a:ext cx="5485036" cy="3625171"/>
            <a:chOff x="-300517" y="-5001"/>
            <a:chExt cx="5755612" cy="3625171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272305A9-8339-9C9C-862D-E131DF70DF93}"/>
                </a:ext>
              </a:extLst>
            </p:cNvPr>
            <p:cNvSpPr/>
            <p:nvPr/>
          </p:nvSpPr>
          <p:spPr>
            <a:xfrm>
              <a:off x="4870183" y="0"/>
              <a:ext cx="110681" cy="3615452"/>
            </a:xfrm>
            <a:custGeom>
              <a:avLst/>
              <a:gdLst>
                <a:gd name="connsiteX0" fmla="*/ 143684 w 210820"/>
                <a:gd name="connsiteY0" fmla="*/ 0 h 6886575"/>
                <a:gd name="connsiteX1" fmla="*/ 809 w 210820"/>
                <a:gd name="connsiteY1" fmla="*/ 1266825 h 6886575"/>
                <a:gd name="connsiteX2" fmla="*/ 200834 w 210820"/>
                <a:gd name="connsiteY2" fmla="*/ 3429000 h 6886575"/>
                <a:gd name="connsiteX3" fmla="*/ 181784 w 210820"/>
                <a:gd name="connsiteY3" fmla="*/ 5591175 h 6886575"/>
                <a:gd name="connsiteX4" fmla="*/ 191309 w 210820"/>
                <a:gd name="connsiteY4" fmla="*/ 6886575 h 6886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0820" h="6886575">
                  <a:moveTo>
                    <a:pt x="143684" y="0"/>
                  </a:moveTo>
                  <a:cubicBezTo>
                    <a:pt x="67484" y="347662"/>
                    <a:pt x="-8716" y="695325"/>
                    <a:pt x="809" y="1266825"/>
                  </a:cubicBezTo>
                  <a:cubicBezTo>
                    <a:pt x="10334" y="1838325"/>
                    <a:pt x="170672" y="2708275"/>
                    <a:pt x="200834" y="3429000"/>
                  </a:cubicBezTo>
                  <a:cubicBezTo>
                    <a:pt x="230996" y="4149725"/>
                    <a:pt x="183371" y="5014913"/>
                    <a:pt x="181784" y="5591175"/>
                  </a:cubicBezTo>
                  <a:cubicBezTo>
                    <a:pt x="180197" y="6167437"/>
                    <a:pt x="185753" y="6527006"/>
                    <a:pt x="191309" y="6886575"/>
                  </a:cubicBezTo>
                </a:path>
              </a:pathLst>
            </a:custGeom>
            <a:noFill/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F1B20F6-7EA2-9B67-5FFA-515122FBEA88}"/>
                </a:ext>
              </a:extLst>
            </p:cNvPr>
            <p:cNvSpPr/>
            <p:nvPr/>
          </p:nvSpPr>
          <p:spPr>
            <a:xfrm>
              <a:off x="3360780" y="0"/>
              <a:ext cx="316030" cy="3585448"/>
            </a:xfrm>
            <a:custGeom>
              <a:avLst/>
              <a:gdLst>
                <a:gd name="connsiteX0" fmla="*/ 180289 w 601961"/>
                <a:gd name="connsiteY0" fmla="*/ 0 h 6829425"/>
                <a:gd name="connsiteX1" fmla="*/ 18364 w 601961"/>
                <a:gd name="connsiteY1" fmla="*/ 561975 h 6829425"/>
                <a:gd name="connsiteX2" fmla="*/ 561289 w 601961"/>
                <a:gd name="connsiteY2" fmla="*/ 1990725 h 6829425"/>
                <a:gd name="connsiteX3" fmla="*/ 504139 w 601961"/>
                <a:gd name="connsiteY3" fmla="*/ 3419475 h 6829425"/>
                <a:gd name="connsiteX4" fmla="*/ 37414 w 601961"/>
                <a:gd name="connsiteY4" fmla="*/ 4876800 h 6829425"/>
                <a:gd name="connsiteX5" fmla="*/ 189814 w 601961"/>
                <a:gd name="connsiteY5" fmla="*/ 6296025 h 6829425"/>
                <a:gd name="connsiteX6" fmla="*/ 237439 w 601961"/>
                <a:gd name="connsiteY6" fmla="*/ 6829425 h 6829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01961" h="6829425">
                  <a:moveTo>
                    <a:pt x="180289" y="0"/>
                  </a:moveTo>
                  <a:cubicBezTo>
                    <a:pt x="67576" y="115094"/>
                    <a:pt x="-45136" y="230188"/>
                    <a:pt x="18364" y="561975"/>
                  </a:cubicBezTo>
                  <a:cubicBezTo>
                    <a:pt x="81864" y="893762"/>
                    <a:pt x="480327" y="1514475"/>
                    <a:pt x="561289" y="1990725"/>
                  </a:cubicBezTo>
                  <a:cubicBezTo>
                    <a:pt x="642251" y="2466975"/>
                    <a:pt x="591452" y="2938462"/>
                    <a:pt x="504139" y="3419475"/>
                  </a:cubicBezTo>
                  <a:cubicBezTo>
                    <a:pt x="416826" y="3900488"/>
                    <a:pt x="89801" y="4397375"/>
                    <a:pt x="37414" y="4876800"/>
                  </a:cubicBezTo>
                  <a:cubicBezTo>
                    <a:pt x="-14973" y="5356225"/>
                    <a:pt x="156477" y="5970588"/>
                    <a:pt x="189814" y="6296025"/>
                  </a:cubicBezTo>
                  <a:cubicBezTo>
                    <a:pt x="223151" y="6621462"/>
                    <a:pt x="230295" y="6725443"/>
                    <a:pt x="237439" y="6829425"/>
                  </a:cubicBez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7EB131BF-9E50-D802-B9C0-C2338BE4530F}"/>
                </a:ext>
              </a:extLst>
            </p:cNvPr>
            <p:cNvSpPr/>
            <p:nvPr/>
          </p:nvSpPr>
          <p:spPr>
            <a:xfrm>
              <a:off x="1709080" y="-5001"/>
              <a:ext cx="633996" cy="3590449"/>
            </a:xfrm>
            <a:custGeom>
              <a:avLst/>
              <a:gdLst>
                <a:gd name="connsiteX0" fmla="*/ 449834 w 1207612"/>
                <a:gd name="connsiteY0" fmla="*/ 0 h 6838950"/>
                <a:gd name="connsiteX1" fmla="*/ 78359 w 1207612"/>
                <a:gd name="connsiteY1" fmla="*/ 561975 h 6838950"/>
                <a:gd name="connsiteX2" fmla="*/ 30734 w 1207612"/>
                <a:gd name="connsiteY2" fmla="*/ 1285875 h 6838950"/>
                <a:gd name="connsiteX3" fmla="*/ 449834 w 1207612"/>
                <a:gd name="connsiteY3" fmla="*/ 2009775 h 6838950"/>
                <a:gd name="connsiteX4" fmla="*/ 1164209 w 1207612"/>
                <a:gd name="connsiteY4" fmla="*/ 2714625 h 6838950"/>
                <a:gd name="connsiteX5" fmla="*/ 459359 w 1207612"/>
                <a:gd name="connsiteY5" fmla="*/ 3448050 h 6838950"/>
                <a:gd name="connsiteX6" fmla="*/ 1192784 w 1207612"/>
                <a:gd name="connsiteY6" fmla="*/ 4133850 h 6838950"/>
                <a:gd name="connsiteX7" fmla="*/ 916559 w 1207612"/>
                <a:gd name="connsiteY7" fmla="*/ 4876800 h 6838950"/>
                <a:gd name="connsiteX8" fmla="*/ 497459 w 1207612"/>
                <a:gd name="connsiteY8" fmla="*/ 5562600 h 6838950"/>
                <a:gd name="connsiteX9" fmla="*/ 230759 w 1207612"/>
                <a:gd name="connsiteY9" fmla="*/ 6324600 h 6838950"/>
                <a:gd name="connsiteX10" fmla="*/ 468884 w 1207612"/>
                <a:gd name="connsiteY10" fmla="*/ 6838950 h 6838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07612" h="6838950">
                  <a:moveTo>
                    <a:pt x="449834" y="0"/>
                  </a:moveTo>
                  <a:cubicBezTo>
                    <a:pt x="299021" y="173831"/>
                    <a:pt x="148209" y="347663"/>
                    <a:pt x="78359" y="561975"/>
                  </a:cubicBezTo>
                  <a:cubicBezTo>
                    <a:pt x="8509" y="776288"/>
                    <a:pt x="-31178" y="1044575"/>
                    <a:pt x="30734" y="1285875"/>
                  </a:cubicBezTo>
                  <a:cubicBezTo>
                    <a:pt x="92646" y="1527175"/>
                    <a:pt x="260921" y="1771650"/>
                    <a:pt x="449834" y="2009775"/>
                  </a:cubicBezTo>
                  <a:cubicBezTo>
                    <a:pt x="638747" y="2247900"/>
                    <a:pt x="1162622" y="2474913"/>
                    <a:pt x="1164209" y="2714625"/>
                  </a:cubicBezTo>
                  <a:cubicBezTo>
                    <a:pt x="1165796" y="2954337"/>
                    <a:pt x="454597" y="3211513"/>
                    <a:pt x="459359" y="3448050"/>
                  </a:cubicBezTo>
                  <a:cubicBezTo>
                    <a:pt x="464121" y="3684587"/>
                    <a:pt x="1116584" y="3895725"/>
                    <a:pt x="1192784" y="4133850"/>
                  </a:cubicBezTo>
                  <a:cubicBezTo>
                    <a:pt x="1268984" y="4371975"/>
                    <a:pt x="1032446" y="4638675"/>
                    <a:pt x="916559" y="4876800"/>
                  </a:cubicBezTo>
                  <a:cubicBezTo>
                    <a:pt x="800672" y="5114925"/>
                    <a:pt x="611759" y="5321300"/>
                    <a:pt x="497459" y="5562600"/>
                  </a:cubicBezTo>
                  <a:cubicBezTo>
                    <a:pt x="383159" y="5803900"/>
                    <a:pt x="235522" y="6111875"/>
                    <a:pt x="230759" y="6324600"/>
                  </a:cubicBezTo>
                  <a:cubicBezTo>
                    <a:pt x="225996" y="6537325"/>
                    <a:pt x="347440" y="6688137"/>
                    <a:pt x="468884" y="6838950"/>
                  </a:cubicBez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CAD6071-1EAB-F7AA-93C1-ED95838A6839}"/>
                </a:ext>
              </a:extLst>
            </p:cNvPr>
            <p:cNvCxnSpPr/>
            <p:nvPr/>
          </p:nvCxnSpPr>
          <p:spPr>
            <a:xfrm>
              <a:off x="1950848" y="283057"/>
              <a:ext cx="0" cy="3024336"/>
            </a:xfrm>
            <a:prstGeom prst="line">
              <a:avLst/>
            </a:prstGeom>
            <a:ln w="38100">
              <a:solidFill>
                <a:srgbClr val="FF0000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91B5CA1-45BE-3968-745B-D703CD7CF2B5}"/>
                </a:ext>
              </a:extLst>
            </p:cNvPr>
            <p:cNvCxnSpPr/>
            <p:nvPr/>
          </p:nvCxnSpPr>
          <p:spPr>
            <a:xfrm>
              <a:off x="3461422" y="283056"/>
              <a:ext cx="0" cy="3024336"/>
            </a:xfrm>
            <a:prstGeom prst="line">
              <a:avLst/>
            </a:prstGeom>
            <a:ln w="38100">
              <a:solidFill>
                <a:srgbClr val="FF0000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F75C380-8303-B21C-155B-E7F5E43D40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6965" y="0"/>
              <a:ext cx="0" cy="3615452"/>
            </a:xfrm>
            <a:prstGeom prst="line">
              <a:avLst/>
            </a:prstGeom>
            <a:ln w="22225">
              <a:solidFill>
                <a:srgbClr val="FF0000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8915FF3-B87A-7D33-4F8A-E90D2961FF14}"/>
                </a:ext>
              </a:extLst>
            </p:cNvPr>
            <p:cNvSpPr txBox="1"/>
            <p:nvPr/>
          </p:nvSpPr>
          <p:spPr>
            <a:xfrm>
              <a:off x="36041" y="3286174"/>
              <a:ext cx="8267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SH-WFS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D28776A-12A4-47F6-2483-6C3626F6B0D1}"/>
                </a:ext>
              </a:extLst>
            </p:cNvPr>
            <p:cNvSpPr txBox="1"/>
            <p:nvPr/>
          </p:nvSpPr>
          <p:spPr>
            <a:xfrm>
              <a:off x="1940276" y="3312393"/>
              <a:ext cx="5453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DM3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FDD2FD3-856C-2819-E59C-D68EB1CC3592}"/>
                </a:ext>
              </a:extLst>
            </p:cNvPr>
            <p:cNvSpPr txBox="1"/>
            <p:nvPr/>
          </p:nvSpPr>
          <p:spPr>
            <a:xfrm>
              <a:off x="3450855" y="3312393"/>
              <a:ext cx="5453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DM2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A4382EB-C165-C95A-CB29-8AD5E85769EB}"/>
                </a:ext>
              </a:extLst>
            </p:cNvPr>
            <p:cNvSpPr txBox="1"/>
            <p:nvPr/>
          </p:nvSpPr>
          <p:spPr>
            <a:xfrm>
              <a:off x="4909753" y="3295699"/>
              <a:ext cx="54534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DM1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1515AA6-2E40-A045-F711-7A45423389DE}"/>
                </a:ext>
              </a:extLst>
            </p:cNvPr>
            <p:cNvCxnSpPr/>
            <p:nvPr/>
          </p:nvCxnSpPr>
          <p:spPr>
            <a:xfrm>
              <a:off x="1947492" y="287460"/>
              <a:ext cx="15121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12A557B-522F-259D-A855-E7D40F3DA3AF}"/>
                </a:ext>
              </a:extLst>
            </p:cNvPr>
            <p:cNvCxnSpPr/>
            <p:nvPr/>
          </p:nvCxnSpPr>
          <p:spPr>
            <a:xfrm>
              <a:off x="1947492" y="665506"/>
              <a:ext cx="15121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0226A44-C5C8-3D52-2738-7564A7BE11BF}"/>
                </a:ext>
              </a:extLst>
            </p:cNvPr>
            <p:cNvCxnSpPr/>
            <p:nvPr/>
          </p:nvCxnSpPr>
          <p:spPr>
            <a:xfrm>
              <a:off x="1947492" y="1043551"/>
              <a:ext cx="15121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4438352-2303-5D40-7263-788A9FC27B53}"/>
                </a:ext>
              </a:extLst>
            </p:cNvPr>
            <p:cNvCxnSpPr/>
            <p:nvPr/>
          </p:nvCxnSpPr>
          <p:spPr>
            <a:xfrm>
              <a:off x="1947492" y="1421597"/>
              <a:ext cx="15121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9358198-6631-10EA-641E-3D625E776020}"/>
                </a:ext>
              </a:extLst>
            </p:cNvPr>
            <p:cNvCxnSpPr/>
            <p:nvPr/>
          </p:nvCxnSpPr>
          <p:spPr>
            <a:xfrm>
              <a:off x="1947492" y="1799643"/>
              <a:ext cx="15121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1B57F5C-B8DF-39BE-F172-1050520AE4E4}"/>
                </a:ext>
              </a:extLst>
            </p:cNvPr>
            <p:cNvCxnSpPr/>
            <p:nvPr/>
          </p:nvCxnSpPr>
          <p:spPr>
            <a:xfrm>
              <a:off x="1947492" y="2177688"/>
              <a:ext cx="15121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AE1B18C-7CBB-0E46-C0A9-5736B80A2F82}"/>
                </a:ext>
              </a:extLst>
            </p:cNvPr>
            <p:cNvCxnSpPr/>
            <p:nvPr/>
          </p:nvCxnSpPr>
          <p:spPr>
            <a:xfrm>
              <a:off x="1947492" y="2555734"/>
              <a:ext cx="15121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D573A71-C9DE-DF3F-8EDD-20DB8AF687A1}"/>
                </a:ext>
              </a:extLst>
            </p:cNvPr>
            <p:cNvCxnSpPr/>
            <p:nvPr/>
          </p:nvCxnSpPr>
          <p:spPr>
            <a:xfrm>
              <a:off x="1947492" y="2933780"/>
              <a:ext cx="15121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B501591-762C-3388-FCD4-F62EF37C8066}"/>
                </a:ext>
              </a:extLst>
            </p:cNvPr>
            <p:cNvCxnSpPr/>
            <p:nvPr/>
          </p:nvCxnSpPr>
          <p:spPr>
            <a:xfrm>
              <a:off x="1947492" y="3311825"/>
              <a:ext cx="15121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544E9CA-1A64-E16E-9222-0EE96F490FF4}"/>
                </a:ext>
              </a:extLst>
            </p:cNvPr>
            <p:cNvCxnSpPr/>
            <p:nvPr/>
          </p:nvCxnSpPr>
          <p:spPr>
            <a:xfrm>
              <a:off x="3458041" y="286867"/>
              <a:ext cx="15121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7B41C73-3E28-9FE9-0E7E-80D135A56846}"/>
                </a:ext>
              </a:extLst>
            </p:cNvPr>
            <p:cNvCxnSpPr/>
            <p:nvPr/>
          </p:nvCxnSpPr>
          <p:spPr>
            <a:xfrm>
              <a:off x="3458041" y="1042958"/>
              <a:ext cx="15121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01CECE7-2641-2ECD-D030-83FE45DEA1D3}"/>
                </a:ext>
              </a:extLst>
            </p:cNvPr>
            <p:cNvCxnSpPr/>
            <p:nvPr/>
          </p:nvCxnSpPr>
          <p:spPr>
            <a:xfrm>
              <a:off x="3458041" y="1799050"/>
              <a:ext cx="15121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7CDD5A5-E329-5F4D-9BD4-7BFB6405E003}"/>
                </a:ext>
              </a:extLst>
            </p:cNvPr>
            <p:cNvCxnSpPr/>
            <p:nvPr/>
          </p:nvCxnSpPr>
          <p:spPr>
            <a:xfrm>
              <a:off x="3458041" y="2555141"/>
              <a:ext cx="15121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11CA390-CB13-FE7D-E2CF-595661B1F656}"/>
                </a:ext>
              </a:extLst>
            </p:cNvPr>
            <p:cNvCxnSpPr/>
            <p:nvPr/>
          </p:nvCxnSpPr>
          <p:spPr>
            <a:xfrm>
              <a:off x="3458041" y="3311232"/>
              <a:ext cx="15121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3056107-351E-2FD3-894F-947068A119FB}"/>
                </a:ext>
              </a:extLst>
            </p:cNvPr>
            <p:cNvCxnSpPr/>
            <p:nvPr/>
          </p:nvCxnSpPr>
          <p:spPr>
            <a:xfrm>
              <a:off x="4968589" y="664319"/>
              <a:ext cx="15121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241CD05-F4CF-56BF-C461-AF505E4DA391}"/>
                </a:ext>
              </a:extLst>
            </p:cNvPr>
            <p:cNvCxnSpPr/>
            <p:nvPr/>
          </p:nvCxnSpPr>
          <p:spPr>
            <a:xfrm>
              <a:off x="4968589" y="1798456"/>
              <a:ext cx="15121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2A18432-0469-BE01-28D3-214D3A96C1A3}"/>
                </a:ext>
              </a:extLst>
            </p:cNvPr>
            <p:cNvCxnSpPr/>
            <p:nvPr/>
          </p:nvCxnSpPr>
          <p:spPr>
            <a:xfrm>
              <a:off x="4968589" y="2932593"/>
              <a:ext cx="151217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ED05A522-BA0F-7E37-D989-044EB66321BF}"/>
                </a:ext>
              </a:extLst>
            </p:cNvPr>
            <p:cNvSpPr/>
            <p:nvPr/>
          </p:nvSpPr>
          <p:spPr>
            <a:xfrm>
              <a:off x="356477" y="1421597"/>
              <a:ext cx="151217" cy="383053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C0556BE0-C352-AD4A-0CDB-3BB334897D74}"/>
                </a:ext>
              </a:extLst>
            </p:cNvPr>
            <p:cNvSpPr/>
            <p:nvPr/>
          </p:nvSpPr>
          <p:spPr>
            <a:xfrm>
              <a:off x="356470" y="1039919"/>
              <a:ext cx="151217" cy="383053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8709BCE-0F25-E62A-22FC-3DCC1121C9DD}"/>
                </a:ext>
              </a:extLst>
            </p:cNvPr>
            <p:cNvSpPr/>
            <p:nvPr/>
          </p:nvSpPr>
          <p:spPr>
            <a:xfrm>
              <a:off x="356458" y="659905"/>
              <a:ext cx="151217" cy="383053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8D39470-76E6-C011-BE1C-F81AF54F3B04}"/>
                </a:ext>
              </a:extLst>
            </p:cNvPr>
            <p:cNvSpPr/>
            <p:nvPr/>
          </p:nvSpPr>
          <p:spPr>
            <a:xfrm>
              <a:off x="352759" y="289229"/>
              <a:ext cx="151217" cy="383053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D936E0C8-1D5F-907E-B686-404A0A56592A}"/>
                </a:ext>
              </a:extLst>
            </p:cNvPr>
            <p:cNvSpPr/>
            <p:nvPr/>
          </p:nvSpPr>
          <p:spPr>
            <a:xfrm>
              <a:off x="356458" y="2921822"/>
              <a:ext cx="151217" cy="383053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8D1B55F7-B7DD-0506-E30D-37707771C4EF}"/>
                </a:ext>
              </a:extLst>
            </p:cNvPr>
            <p:cNvSpPr/>
            <p:nvPr/>
          </p:nvSpPr>
          <p:spPr>
            <a:xfrm>
              <a:off x="356452" y="2540144"/>
              <a:ext cx="151217" cy="383053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2CA9251-78D6-AE7D-CC1A-6F1193FDAE38}"/>
                </a:ext>
              </a:extLst>
            </p:cNvPr>
            <p:cNvSpPr/>
            <p:nvPr/>
          </p:nvSpPr>
          <p:spPr>
            <a:xfrm>
              <a:off x="356440" y="2160130"/>
              <a:ext cx="151217" cy="383053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71E392F-6D0D-4999-6E33-8DB5457A5F73}"/>
                </a:ext>
              </a:extLst>
            </p:cNvPr>
            <p:cNvSpPr/>
            <p:nvPr/>
          </p:nvSpPr>
          <p:spPr>
            <a:xfrm>
              <a:off x="352741" y="1789453"/>
              <a:ext cx="151217" cy="383053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B157DAB-EF48-1B79-62C7-E4F4A158FBDF}"/>
                </a:ext>
              </a:extLst>
            </p:cNvPr>
            <p:cNvSpPr txBox="1"/>
            <p:nvPr/>
          </p:nvSpPr>
          <p:spPr>
            <a:xfrm>
              <a:off x="3639673" y="189915"/>
              <a:ext cx="93865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Actuators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12A8CCA-97F9-A71E-29F5-D478230DF7E7}"/>
                </a:ext>
              </a:extLst>
            </p:cNvPr>
            <p:cNvSpPr txBox="1"/>
            <p:nvPr/>
          </p:nvSpPr>
          <p:spPr>
            <a:xfrm>
              <a:off x="492067" y="381886"/>
              <a:ext cx="8400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400" dirty="0"/>
                <a:t>Lenslets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ABEE6E36-F602-88CC-FF64-267F15DF26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50830" y="2934351"/>
              <a:ext cx="1500597" cy="0"/>
            </a:xfrm>
            <a:prstGeom prst="straightConnector1">
              <a:avLst/>
            </a:prstGeom>
            <a:ln>
              <a:prstDash val="dash"/>
              <a:headEnd type="triangle" w="lg" len="lg"/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7353121A-A056-82BA-1644-691C68EEB33E}"/>
                    </a:ext>
                  </a:extLst>
                </p:cNvPr>
                <p:cNvSpPr txBox="1"/>
                <p:nvPr/>
              </p:nvSpPr>
              <p:spPr>
                <a:xfrm>
                  <a:off x="2484313" y="2995190"/>
                  <a:ext cx="489108" cy="31720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2,3</m:t>
                            </m:r>
                          </m:sub>
                        </m:sSub>
                      </m:oMath>
                    </m:oMathPara>
                  </a14:m>
                  <a:endParaRPr lang="en-GB" sz="1400" dirty="0"/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7353121A-A056-82BA-1644-691C68EEB3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84313" y="2995190"/>
                  <a:ext cx="489108" cy="317203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925DBCA-0934-6926-F1E1-D95DCD4C1C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1367" y="2934351"/>
              <a:ext cx="1500597" cy="0"/>
            </a:xfrm>
            <a:prstGeom prst="straightConnector1">
              <a:avLst/>
            </a:prstGeom>
            <a:ln>
              <a:prstDash val="dash"/>
              <a:headEnd type="triangle" w="lg" len="lg"/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59826F-6A9C-B16D-E2B0-D8BC560C6391}"/>
                    </a:ext>
                  </a:extLst>
                </p:cNvPr>
                <p:cNvSpPr txBox="1"/>
                <p:nvPr/>
              </p:nvSpPr>
              <p:spPr>
                <a:xfrm>
                  <a:off x="3996481" y="3024361"/>
                  <a:ext cx="484941" cy="31720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lang="en-GB" sz="1400" dirty="0"/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59826F-6A9C-B16D-E2B0-D8BC560C63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96481" y="3024361"/>
                  <a:ext cx="484941" cy="31720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77639518-A2B2-511A-149B-04A09B739F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0263" y="2934351"/>
              <a:ext cx="1500597" cy="0"/>
            </a:xfrm>
            <a:prstGeom prst="straightConnector1">
              <a:avLst/>
            </a:prstGeom>
            <a:ln>
              <a:prstDash val="dash"/>
              <a:headEnd type="triangle" w="lg" len="lg"/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1D599B73-5192-D8A0-22BA-5BC92681F5B1}"/>
                    </a:ext>
                  </a:extLst>
                </p:cNvPr>
                <p:cNvSpPr txBox="1"/>
                <p:nvPr/>
              </p:nvSpPr>
              <p:spPr>
                <a:xfrm>
                  <a:off x="828129" y="2952353"/>
                  <a:ext cx="666529" cy="3250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3,</m:t>
                            </m:r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𝑤𝑓𝑠</m:t>
                            </m:r>
                          </m:sub>
                        </m:sSub>
                      </m:oMath>
                    </m:oMathPara>
                  </a14:m>
                  <a:endParaRPr lang="en-GB" sz="1400" dirty="0"/>
                </a:p>
              </p:txBody>
            </p:sp>
          </mc:Choice>
          <mc:Fallback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1D599B73-5192-D8A0-22BA-5BC92681F5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8129" y="2952353"/>
                  <a:ext cx="666529" cy="325025"/>
                </a:xfrm>
                <a:prstGeom prst="rect">
                  <a:avLst/>
                </a:prstGeom>
                <a:blipFill>
                  <a:blip r:embed="rId4"/>
                  <a:stretch>
                    <a:fillRect b="-1852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0A85844D-16CA-5F5D-31BD-465B035531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61422" y="672281"/>
              <a:ext cx="150716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Partial Circle 45">
              <a:extLst>
                <a:ext uri="{FF2B5EF4-FFF2-40B4-BE49-F238E27FC236}">
                  <a16:creationId xmlns:a16="http://schemas.microsoft.com/office/drawing/2014/main" id="{9B7285F1-558D-D86D-59AC-683E02838E00}"/>
                </a:ext>
              </a:extLst>
            </p:cNvPr>
            <p:cNvSpPr/>
            <p:nvPr/>
          </p:nvSpPr>
          <p:spPr>
            <a:xfrm rot="10800000">
              <a:off x="2899057" y="91134"/>
              <a:ext cx="1144621" cy="1146396"/>
            </a:xfrm>
            <a:prstGeom prst="pie">
              <a:avLst>
                <a:gd name="adj1" fmla="val 20756796"/>
                <a:gd name="adj2" fmla="val 21568508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0228190-7E07-67C9-F8EE-59E2869C7D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47493" y="659906"/>
              <a:ext cx="1510548" cy="3836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B017FD15-94C5-CB61-8EE4-0E12D13A3FDF}"/>
                    </a:ext>
                  </a:extLst>
                </p:cNvPr>
                <p:cNvSpPr txBox="1"/>
                <p:nvPr/>
              </p:nvSpPr>
              <p:spPr>
                <a:xfrm>
                  <a:off x="2671795" y="1246584"/>
                  <a:ext cx="39902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1400" dirty="0"/>
                </a:p>
              </p:txBody>
            </p:sp>
          </mc:Choice>
          <mc:Fallback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B017FD15-94C5-CB61-8EE4-0E12D13A3F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1795" y="1246584"/>
                  <a:ext cx="399020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9D74429F-13B8-6416-39AA-8CCDC2F1C524}"/>
                </a:ext>
              </a:extLst>
            </p:cNvPr>
            <p:cNvCxnSpPr>
              <a:cxnSpLocks/>
              <a:stCxn id="48" idx="0"/>
            </p:cNvCxnSpPr>
            <p:nvPr/>
          </p:nvCxnSpPr>
          <p:spPr>
            <a:xfrm flipV="1">
              <a:off x="2871305" y="866357"/>
              <a:ext cx="53910" cy="380227"/>
            </a:xfrm>
            <a:prstGeom prst="straightConnector1">
              <a:avLst/>
            </a:prstGeom>
            <a:ln>
              <a:solidFill>
                <a:schemeClr val="tx1"/>
              </a:solidFill>
              <a:prstDash val="sysDot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Partial Circle 49">
              <a:extLst>
                <a:ext uri="{FF2B5EF4-FFF2-40B4-BE49-F238E27FC236}">
                  <a16:creationId xmlns:a16="http://schemas.microsoft.com/office/drawing/2014/main" id="{1639D4BD-A2B3-068A-78E3-B5F623D1547E}"/>
                </a:ext>
              </a:extLst>
            </p:cNvPr>
            <p:cNvSpPr/>
            <p:nvPr/>
          </p:nvSpPr>
          <p:spPr>
            <a:xfrm rot="10800000">
              <a:off x="1359824" y="465831"/>
              <a:ext cx="1144621" cy="1146396"/>
            </a:xfrm>
            <a:prstGeom prst="pie">
              <a:avLst>
                <a:gd name="adj1" fmla="val 19362759"/>
                <a:gd name="adj2" fmla="val 20617866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400" dirty="0">
                <a:solidFill>
                  <a:schemeClr val="tx1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D77CAE45-B1A5-1527-7352-9B90FB325F5A}"/>
                </a:ext>
              </a:extLst>
            </p:cNvPr>
            <p:cNvCxnSpPr>
              <a:cxnSpLocks/>
              <a:endCxn id="30" idx="4"/>
            </p:cNvCxnSpPr>
            <p:nvPr/>
          </p:nvCxnSpPr>
          <p:spPr>
            <a:xfrm flipH="1">
              <a:off x="432079" y="1039919"/>
              <a:ext cx="1518752" cy="383053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8149FE-84F9-45CD-2129-A8A5276B696B}"/>
                    </a:ext>
                  </a:extLst>
                </p:cNvPr>
                <p:cNvSpPr txBox="1"/>
                <p:nvPr/>
              </p:nvSpPr>
              <p:spPr>
                <a:xfrm>
                  <a:off x="1260177" y="72033"/>
                  <a:ext cx="39902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GB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GB" sz="1400" dirty="0"/>
                </a:p>
              </p:txBody>
            </p:sp>
          </mc:Choice>
          <mc:Fallback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8149FE-84F9-45CD-2129-A8A5276B69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0177" y="72033"/>
                  <a:ext cx="399020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DE6044A6-5A77-BBDA-D828-AD734696A8D0}"/>
                </a:ext>
              </a:extLst>
            </p:cNvPr>
            <p:cNvCxnSpPr>
              <a:cxnSpLocks/>
              <a:stCxn id="52" idx="2"/>
            </p:cNvCxnSpPr>
            <p:nvPr/>
          </p:nvCxnSpPr>
          <p:spPr>
            <a:xfrm>
              <a:off x="1459688" y="379810"/>
              <a:ext cx="119611" cy="700335"/>
            </a:xfrm>
            <a:prstGeom prst="straightConnector1">
              <a:avLst/>
            </a:prstGeom>
            <a:ln>
              <a:solidFill>
                <a:schemeClr val="tx1"/>
              </a:solidFill>
              <a:prstDash val="sysDot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8FB5C151-4217-32CF-4AF2-1B93F8CDC006}"/>
                </a:ext>
              </a:extLst>
            </p:cNvPr>
            <p:cNvCxnSpPr>
              <a:cxnSpLocks/>
              <a:endCxn id="35" idx="0"/>
            </p:cNvCxnSpPr>
            <p:nvPr/>
          </p:nvCxnSpPr>
          <p:spPr>
            <a:xfrm flipH="1">
              <a:off x="432049" y="1043552"/>
              <a:ext cx="1505105" cy="111657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B71180D6-E24B-A7EC-677F-9AE1016E4B94}"/>
                </a:ext>
              </a:extLst>
            </p:cNvPr>
            <p:cNvCxnSpPr>
              <a:cxnSpLocks/>
              <a:endCxn id="31" idx="0"/>
            </p:cNvCxnSpPr>
            <p:nvPr/>
          </p:nvCxnSpPr>
          <p:spPr>
            <a:xfrm flipH="1" flipV="1">
              <a:off x="432066" y="659906"/>
              <a:ext cx="4539898" cy="12376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05362CCA-3210-99A5-8106-18E6AEAA73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0057" y="648097"/>
              <a:ext cx="1355" cy="1502587"/>
            </a:xfrm>
            <a:prstGeom prst="straightConnector1">
              <a:avLst/>
            </a:prstGeom>
            <a:ln>
              <a:prstDash val="dash"/>
              <a:headEnd type="triangle" w="lg" len="lg"/>
              <a:tailEnd type="triangl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C43A21FE-E146-84D6-06C0-38F24B1843D3}"/>
                    </a:ext>
                  </a:extLst>
                </p:cNvPr>
                <p:cNvSpPr txBox="1"/>
                <p:nvPr/>
              </p:nvSpPr>
              <p:spPr>
                <a:xfrm>
                  <a:off x="-300517" y="2088257"/>
                  <a:ext cx="5271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400" i="1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GB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GB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1400" dirty="0"/>
                </a:p>
              </p:txBody>
            </p:sp>
          </mc:Choice>
          <mc:Fallback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C43A21FE-E146-84D6-06C0-38F24B184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00517" y="2088257"/>
                  <a:ext cx="527163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33A2523C-0FF8-5559-F170-17BE09915A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19717" y="2174880"/>
              <a:ext cx="4539898" cy="12376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45238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9F292-2E36-18DB-3C3F-506729CD7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39ABC7FD-F9D7-6735-88D6-6AFB33AB12A4}"/>
              </a:ext>
            </a:extLst>
          </p:cNvPr>
          <p:cNvSpPr/>
          <p:nvPr/>
        </p:nvSpPr>
        <p:spPr>
          <a:xfrm>
            <a:off x="4870183" y="0"/>
            <a:ext cx="110681" cy="3615452"/>
          </a:xfrm>
          <a:custGeom>
            <a:avLst/>
            <a:gdLst>
              <a:gd name="connsiteX0" fmla="*/ 143684 w 210820"/>
              <a:gd name="connsiteY0" fmla="*/ 0 h 6886575"/>
              <a:gd name="connsiteX1" fmla="*/ 809 w 210820"/>
              <a:gd name="connsiteY1" fmla="*/ 1266825 h 6886575"/>
              <a:gd name="connsiteX2" fmla="*/ 200834 w 210820"/>
              <a:gd name="connsiteY2" fmla="*/ 3429000 h 6886575"/>
              <a:gd name="connsiteX3" fmla="*/ 181784 w 210820"/>
              <a:gd name="connsiteY3" fmla="*/ 5591175 h 6886575"/>
              <a:gd name="connsiteX4" fmla="*/ 191309 w 210820"/>
              <a:gd name="connsiteY4" fmla="*/ 6886575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0820" h="6886575">
                <a:moveTo>
                  <a:pt x="143684" y="0"/>
                </a:moveTo>
                <a:cubicBezTo>
                  <a:pt x="67484" y="347662"/>
                  <a:pt x="-8716" y="695325"/>
                  <a:pt x="809" y="1266825"/>
                </a:cubicBezTo>
                <a:cubicBezTo>
                  <a:pt x="10334" y="1838325"/>
                  <a:pt x="170672" y="2708275"/>
                  <a:pt x="200834" y="3429000"/>
                </a:cubicBezTo>
                <a:cubicBezTo>
                  <a:pt x="230996" y="4149725"/>
                  <a:pt x="183371" y="5014913"/>
                  <a:pt x="181784" y="5591175"/>
                </a:cubicBezTo>
                <a:cubicBezTo>
                  <a:pt x="180197" y="6167437"/>
                  <a:pt x="185753" y="6527006"/>
                  <a:pt x="191309" y="6886575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6E501C24-F38F-91D4-88AE-A606996C8915}"/>
              </a:ext>
            </a:extLst>
          </p:cNvPr>
          <p:cNvSpPr/>
          <p:nvPr/>
        </p:nvSpPr>
        <p:spPr>
          <a:xfrm>
            <a:off x="3360780" y="0"/>
            <a:ext cx="316030" cy="3585448"/>
          </a:xfrm>
          <a:custGeom>
            <a:avLst/>
            <a:gdLst>
              <a:gd name="connsiteX0" fmla="*/ 180289 w 601961"/>
              <a:gd name="connsiteY0" fmla="*/ 0 h 6829425"/>
              <a:gd name="connsiteX1" fmla="*/ 18364 w 601961"/>
              <a:gd name="connsiteY1" fmla="*/ 561975 h 6829425"/>
              <a:gd name="connsiteX2" fmla="*/ 561289 w 601961"/>
              <a:gd name="connsiteY2" fmla="*/ 1990725 h 6829425"/>
              <a:gd name="connsiteX3" fmla="*/ 504139 w 601961"/>
              <a:gd name="connsiteY3" fmla="*/ 3419475 h 6829425"/>
              <a:gd name="connsiteX4" fmla="*/ 37414 w 601961"/>
              <a:gd name="connsiteY4" fmla="*/ 4876800 h 6829425"/>
              <a:gd name="connsiteX5" fmla="*/ 189814 w 601961"/>
              <a:gd name="connsiteY5" fmla="*/ 6296025 h 6829425"/>
              <a:gd name="connsiteX6" fmla="*/ 237439 w 601961"/>
              <a:gd name="connsiteY6" fmla="*/ 6829425 h 6829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61" h="6829425">
                <a:moveTo>
                  <a:pt x="180289" y="0"/>
                </a:moveTo>
                <a:cubicBezTo>
                  <a:pt x="67576" y="115094"/>
                  <a:pt x="-45136" y="230188"/>
                  <a:pt x="18364" y="561975"/>
                </a:cubicBezTo>
                <a:cubicBezTo>
                  <a:pt x="81864" y="893762"/>
                  <a:pt x="480327" y="1514475"/>
                  <a:pt x="561289" y="1990725"/>
                </a:cubicBezTo>
                <a:cubicBezTo>
                  <a:pt x="642251" y="2466975"/>
                  <a:pt x="591452" y="2938462"/>
                  <a:pt x="504139" y="3419475"/>
                </a:cubicBezTo>
                <a:cubicBezTo>
                  <a:pt x="416826" y="3900488"/>
                  <a:pt x="89801" y="4397375"/>
                  <a:pt x="37414" y="4876800"/>
                </a:cubicBezTo>
                <a:cubicBezTo>
                  <a:pt x="-14973" y="5356225"/>
                  <a:pt x="156477" y="5970588"/>
                  <a:pt x="189814" y="6296025"/>
                </a:cubicBezTo>
                <a:cubicBezTo>
                  <a:pt x="223151" y="6621462"/>
                  <a:pt x="230295" y="6725443"/>
                  <a:pt x="237439" y="6829425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CF5DFDF8-02FC-4FAD-02E5-54EBAC53CFC5}"/>
              </a:ext>
            </a:extLst>
          </p:cNvPr>
          <p:cNvSpPr/>
          <p:nvPr/>
        </p:nvSpPr>
        <p:spPr>
          <a:xfrm>
            <a:off x="1709080" y="-5001"/>
            <a:ext cx="633996" cy="3590449"/>
          </a:xfrm>
          <a:custGeom>
            <a:avLst/>
            <a:gdLst>
              <a:gd name="connsiteX0" fmla="*/ 449834 w 1207612"/>
              <a:gd name="connsiteY0" fmla="*/ 0 h 6838950"/>
              <a:gd name="connsiteX1" fmla="*/ 78359 w 1207612"/>
              <a:gd name="connsiteY1" fmla="*/ 561975 h 6838950"/>
              <a:gd name="connsiteX2" fmla="*/ 30734 w 1207612"/>
              <a:gd name="connsiteY2" fmla="*/ 1285875 h 6838950"/>
              <a:gd name="connsiteX3" fmla="*/ 449834 w 1207612"/>
              <a:gd name="connsiteY3" fmla="*/ 2009775 h 6838950"/>
              <a:gd name="connsiteX4" fmla="*/ 1164209 w 1207612"/>
              <a:gd name="connsiteY4" fmla="*/ 2714625 h 6838950"/>
              <a:gd name="connsiteX5" fmla="*/ 459359 w 1207612"/>
              <a:gd name="connsiteY5" fmla="*/ 3448050 h 6838950"/>
              <a:gd name="connsiteX6" fmla="*/ 1192784 w 1207612"/>
              <a:gd name="connsiteY6" fmla="*/ 4133850 h 6838950"/>
              <a:gd name="connsiteX7" fmla="*/ 916559 w 1207612"/>
              <a:gd name="connsiteY7" fmla="*/ 4876800 h 6838950"/>
              <a:gd name="connsiteX8" fmla="*/ 497459 w 1207612"/>
              <a:gd name="connsiteY8" fmla="*/ 5562600 h 6838950"/>
              <a:gd name="connsiteX9" fmla="*/ 230759 w 1207612"/>
              <a:gd name="connsiteY9" fmla="*/ 6324600 h 6838950"/>
              <a:gd name="connsiteX10" fmla="*/ 468884 w 1207612"/>
              <a:gd name="connsiteY10" fmla="*/ 6838950 h 683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07612" h="6838950">
                <a:moveTo>
                  <a:pt x="449834" y="0"/>
                </a:moveTo>
                <a:cubicBezTo>
                  <a:pt x="299021" y="173831"/>
                  <a:pt x="148209" y="347663"/>
                  <a:pt x="78359" y="561975"/>
                </a:cubicBezTo>
                <a:cubicBezTo>
                  <a:pt x="8509" y="776288"/>
                  <a:pt x="-31178" y="1044575"/>
                  <a:pt x="30734" y="1285875"/>
                </a:cubicBezTo>
                <a:cubicBezTo>
                  <a:pt x="92646" y="1527175"/>
                  <a:pt x="260921" y="1771650"/>
                  <a:pt x="449834" y="2009775"/>
                </a:cubicBezTo>
                <a:cubicBezTo>
                  <a:pt x="638747" y="2247900"/>
                  <a:pt x="1162622" y="2474913"/>
                  <a:pt x="1164209" y="2714625"/>
                </a:cubicBezTo>
                <a:cubicBezTo>
                  <a:pt x="1165796" y="2954337"/>
                  <a:pt x="454597" y="3211513"/>
                  <a:pt x="459359" y="3448050"/>
                </a:cubicBezTo>
                <a:cubicBezTo>
                  <a:pt x="464121" y="3684587"/>
                  <a:pt x="1116584" y="3895725"/>
                  <a:pt x="1192784" y="4133850"/>
                </a:cubicBezTo>
                <a:cubicBezTo>
                  <a:pt x="1268984" y="4371975"/>
                  <a:pt x="1032446" y="4638675"/>
                  <a:pt x="916559" y="4876800"/>
                </a:cubicBezTo>
                <a:cubicBezTo>
                  <a:pt x="800672" y="5114925"/>
                  <a:pt x="611759" y="5321300"/>
                  <a:pt x="497459" y="5562600"/>
                </a:cubicBezTo>
                <a:cubicBezTo>
                  <a:pt x="383159" y="5803900"/>
                  <a:pt x="235522" y="6111875"/>
                  <a:pt x="230759" y="6324600"/>
                </a:cubicBezTo>
                <a:cubicBezTo>
                  <a:pt x="225996" y="6537325"/>
                  <a:pt x="347440" y="6688137"/>
                  <a:pt x="468884" y="6838950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2D40CA1-E2C5-A514-FC4E-B29E7C3373D4}"/>
              </a:ext>
            </a:extLst>
          </p:cNvPr>
          <p:cNvCxnSpPr/>
          <p:nvPr/>
        </p:nvCxnSpPr>
        <p:spPr>
          <a:xfrm>
            <a:off x="1950848" y="283057"/>
            <a:ext cx="0" cy="3024336"/>
          </a:xfrm>
          <a:prstGeom prst="line">
            <a:avLst/>
          </a:prstGeom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F57FDCB-6085-1D76-225F-616968F7DE1A}"/>
              </a:ext>
            </a:extLst>
          </p:cNvPr>
          <p:cNvCxnSpPr/>
          <p:nvPr/>
        </p:nvCxnSpPr>
        <p:spPr>
          <a:xfrm>
            <a:off x="3461422" y="283056"/>
            <a:ext cx="0" cy="3024336"/>
          </a:xfrm>
          <a:prstGeom prst="line">
            <a:avLst/>
          </a:prstGeom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E745693-F0D1-2AE8-1C5E-38C4120FB6D2}"/>
              </a:ext>
            </a:extLst>
          </p:cNvPr>
          <p:cNvCxnSpPr>
            <a:cxnSpLocks/>
          </p:cNvCxnSpPr>
          <p:nvPr/>
        </p:nvCxnSpPr>
        <p:spPr>
          <a:xfrm flipH="1">
            <a:off x="4976965" y="0"/>
            <a:ext cx="0" cy="3615452"/>
          </a:xfrm>
          <a:prstGeom prst="line">
            <a:avLst/>
          </a:prstGeom>
          <a:ln w="22225">
            <a:solidFill>
              <a:srgbClr val="FF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9B55FBF-439E-04B6-9E03-C93F7506ED42}"/>
              </a:ext>
            </a:extLst>
          </p:cNvPr>
          <p:cNvSpPr txBox="1"/>
          <p:nvPr/>
        </p:nvSpPr>
        <p:spPr>
          <a:xfrm>
            <a:off x="430878" y="3358875"/>
            <a:ext cx="312906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WFS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3981720-4897-988A-D02C-BE8ADACC2E12}"/>
              </a:ext>
            </a:extLst>
          </p:cNvPr>
          <p:cNvSpPr txBox="1"/>
          <p:nvPr/>
        </p:nvSpPr>
        <p:spPr>
          <a:xfrm>
            <a:off x="1940276" y="3358703"/>
            <a:ext cx="31611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DM0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BEA801-E76A-BEC1-128E-4AFADF56EB61}"/>
              </a:ext>
            </a:extLst>
          </p:cNvPr>
          <p:cNvSpPr txBox="1"/>
          <p:nvPr/>
        </p:nvSpPr>
        <p:spPr>
          <a:xfrm>
            <a:off x="3450855" y="3363277"/>
            <a:ext cx="31611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DM1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8AA8B4-378A-E773-4DF4-A8BA62F6A118}"/>
              </a:ext>
            </a:extLst>
          </p:cNvPr>
          <p:cNvSpPr txBox="1"/>
          <p:nvPr/>
        </p:nvSpPr>
        <p:spPr>
          <a:xfrm>
            <a:off x="4967820" y="3368121"/>
            <a:ext cx="31611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DM2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94B6329-0B22-6E55-E8B8-C9ACAD570D2F}"/>
              </a:ext>
            </a:extLst>
          </p:cNvPr>
          <p:cNvCxnSpPr/>
          <p:nvPr/>
        </p:nvCxnSpPr>
        <p:spPr>
          <a:xfrm>
            <a:off x="1947492" y="28746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96A2C49-F053-72A8-2E8D-BDCE781FAD3D}"/>
              </a:ext>
            </a:extLst>
          </p:cNvPr>
          <p:cNvCxnSpPr/>
          <p:nvPr/>
        </p:nvCxnSpPr>
        <p:spPr>
          <a:xfrm>
            <a:off x="1947492" y="665506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639B271-E572-2C96-30BD-51E548C7AEF5}"/>
              </a:ext>
            </a:extLst>
          </p:cNvPr>
          <p:cNvCxnSpPr/>
          <p:nvPr/>
        </p:nvCxnSpPr>
        <p:spPr>
          <a:xfrm>
            <a:off x="1947492" y="1043551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318D0D-8F36-5108-3DF1-0602B838DD25}"/>
              </a:ext>
            </a:extLst>
          </p:cNvPr>
          <p:cNvCxnSpPr/>
          <p:nvPr/>
        </p:nvCxnSpPr>
        <p:spPr>
          <a:xfrm>
            <a:off x="1947492" y="1421597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B15628D-4C89-B584-C91D-0422ED951069}"/>
              </a:ext>
            </a:extLst>
          </p:cNvPr>
          <p:cNvCxnSpPr/>
          <p:nvPr/>
        </p:nvCxnSpPr>
        <p:spPr>
          <a:xfrm>
            <a:off x="1947492" y="1799643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FD9276C-16F7-E0D0-57DB-0079383C7060}"/>
              </a:ext>
            </a:extLst>
          </p:cNvPr>
          <p:cNvCxnSpPr/>
          <p:nvPr/>
        </p:nvCxnSpPr>
        <p:spPr>
          <a:xfrm>
            <a:off x="1947492" y="2177688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A50E00A-6CD0-74D1-6BF8-7C3FC144ED9C}"/>
              </a:ext>
            </a:extLst>
          </p:cNvPr>
          <p:cNvCxnSpPr/>
          <p:nvPr/>
        </p:nvCxnSpPr>
        <p:spPr>
          <a:xfrm>
            <a:off x="1947492" y="2555734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9426ED9-FC77-F4BF-9B11-82599B4746AF}"/>
              </a:ext>
            </a:extLst>
          </p:cNvPr>
          <p:cNvCxnSpPr/>
          <p:nvPr/>
        </p:nvCxnSpPr>
        <p:spPr>
          <a:xfrm>
            <a:off x="1947492" y="293378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384C56B-3D5E-16D5-51DE-1B1FB07D1BEA}"/>
              </a:ext>
            </a:extLst>
          </p:cNvPr>
          <p:cNvCxnSpPr/>
          <p:nvPr/>
        </p:nvCxnSpPr>
        <p:spPr>
          <a:xfrm>
            <a:off x="1947492" y="3311825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F76550F-9D95-7B81-96C2-14E2A058B623}"/>
              </a:ext>
            </a:extLst>
          </p:cNvPr>
          <p:cNvCxnSpPr/>
          <p:nvPr/>
        </p:nvCxnSpPr>
        <p:spPr>
          <a:xfrm>
            <a:off x="3458041" y="286867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84E7737D-0A7D-7FF1-9865-DCA568D0E56D}"/>
              </a:ext>
            </a:extLst>
          </p:cNvPr>
          <p:cNvCxnSpPr/>
          <p:nvPr/>
        </p:nvCxnSpPr>
        <p:spPr>
          <a:xfrm>
            <a:off x="3458041" y="1042958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BCC06AE-0E9D-6D29-D8E1-911B1B4C7BA2}"/>
              </a:ext>
            </a:extLst>
          </p:cNvPr>
          <p:cNvCxnSpPr/>
          <p:nvPr/>
        </p:nvCxnSpPr>
        <p:spPr>
          <a:xfrm>
            <a:off x="3458041" y="179905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AABBE80-6E7F-38D1-20F9-20B1A0C27AD4}"/>
              </a:ext>
            </a:extLst>
          </p:cNvPr>
          <p:cNvCxnSpPr/>
          <p:nvPr/>
        </p:nvCxnSpPr>
        <p:spPr>
          <a:xfrm>
            <a:off x="3458041" y="2555141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C6C1799-80E4-0EBF-C093-76BB8CD7DC9C}"/>
              </a:ext>
            </a:extLst>
          </p:cNvPr>
          <p:cNvCxnSpPr/>
          <p:nvPr/>
        </p:nvCxnSpPr>
        <p:spPr>
          <a:xfrm>
            <a:off x="3458041" y="3311232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9096714F-D8B7-C513-6E21-51CF387FD22D}"/>
              </a:ext>
            </a:extLst>
          </p:cNvPr>
          <p:cNvCxnSpPr/>
          <p:nvPr/>
        </p:nvCxnSpPr>
        <p:spPr>
          <a:xfrm>
            <a:off x="4968589" y="664319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8752FC3-DFC6-108B-12C6-0DD62DC76E53}"/>
              </a:ext>
            </a:extLst>
          </p:cNvPr>
          <p:cNvCxnSpPr/>
          <p:nvPr/>
        </p:nvCxnSpPr>
        <p:spPr>
          <a:xfrm>
            <a:off x="4968589" y="1798456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E4836D4-1B4E-7807-9484-7B22A6BE86B7}"/>
              </a:ext>
            </a:extLst>
          </p:cNvPr>
          <p:cNvCxnSpPr/>
          <p:nvPr/>
        </p:nvCxnSpPr>
        <p:spPr>
          <a:xfrm>
            <a:off x="4968589" y="2932593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88752DFC-EC48-1171-DE0F-6E00CBE57DD8}"/>
              </a:ext>
            </a:extLst>
          </p:cNvPr>
          <p:cNvSpPr/>
          <p:nvPr/>
        </p:nvSpPr>
        <p:spPr>
          <a:xfrm>
            <a:off x="356477" y="1421597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C2205A0F-9D47-C01B-C0E9-D3BE688228AD}"/>
              </a:ext>
            </a:extLst>
          </p:cNvPr>
          <p:cNvSpPr/>
          <p:nvPr/>
        </p:nvSpPr>
        <p:spPr>
          <a:xfrm>
            <a:off x="356470" y="1039919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B1862DF4-754A-9F59-E523-EF5F043D051F}"/>
              </a:ext>
            </a:extLst>
          </p:cNvPr>
          <p:cNvSpPr/>
          <p:nvPr/>
        </p:nvSpPr>
        <p:spPr>
          <a:xfrm>
            <a:off x="356458" y="659905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66109590-CB59-1F54-8088-DF18931852EF}"/>
              </a:ext>
            </a:extLst>
          </p:cNvPr>
          <p:cNvSpPr/>
          <p:nvPr/>
        </p:nvSpPr>
        <p:spPr>
          <a:xfrm>
            <a:off x="352759" y="289229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EB44172A-F00B-8C53-E18F-AFED7BA17C1C}"/>
              </a:ext>
            </a:extLst>
          </p:cNvPr>
          <p:cNvSpPr/>
          <p:nvPr/>
        </p:nvSpPr>
        <p:spPr>
          <a:xfrm>
            <a:off x="356458" y="2921822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C076654C-EA5E-1767-2078-8F794C38D313}"/>
              </a:ext>
            </a:extLst>
          </p:cNvPr>
          <p:cNvSpPr/>
          <p:nvPr/>
        </p:nvSpPr>
        <p:spPr>
          <a:xfrm>
            <a:off x="356452" y="2540144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C381F160-928F-9B1D-44C4-CE1F8912D84B}"/>
              </a:ext>
            </a:extLst>
          </p:cNvPr>
          <p:cNvSpPr/>
          <p:nvPr/>
        </p:nvSpPr>
        <p:spPr>
          <a:xfrm>
            <a:off x="356440" y="2160130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63A673A4-43BC-9878-89EE-35A6D89A31FA}"/>
              </a:ext>
            </a:extLst>
          </p:cNvPr>
          <p:cNvSpPr/>
          <p:nvPr/>
        </p:nvSpPr>
        <p:spPr>
          <a:xfrm>
            <a:off x="352741" y="1789453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1C0E1C53-48FD-73EA-5152-22834182F0E5}"/>
              </a:ext>
            </a:extLst>
          </p:cNvPr>
          <p:cNvSpPr txBox="1"/>
          <p:nvPr/>
        </p:nvSpPr>
        <p:spPr>
          <a:xfrm>
            <a:off x="3639673" y="189915"/>
            <a:ext cx="46038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Actuators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3263565-36CE-E66F-9D37-29BF08B651EB}"/>
              </a:ext>
            </a:extLst>
          </p:cNvPr>
          <p:cNvSpPr txBox="1"/>
          <p:nvPr/>
        </p:nvSpPr>
        <p:spPr>
          <a:xfrm>
            <a:off x="492067" y="381886"/>
            <a:ext cx="421910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Lenslets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5C51CCC2-B06A-87C6-D781-8621B8E2E346}"/>
              </a:ext>
            </a:extLst>
          </p:cNvPr>
          <p:cNvCxnSpPr>
            <a:cxnSpLocks/>
          </p:cNvCxnSpPr>
          <p:nvPr/>
        </p:nvCxnSpPr>
        <p:spPr>
          <a:xfrm flipH="1">
            <a:off x="1950830" y="2934351"/>
            <a:ext cx="1500597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8105E1A2-A382-4267-0039-0E53D6CE5CF4}"/>
                  </a:ext>
                </a:extLst>
              </p:cNvPr>
              <p:cNvSpPr txBox="1"/>
              <p:nvPr/>
            </p:nvSpPr>
            <p:spPr>
              <a:xfrm>
                <a:off x="2281523" y="3015715"/>
                <a:ext cx="587469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8105E1A2-A382-4267-0039-0E53D6CE5C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1523" y="3015715"/>
                <a:ext cx="587469" cy="1703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27ED0CD3-57DE-DC65-3A33-B20EC931CFD8}"/>
              </a:ext>
            </a:extLst>
          </p:cNvPr>
          <p:cNvCxnSpPr>
            <a:cxnSpLocks/>
          </p:cNvCxnSpPr>
          <p:nvPr/>
        </p:nvCxnSpPr>
        <p:spPr>
          <a:xfrm flipH="1">
            <a:off x="3471367" y="2934351"/>
            <a:ext cx="1500597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181C6385-7A1D-A12C-0846-B3CE596FC66C}"/>
                  </a:ext>
                </a:extLst>
              </p:cNvPr>
              <p:cNvSpPr txBox="1"/>
              <p:nvPr/>
            </p:nvSpPr>
            <p:spPr>
              <a:xfrm>
                <a:off x="3787115" y="3035684"/>
                <a:ext cx="587469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181C6385-7A1D-A12C-0846-B3CE596FC6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7115" y="3035684"/>
                <a:ext cx="587469" cy="1703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09692FE4-9081-F8C6-8122-B06084AC079E}"/>
              </a:ext>
            </a:extLst>
          </p:cNvPr>
          <p:cNvCxnSpPr>
            <a:cxnSpLocks/>
          </p:cNvCxnSpPr>
          <p:nvPr/>
        </p:nvCxnSpPr>
        <p:spPr>
          <a:xfrm flipH="1">
            <a:off x="440263" y="2934351"/>
            <a:ext cx="1500597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996A85A3-5A1E-9E43-7711-5C15FD5B95E5}"/>
                  </a:ext>
                </a:extLst>
              </p:cNvPr>
              <p:cNvSpPr txBox="1"/>
              <p:nvPr/>
            </p:nvSpPr>
            <p:spPr>
              <a:xfrm>
                <a:off x="770956" y="3015715"/>
                <a:ext cx="588366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𝑊𝐹𝑆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996A85A3-5A1E-9E43-7711-5C15FD5B95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56" y="3015715"/>
                <a:ext cx="588366" cy="17036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18D511B-08EE-41DD-4369-2A3E9BD2DAF1}"/>
              </a:ext>
            </a:extLst>
          </p:cNvPr>
          <p:cNvCxnSpPr>
            <a:cxnSpLocks/>
          </p:cNvCxnSpPr>
          <p:nvPr/>
        </p:nvCxnSpPr>
        <p:spPr>
          <a:xfrm flipH="1">
            <a:off x="3461422" y="672281"/>
            <a:ext cx="1507167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rtial Circle 8">
            <a:extLst>
              <a:ext uri="{FF2B5EF4-FFF2-40B4-BE49-F238E27FC236}">
                <a16:creationId xmlns:a16="http://schemas.microsoft.com/office/drawing/2014/main" id="{D1FA399C-F22A-B38A-2EEF-CDBB0A8EC5C1}"/>
              </a:ext>
            </a:extLst>
          </p:cNvPr>
          <p:cNvSpPr/>
          <p:nvPr/>
        </p:nvSpPr>
        <p:spPr>
          <a:xfrm rot="10800000">
            <a:off x="2899057" y="91134"/>
            <a:ext cx="1144621" cy="1146396"/>
          </a:xfrm>
          <a:prstGeom prst="pie">
            <a:avLst>
              <a:gd name="adj1" fmla="val 20756796"/>
              <a:gd name="adj2" fmla="val 21568508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8B12715-6E89-0D0E-E4D1-B3603D192D84}"/>
              </a:ext>
            </a:extLst>
          </p:cNvPr>
          <p:cNvCxnSpPr>
            <a:cxnSpLocks/>
          </p:cNvCxnSpPr>
          <p:nvPr/>
        </p:nvCxnSpPr>
        <p:spPr>
          <a:xfrm flipH="1">
            <a:off x="1947493" y="659906"/>
            <a:ext cx="1510548" cy="383646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A39FFA-624E-2B2B-357B-C5E06C8E249D}"/>
                  </a:ext>
                </a:extLst>
              </p:cNvPr>
              <p:cNvSpPr txBox="1"/>
              <p:nvPr/>
            </p:nvSpPr>
            <p:spPr>
              <a:xfrm>
                <a:off x="2671795" y="1246584"/>
                <a:ext cx="454548" cy="2510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GB" sz="507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𝑗𝑖𝑡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𝐷𝑀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4A39FFA-624E-2B2B-357B-C5E06C8E24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1795" y="1246584"/>
                <a:ext cx="454548" cy="2510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47147A7-9083-F5F7-38A0-FB2DD582D67B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2899069" y="866357"/>
            <a:ext cx="26146" cy="380227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74BCB65-9E48-EA09-E470-28DF26213456}"/>
              </a:ext>
            </a:extLst>
          </p:cNvPr>
          <p:cNvCxnSpPr>
            <a:cxnSpLocks/>
            <a:endCxn id="84" idx="4"/>
          </p:cNvCxnSpPr>
          <p:nvPr/>
        </p:nvCxnSpPr>
        <p:spPr>
          <a:xfrm flipH="1">
            <a:off x="432079" y="664319"/>
            <a:ext cx="3029343" cy="7586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Partial Circle 27">
            <a:extLst>
              <a:ext uri="{FF2B5EF4-FFF2-40B4-BE49-F238E27FC236}">
                <a16:creationId xmlns:a16="http://schemas.microsoft.com/office/drawing/2014/main" id="{8274CF5C-C37A-BF31-B50D-5C2E7089F656}"/>
              </a:ext>
            </a:extLst>
          </p:cNvPr>
          <p:cNvSpPr/>
          <p:nvPr/>
        </p:nvSpPr>
        <p:spPr>
          <a:xfrm rot="10800000">
            <a:off x="796177" y="-81306"/>
            <a:ext cx="2244539" cy="2266517"/>
          </a:xfrm>
          <a:prstGeom prst="pie">
            <a:avLst>
              <a:gd name="adj1" fmla="val 19399994"/>
              <a:gd name="adj2" fmla="val 2074687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 dirty="0">
              <a:solidFill>
                <a:schemeClr val="tx1"/>
              </a:solidFill>
            </a:endParaRPr>
          </a:p>
        </p:txBody>
      </p:sp>
      <p:sp>
        <p:nvSpPr>
          <p:cNvPr id="29" name="Partial Circle 28">
            <a:extLst>
              <a:ext uri="{FF2B5EF4-FFF2-40B4-BE49-F238E27FC236}">
                <a16:creationId xmlns:a16="http://schemas.microsoft.com/office/drawing/2014/main" id="{1124F013-8288-7CE7-21DE-BAD4AACB9B38}"/>
              </a:ext>
            </a:extLst>
          </p:cNvPr>
          <p:cNvSpPr/>
          <p:nvPr/>
        </p:nvSpPr>
        <p:spPr>
          <a:xfrm rot="10800000">
            <a:off x="1359824" y="465831"/>
            <a:ext cx="1144621" cy="1146396"/>
          </a:xfrm>
          <a:prstGeom prst="pie">
            <a:avLst>
              <a:gd name="adj1" fmla="val 19362759"/>
              <a:gd name="adj2" fmla="val 21568508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 dirty="0">
              <a:solidFill>
                <a:schemeClr val="tx1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9D85253-2B12-AB6C-172E-03DDF9B65649}"/>
              </a:ext>
            </a:extLst>
          </p:cNvPr>
          <p:cNvCxnSpPr>
            <a:cxnSpLocks/>
            <a:endCxn id="87" idx="4"/>
          </p:cNvCxnSpPr>
          <p:nvPr/>
        </p:nvCxnSpPr>
        <p:spPr>
          <a:xfrm flipH="1">
            <a:off x="432067" y="1039919"/>
            <a:ext cx="1518763" cy="303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7E919AB-2434-21DE-FA93-A12FBAE63312}"/>
                  </a:ext>
                </a:extLst>
              </p:cNvPr>
              <p:cNvSpPr txBox="1"/>
              <p:nvPr/>
            </p:nvSpPr>
            <p:spPr>
              <a:xfrm>
                <a:off x="1246326" y="1780316"/>
                <a:ext cx="454548" cy="2510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GB" sz="507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𝑗𝑖𝑡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𝐷𝑀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7E919AB-2434-21DE-FA93-A12FBAE633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6326" y="1780316"/>
                <a:ext cx="454548" cy="2510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E638E4A-D15D-E9FE-8D8C-D9E994FA2052}"/>
              </a:ext>
            </a:extLst>
          </p:cNvPr>
          <p:cNvCxnSpPr>
            <a:cxnSpLocks/>
            <a:stCxn id="34" idx="0"/>
          </p:cNvCxnSpPr>
          <p:nvPr/>
        </p:nvCxnSpPr>
        <p:spPr>
          <a:xfrm flipH="1" flipV="1">
            <a:off x="1071335" y="1722890"/>
            <a:ext cx="402265" cy="57426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D8F854F-D3E7-03C6-6BB0-80FE012B9544}"/>
                  </a:ext>
                </a:extLst>
              </p:cNvPr>
              <p:cNvSpPr txBox="1"/>
              <p:nvPr/>
            </p:nvSpPr>
            <p:spPr>
              <a:xfrm>
                <a:off x="556676" y="17712"/>
                <a:ext cx="759760" cy="2510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GB" sz="507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sSubSup>
                                <m:sSubSupPr>
                                  <m:ctrlP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𝑗𝑖𝑡</m:t>
                                  </m:r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𝐷𝑀</m:t>
                                  </m:r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+ 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𝑗𝑖𝑡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𝐷𝑀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D8F854F-D3E7-03C6-6BB0-80FE012B95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676" y="17712"/>
                <a:ext cx="759760" cy="2510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F9ED7BF-3473-E1D3-D07E-EE3BBD0B4E56}"/>
              </a:ext>
            </a:extLst>
          </p:cNvPr>
          <p:cNvCxnSpPr>
            <a:cxnSpLocks/>
            <a:stCxn id="41" idx="2"/>
          </p:cNvCxnSpPr>
          <p:nvPr/>
        </p:nvCxnSpPr>
        <p:spPr>
          <a:xfrm>
            <a:off x="936556" y="268806"/>
            <a:ext cx="410994" cy="719517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351D08D1-36AC-D8DE-1E73-03DDC8F6D7BD}"/>
              </a:ext>
            </a:extLst>
          </p:cNvPr>
          <p:cNvCxnSpPr>
            <a:cxnSpLocks/>
            <a:endCxn id="104" idx="0"/>
          </p:cNvCxnSpPr>
          <p:nvPr/>
        </p:nvCxnSpPr>
        <p:spPr>
          <a:xfrm flipH="1">
            <a:off x="432049" y="1043552"/>
            <a:ext cx="1505105" cy="1116579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118F61C-59B8-E2B8-E092-41F7E8DE2F04}"/>
              </a:ext>
            </a:extLst>
          </p:cNvPr>
          <p:cNvCxnSpPr>
            <a:cxnSpLocks/>
            <a:endCxn id="87" idx="0"/>
          </p:cNvCxnSpPr>
          <p:nvPr/>
        </p:nvCxnSpPr>
        <p:spPr>
          <a:xfrm flipH="1" flipV="1">
            <a:off x="432066" y="659906"/>
            <a:ext cx="4539898" cy="1237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730E4ED-ADAB-276F-C6D8-B1DB5B052C09}"/>
              </a:ext>
            </a:extLst>
          </p:cNvPr>
          <p:cNvCxnSpPr>
            <a:cxnSpLocks/>
          </p:cNvCxnSpPr>
          <p:nvPr/>
        </p:nvCxnSpPr>
        <p:spPr>
          <a:xfrm flipH="1">
            <a:off x="4601515" y="672281"/>
            <a:ext cx="1355" cy="1502587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A4989676-3E22-5922-7B90-828342AFC92B}"/>
                  </a:ext>
                </a:extLst>
              </p:cNvPr>
              <p:cNvSpPr txBox="1"/>
              <p:nvPr/>
            </p:nvSpPr>
            <p:spPr>
              <a:xfrm>
                <a:off x="4149494" y="1301049"/>
                <a:ext cx="375937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A4989676-3E22-5922-7B90-828342AFC9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9494" y="1301049"/>
                <a:ext cx="375937" cy="1703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E92F7D13-2DE0-D321-7156-5678AF810954}"/>
              </a:ext>
            </a:extLst>
          </p:cNvPr>
          <p:cNvCxnSpPr>
            <a:cxnSpLocks/>
          </p:cNvCxnSpPr>
          <p:nvPr/>
        </p:nvCxnSpPr>
        <p:spPr>
          <a:xfrm flipH="1" flipV="1">
            <a:off x="419717" y="2174880"/>
            <a:ext cx="4539898" cy="1237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9215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24713-1CD6-95D6-6899-B98CEDB24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4D84EC8C-05FB-7266-DCA0-7C31BACCCB51}"/>
              </a:ext>
            </a:extLst>
          </p:cNvPr>
          <p:cNvSpPr/>
          <p:nvPr/>
        </p:nvSpPr>
        <p:spPr>
          <a:xfrm>
            <a:off x="4870183" y="0"/>
            <a:ext cx="110681" cy="3615452"/>
          </a:xfrm>
          <a:custGeom>
            <a:avLst/>
            <a:gdLst>
              <a:gd name="connsiteX0" fmla="*/ 143684 w 210820"/>
              <a:gd name="connsiteY0" fmla="*/ 0 h 6886575"/>
              <a:gd name="connsiteX1" fmla="*/ 809 w 210820"/>
              <a:gd name="connsiteY1" fmla="*/ 1266825 h 6886575"/>
              <a:gd name="connsiteX2" fmla="*/ 200834 w 210820"/>
              <a:gd name="connsiteY2" fmla="*/ 3429000 h 6886575"/>
              <a:gd name="connsiteX3" fmla="*/ 181784 w 210820"/>
              <a:gd name="connsiteY3" fmla="*/ 5591175 h 6886575"/>
              <a:gd name="connsiteX4" fmla="*/ 191309 w 210820"/>
              <a:gd name="connsiteY4" fmla="*/ 6886575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0820" h="6886575">
                <a:moveTo>
                  <a:pt x="143684" y="0"/>
                </a:moveTo>
                <a:cubicBezTo>
                  <a:pt x="67484" y="347662"/>
                  <a:pt x="-8716" y="695325"/>
                  <a:pt x="809" y="1266825"/>
                </a:cubicBezTo>
                <a:cubicBezTo>
                  <a:pt x="10334" y="1838325"/>
                  <a:pt x="170672" y="2708275"/>
                  <a:pt x="200834" y="3429000"/>
                </a:cubicBezTo>
                <a:cubicBezTo>
                  <a:pt x="230996" y="4149725"/>
                  <a:pt x="183371" y="5014913"/>
                  <a:pt x="181784" y="5591175"/>
                </a:cubicBezTo>
                <a:cubicBezTo>
                  <a:pt x="180197" y="6167437"/>
                  <a:pt x="185753" y="6527006"/>
                  <a:pt x="191309" y="6886575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1DB996E8-C9F3-D1A6-C272-1FD7197A1289}"/>
              </a:ext>
            </a:extLst>
          </p:cNvPr>
          <p:cNvSpPr/>
          <p:nvPr/>
        </p:nvSpPr>
        <p:spPr>
          <a:xfrm>
            <a:off x="3360780" y="0"/>
            <a:ext cx="316030" cy="3585448"/>
          </a:xfrm>
          <a:custGeom>
            <a:avLst/>
            <a:gdLst>
              <a:gd name="connsiteX0" fmla="*/ 180289 w 601961"/>
              <a:gd name="connsiteY0" fmla="*/ 0 h 6829425"/>
              <a:gd name="connsiteX1" fmla="*/ 18364 w 601961"/>
              <a:gd name="connsiteY1" fmla="*/ 561975 h 6829425"/>
              <a:gd name="connsiteX2" fmla="*/ 561289 w 601961"/>
              <a:gd name="connsiteY2" fmla="*/ 1990725 h 6829425"/>
              <a:gd name="connsiteX3" fmla="*/ 504139 w 601961"/>
              <a:gd name="connsiteY3" fmla="*/ 3419475 h 6829425"/>
              <a:gd name="connsiteX4" fmla="*/ 37414 w 601961"/>
              <a:gd name="connsiteY4" fmla="*/ 4876800 h 6829425"/>
              <a:gd name="connsiteX5" fmla="*/ 189814 w 601961"/>
              <a:gd name="connsiteY5" fmla="*/ 6296025 h 6829425"/>
              <a:gd name="connsiteX6" fmla="*/ 237439 w 601961"/>
              <a:gd name="connsiteY6" fmla="*/ 6829425 h 6829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61" h="6829425">
                <a:moveTo>
                  <a:pt x="180289" y="0"/>
                </a:moveTo>
                <a:cubicBezTo>
                  <a:pt x="67576" y="115094"/>
                  <a:pt x="-45136" y="230188"/>
                  <a:pt x="18364" y="561975"/>
                </a:cubicBezTo>
                <a:cubicBezTo>
                  <a:pt x="81864" y="893762"/>
                  <a:pt x="480327" y="1514475"/>
                  <a:pt x="561289" y="1990725"/>
                </a:cubicBezTo>
                <a:cubicBezTo>
                  <a:pt x="642251" y="2466975"/>
                  <a:pt x="591452" y="2938462"/>
                  <a:pt x="504139" y="3419475"/>
                </a:cubicBezTo>
                <a:cubicBezTo>
                  <a:pt x="416826" y="3900488"/>
                  <a:pt x="89801" y="4397375"/>
                  <a:pt x="37414" y="4876800"/>
                </a:cubicBezTo>
                <a:cubicBezTo>
                  <a:pt x="-14973" y="5356225"/>
                  <a:pt x="156477" y="5970588"/>
                  <a:pt x="189814" y="6296025"/>
                </a:cubicBezTo>
                <a:cubicBezTo>
                  <a:pt x="223151" y="6621462"/>
                  <a:pt x="230295" y="6725443"/>
                  <a:pt x="237439" y="6829425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FC2A6472-0C83-79B2-46B5-4AD2E788FB77}"/>
              </a:ext>
            </a:extLst>
          </p:cNvPr>
          <p:cNvSpPr/>
          <p:nvPr/>
        </p:nvSpPr>
        <p:spPr>
          <a:xfrm>
            <a:off x="1709080" y="-5001"/>
            <a:ext cx="633996" cy="3590449"/>
          </a:xfrm>
          <a:custGeom>
            <a:avLst/>
            <a:gdLst>
              <a:gd name="connsiteX0" fmla="*/ 449834 w 1207612"/>
              <a:gd name="connsiteY0" fmla="*/ 0 h 6838950"/>
              <a:gd name="connsiteX1" fmla="*/ 78359 w 1207612"/>
              <a:gd name="connsiteY1" fmla="*/ 561975 h 6838950"/>
              <a:gd name="connsiteX2" fmla="*/ 30734 w 1207612"/>
              <a:gd name="connsiteY2" fmla="*/ 1285875 h 6838950"/>
              <a:gd name="connsiteX3" fmla="*/ 449834 w 1207612"/>
              <a:gd name="connsiteY3" fmla="*/ 2009775 h 6838950"/>
              <a:gd name="connsiteX4" fmla="*/ 1164209 w 1207612"/>
              <a:gd name="connsiteY4" fmla="*/ 2714625 h 6838950"/>
              <a:gd name="connsiteX5" fmla="*/ 459359 w 1207612"/>
              <a:gd name="connsiteY5" fmla="*/ 3448050 h 6838950"/>
              <a:gd name="connsiteX6" fmla="*/ 1192784 w 1207612"/>
              <a:gd name="connsiteY6" fmla="*/ 4133850 h 6838950"/>
              <a:gd name="connsiteX7" fmla="*/ 916559 w 1207612"/>
              <a:gd name="connsiteY7" fmla="*/ 4876800 h 6838950"/>
              <a:gd name="connsiteX8" fmla="*/ 497459 w 1207612"/>
              <a:gd name="connsiteY8" fmla="*/ 5562600 h 6838950"/>
              <a:gd name="connsiteX9" fmla="*/ 230759 w 1207612"/>
              <a:gd name="connsiteY9" fmla="*/ 6324600 h 6838950"/>
              <a:gd name="connsiteX10" fmla="*/ 468884 w 1207612"/>
              <a:gd name="connsiteY10" fmla="*/ 6838950 h 683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07612" h="6838950">
                <a:moveTo>
                  <a:pt x="449834" y="0"/>
                </a:moveTo>
                <a:cubicBezTo>
                  <a:pt x="299021" y="173831"/>
                  <a:pt x="148209" y="347663"/>
                  <a:pt x="78359" y="561975"/>
                </a:cubicBezTo>
                <a:cubicBezTo>
                  <a:pt x="8509" y="776288"/>
                  <a:pt x="-31178" y="1044575"/>
                  <a:pt x="30734" y="1285875"/>
                </a:cubicBezTo>
                <a:cubicBezTo>
                  <a:pt x="92646" y="1527175"/>
                  <a:pt x="260921" y="1771650"/>
                  <a:pt x="449834" y="2009775"/>
                </a:cubicBezTo>
                <a:cubicBezTo>
                  <a:pt x="638747" y="2247900"/>
                  <a:pt x="1162622" y="2474913"/>
                  <a:pt x="1164209" y="2714625"/>
                </a:cubicBezTo>
                <a:cubicBezTo>
                  <a:pt x="1165796" y="2954337"/>
                  <a:pt x="454597" y="3211513"/>
                  <a:pt x="459359" y="3448050"/>
                </a:cubicBezTo>
                <a:cubicBezTo>
                  <a:pt x="464121" y="3684587"/>
                  <a:pt x="1116584" y="3895725"/>
                  <a:pt x="1192784" y="4133850"/>
                </a:cubicBezTo>
                <a:cubicBezTo>
                  <a:pt x="1268984" y="4371975"/>
                  <a:pt x="1032446" y="4638675"/>
                  <a:pt x="916559" y="4876800"/>
                </a:cubicBezTo>
                <a:cubicBezTo>
                  <a:pt x="800672" y="5114925"/>
                  <a:pt x="611759" y="5321300"/>
                  <a:pt x="497459" y="5562600"/>
                </a:cubicBezTo>
                <a:cubicBezTo>
                  <a:pt x="383159" y="5803900"/>
                  <a:pt x="235522" y="6111875"/>
                  <a:pt x="230759" y="6324600"/>
                </a:cubicBezTo>
                <a:cubicBezTo>
                  <a:pt x="225996" y="6537325"/>
                  <a:pt x="347440" y="6688137"/>
                  <a:pt x="468884" y="6838950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44BB09F-359C-385C-DD1F-E1F7A1C55F4C}"/>
              </a:ext>
            </a:extLst>
          </p:cNvPr>
          <p:cNvCxnSpPr/>
          <p:nvPr/>
        </p:nvCxnSpPr>
        <p:spPr>
          <a:xfrm>
            <a:off x="1950848" y="283057"/>
            <a:ext cx="0" cy="3024336"/>
          </a:xfrm>
          <a:prstGeom prst="line">
            <a:avLst/>
          </a:prstGeom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C31798-DAB8-2DC4-42FF-1F89BF510756}"/>
              </a:ext>
            </a:extLst>
          </p:cNvPr>
          <p:cNvCxnSpPr/>
          <p:nvPr/>
        </p:nvCxnSpPr>
        <p:spPr>
          <a:xfrm>
            <a:off x="3461422" y="283056"/>
            <a:ext cx="0" cy="3024336"/>
          </a:xfrm>
          <a:prstGeom prst="line">
            <a:avLst/>
          </a:prstGeom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C15C6C8-2889-89D0-6BD5-69570284920F}"/>
              </a:ext>
            </a:extLst>
          </p:cNvPr>
          <p:cNvCxnSpPr>
            <a:cxnSpLocks/>
          </p:cNvCxnSpPr>
          <p:nvPr/>
        </p:nvCxnSpPr>
        <p:spPr>
          <a:xfrm flipH="1">
            <a:off x="4976965" y="0"/>
            <a:ext cx="0" cy="3615452"/>
          </a:xfrm>
          <a:prstGeom prst="line">
            <a:avLst/>
          </a:prstGeom>
          <a:ln w="22225">
            <a:solidFill>
              <a:srgbClr val="FF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66587E7F-958C-C3F9-6EA5-8DDAFA62DD63}"/>
              </a:ext>
            </a:extLst>
          </p:cNvPr>
          <p:cNvSpPr txBox="1"/>
          <p:nvPr/>
        </p:nvSpPr>
        <p:spPr>
          <a:xfrm>
            <a:off x="430878" y="3358875"/>
            <a:ext cx="312906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WFS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5F4B787-0886-A43B-106E-97B576DE2908}"/>
              </a:ext>
            </a:extLst>
          </p:cNvPr>
          <p:cNvSpPr txBox="1"/>
          <p:nvPr/>
        </p:nvSpPr>
        <p:spPr>
          <a:xfrm>
            <a:off x="1940276" y="3358703"/>
            <a:ext cx="31611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DM0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AB5138E-58E6-5F09-74CE-203B69DF033A}"/>
              </a:ext>
            </a:extLst>
          </p:cNvPr>
          <p:cNvSpPr txBox="1"/>
          <p:nvPr/>
        </p:nvSpPr>
        <p:spPr>
          <a:xfrm>
            <a:off x="3450855" y="3363277"/>
            <a:ext cx="31611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DM1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1A69C80-5474-AC09-EC70-C47E83085A73}"/>
              </a:ext>
            </a:extLst>
          </p:cNvPr>
          <p:cNvSpPr txBox="1"/>
          <p:nvPr/>
        </p:nvSpPr>
        <p:spPr>
          <a:xfrm>
            <a:off x="4967820" y="3368121"/>
            <a:ext cx="31611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DM2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36B8B3D-AAB2-5F39-8B2D-8A896EC48247}"/>
              </a:ext>
            </a:extLst>
          </p:cNvPr>
          <p:cNvCxnSpPr/>
          <p:nvPr/>
        </p:nvCxnSpPr>
        <p:spPr>
          <a:xfrm>
            <a:off x="1947492" y="28746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ACC86D5-DDB6-DA61-F558-FFE4864C7212}"/>
              </a:ext>
            </a:extLst>
          </p:cNvPr>
          <p:cNvCxnSpPr/>
          <p:nvPr/>
        </p:nvCxnSpPr>
        <p:spPr>
          <a:xfrm>
            <a:off x="1947492" y="665506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E0E955B4-A987-171B-4AFC-49682A096E3A}"/>
              </a:ext>
            </a:extLst>
          </p:cNvPr>
          <p:cNvCxnSpPr/>
          <p:nvPr/>
        </p:nvCxnSpPr>
        <p:spPr>
          <a:xfrm>
            <a:off x="1947492" y="1043551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511E3F04-9F8E-8614-86B7-F6B9373473FB}"/>
              </a:ext>
            </a:extLst>
          </p:cNvPr>
          <p:cNvCxnSpPr/>
          <p:nvPr/>
        </p:nvCxnSpPr>
        <p:spPr>
          <a:xfrm>
            <a:off x="1947492" y="1421597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2D36D1C-75EA-7826-82CB-F7BEE91658FD}"/>
              </a:ext>
            </a:extLst>
          </p:cNvPr>
          <p:cNvCxnSpPr/>
          <p:nvPr/>
        </p:nvCxnSpPr>
        <p:spPr>
          <a:xfrm>
            <a:off x="1947492" y="1799643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D935E72C-AA2E-8E5A-5C72-C6616171CB8E}"/>
              </a:ext>
            </a:extLst>
          </p:cNvPr>
          <p:cNvCxnSpPr/>
          <p:nvPr/>
        </p:nvCxnSpPr>
        <p:spPr>
          <a:xfrm>
            <a:off x="1947492" y="2177688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6EE36CC-7674-CF55-80E4-A0C10AF0F32B}"/>
              </a:ext>
            </a:extLst>
          </p:cNvPr>
          <p:cNvCxnSpPr/>
          <p:nvPr/>
        </p:nvCxnSpPr>
        <p:spPr>
          <a:xfrm>
            <a:off x="1947492" y="2555734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22B7034B-7485-6B35-E21F-E09950883966}"/>
              </a:ext>
            </a:extLst>
          </p:cNvPr>
          <p:cNvCxnSpPr/>
          <p:nvPr/>
        </p:nvCxnSpPr>
        <p:spPr>
          <a:xfrm>
            <a:off x="1947492" y="293378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3749BB-26B3-5611-0D2C-F194908299E0}"/>
              </a:ext>
            </a:extLst>
          </p:cNvPr>
          <p:cNvCxnSpPr/>
          <p:nvPr/>
        </p:nvCxnSpPr>
        <p:spPr>
          <a:xfrm>
            <a:off x="1947492" y="3311825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41106CB-8E8B-CD1D-3EEB-90B8CEF9CF3E}"/>
              </a:ext>
            </a:extLst>
          </p:cNvPr>
          <p:cNvCxnSpPr/>
          <p:nvPr/>
        </p:nvCxnSpPr>
        <p:spPr>
          <a:xfrm>
            <a:off x="3458041" y="286867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BBF8117-87DD-A45D-E89C-98E701710627}"/>
              </a:ext>
            </a:extLst>
          </p:cNvPr>
          <p:cNvCxnSpPr/>
          <p:nvPr/>
        </p:nvCxnSpPr>
        <p:spPr>
          <a:xfrm>
            <a:off x="3458041" y="1042958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13BA91F7-27E2-372C-07EB-0F3352569C3D}"/>
              </a:ext>
            </a:extLst>
          </p:cNvPr>
          <p:cNvCxnSpPr/>
          <p:nvPr/>
        </p:nvCxnSpPr>
        <p:spPr>
          <a:xfrm>
            <a:off x="3458041" y="179905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9A05951-4670-E76C-8A54-4D1CEF7F37EC}"/>
              </a:ext>
            </a:extLst>
          </p:cNvPr>
          <p:cNvCxnSpPr/>
          <p:nvPr/>
        </p:nvCxnSpPr>
        <p:spPr>
          <a:xfrm>
            <a:off x="3458041" y="2555141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22C04286-5BE9-EB74-B438-CA352F702EA5}"/>
              </a:ext>
            </a:extLst>
          </p:cNvPr>
          <p:cNvCxnSpPr/>
          <p:nvPr/>
        </p:nvCxnSpPr>
        <p:spPr>
          <a:xfrm>
            <a:off x="3458041" y="3311232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AED8404-1B15-AA81-8FCA-6013582EE9BC}"/>
              </a:ext>
            </a:extLst>
          </p:cNvPr>
          <p:cNvCxnSpPr/>
          <p:nvPr/>
        </p:nvCxnSpPr>
        <p:spPr>
          <a:xfrm>
            <a:off x="4968589" y="664319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FBAE594-5052-4995-E1B6-A322AB137625}"/>
              </a:ext>
            </a:extLst>
          </p:cNvPr>
          <p:cNvCxnSpPr/>
          <p:nvPr/>
        </p:nvCxnSpPr>
        <p:spPr>
          <a:xfrm>
            <a:off x="4968589" y="1798456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42E2C989-82AA-145A-2D19-FD545E0BDD91}"/>
              </a:ext>
            </a:extLst>
          </p:cNvPr>
          <p:cNvCxnSpPr/>
          <p:nvPr/>
        </p:nvCxnSpPr>
        <p:spPr>
          <a:xfrm>
            <a:off x="4968589" y="2932593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E5EB3006-FB5E-2E67-F6F2-1388876826A9}"/>
              </a:ext>
            </a:extLst>
          </p:cNvPr>
          <p:cNvSpPr/>
          <p:nvPr/>
        </p:nvSpPr>
        <p:spPr>
          <a:xfrm>
            <a:off x="356477" y="1421597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2F55833E-492D-971C-7BA3-200BD60EE92D}"/>
              </a:ext>
            </a:extLst>
          </p:cNvPr>
          <p:cNvSpPr/>
          <p:nvPr/>
        </p:nvSpPr>
        <p:spPr>
          <a:xfrm>
            <a:off x="356470" y="1039919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A8A96282-72B3-6BA5-BF3A-75B4CE932F0F}"/>
              </a:ext>
            </a:extLst>
          </p:cNvPr>
          <p:cNvSpPr/>
          <p:nvPr/>
        </p:nvSpPr>
        <p:spPr>
          <a:xfrm>
            <a:off x="356458" y="659905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B26504D6-6D4B-33D0-A99B-3D45F3CA5F38}"/>
              </a:ext>
            </a:extLst>
          </p:cNvPr>
          <p:cNvSpPr/>
          <p:nvPr/>
        </p:nvSpPr>
        <p:spPr>
          <a:xfrm>
            <a:off x="352759" y="289229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80FC60FB-39AE-B57A-7EB9-63ABD7875D0E}"/>
              </a:ext>
            </a:extLst>
          </p:cNvPr>
          <p:cNvSpPr/>
          <p:nvPr/>
        </p:nvSpPr>
        <p:spPr>
          <a:xfrm>
            <a:off x="356458" y="2921822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E1572EFC-BECC-C487-FD52-756D1876E0B9}"/>
              </a:ext>
            </a:extLst>
          </p:cNvPr>
          <p:cNvSpPr/>
          <p:nvPr/>
        </p:nvSpPr>
        <p:spPr>
          <a:xfrm>
            <a:off x="356452" y="2540144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91B7458B-98F1-4529-B095-B07239BE0FF7}"/>
              </a:ext>
            </a:extLst>
          </p:cNvPr>
          <p:cNvSpPr/>
          <p:nvPr/>
        </p:nvSpPr>
        <p:spPr>
          <a:xfrm>
            <a:off x="356440" y="2160130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3E2DDB12-A757-D08F-9E3F-1068F471F7C5}"/>
              </a:ext>
            </a:extLst>
          </p:cNvPr>
          <p:cNvSpPr/>
          <p:nvPr/>
        </p:nvSpPr>
        <p:spPr>
          <a:xfrm>
            <a:off x="352741" y="1789453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E42A029-050C-0D0E-D99A-B058F66CB522}"/>
              </a:ext>
            </a:extLst>
          </p:cNvPr>
          <p:cNvSpPr txBox="1"/>
          <p:nvPr/>
        </p:nvSpPr>
        <p:spPr>
          <a:xfrm>
            <a:off x="3639673" y="189915"/>
            <a:ext cx="46038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Actuators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0D51622-0EC1-36D7-CCF2-5056BBE835DC}"/>
              </a:ext>
            </a:extLst>
          </p:cNvPr>
          <p:cNvSpPr txBox="1"/>
          <p:nvPr/>
        </p:nvSpPr>
        <p:spPr>
          <a:xfrm>
            <a:off x="492067" y="381886"/>
            <a:ext cx="421910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Lenslets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9735441-0C0F-9C71-1184-9DF7F8227E63}"/>
              </a:ext>
            </a:extLst>
          </p:cNvPr>
          <p:cNvCxnSpPr>
            <a:cxnSpLocks/>
          </p:cNvCxnSpPr>
          <p:nvPr/>
        </p:nvCxnSpPr>
        <p:spPr>
          <a:xfrm flipH="1">
            <a:off x="1950830" y="2934351"/>
            <a:ext cx="1500597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85917C9A-0BE6-885F-8DC3-0285FE37C75A}"/>
                  </a:ext>
                </a:extLst>
              </p:cNvPr>
              <p:cNvSpPr txBox="1"/>
              <p:nvPr/>
            </p:nvSpPr>
            <p:spPr>
              <a:xfrm>
                <a:off x="2281523" y="3015715"/>
                <a:ext cx="587469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85917C9A-0BE6-885F-8DC3-0285FE37C7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1523" y="3015715"/>
                <a:ext cx="587469" cy="1703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88F6C57A-3D01-9347-A9F9-8E9916680900}"/>
              </a:ext>
            </a:extLst>
          </p:cNvPr>
          <p:cNvCxnSpPr>
            <a:cxnSpLocks/>
          </p:cNvCxnSpPr>
          <p:nvPr/>
        </p:nvCxnSpPr>
        <p:spPr>
          <a:xfrm flipH="1">
            <a:off x="3471367" y="2934351"/>
            <a:ext cx="1500597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39DEE096-36CC-3EB9-B8AE-A7D5662FF2EB}"/>
                  </a:ext>
                </a:extLst>
              </p:cNvPr>
              <p:cNvSpPr txBox="1"/>
              <p:nvPr/>
            </p:nvSpPr>
            <p:spPr>
              <a:xfrm>
                <a:off x="3787115" y="3035684"/>
                <a:ext cx="587469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39DEE096-36CC-3EB9-B8AE-A7D5662FF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7115" y="3035684"/>
                <a:ext cx="587469" cy="1703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CFDA71DA-ED76-5F95-D810-50117401E28B}"/>
              </a:ext>
            </a:extLst>
          </p:cNvPr>
          <p:cNvCxnSpPr>
            <a:cxnSpLocks/>
          </p:cNvCxnSpPr>
          <p:nvPr/>
        </p:nvCxnSpPr>
        <p:spPr>
          <a:xfrm flipH="1">
            <a:off x="440263" y="2934351"/>
            <a:ext cx="1500597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3379061E-2648-D0F4-C11D-C412A566E0A4}"/>
                  </a:ext>
                </a:extLst>
              </p:cNvPr>
              <p:cNvSpPr txBox="1"/>
              <p:nvPr/>
            </p:nvSpPr>
            <p:spPr>
              <a:xfrm>
                <a:off x="770956" y="3015715"/>
                <a:ext cx="588366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𝑊𝐹𝑆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3379061E-2648-D0F4-C11D-C412A566E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56" y="3015715"/>
                <a:ext cx="588366" cy="17036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142E420-3290-A2FB-5464-03112B29A01C}"/>
              </a:ext>
            </a:extLst>
          </p:cNvPr>
          <p:cNvCxnSpPr>
            <a:cxnSpLocks/>
          </p:cNvCxnSpPr>
          <p:nvPr/>
        </p:nvCxnSpPr>
        <p:spPr>
          <a:xfrm flipH="1">
            <a:off x="3461422" y="672281"/>
            <a:ext cx="1507167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rtial Circle 8">
            <a:extLst>
              <a:ext uri="{FF2B5EF4-FFF2-40B4-BE49-F238E27FC236}">
                <a16:creationId xmlns:a16="http://schemas.microsoft.com/office/drawing/2014/main" id="{C05D8136-3CF6-91E4-1A8D-C7D12FB97880}"/>
              </a:ext>
            </a:extLst>
          </p:cNvPr>
          <p:cNvSpPr/>
          <p:nvPr/>
        </p:nvSpPr>
        <p:spPr>
          <a:xfrm rot="10800000">
            <a:off x="2899057" y="91134"/>
            <a:ext cx="1144621" cy="1146396"/>
          </a:xfrm>
          <a:prstGeom prst="pie">
            <a:avLst>
              <a:gd name="adj1" fmla="val 20756796"/>
              <a:gd name="adj2" fmla="val 21568508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9851CBC-1DB1-8D25-2B5B-3E2BC50FD133}"/>
              </a:ext>
            </a:extLst>
          </p:cNvPr>
          <p:cNvCxnSpPr>
            <a:cxnSpLocks/>
          </p:cNvCxnSpPr>
          <p:nvPr/>
        </p:nvCxnSpPr>
        <p:spPr>
          <a:xfrm flipH="1">
            <a:off x="1947493" y="659906"/>
            <a:ext cx="1510548" cy="383646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91EAFDB-4A29-6C2B-19A9-DCB7D7F15BCC}"/>
                  </a:ext>
                </a:extLst>
              </p:cNvPr>
              <p:cNvSpPr txBox="1"/>
              <p:nvPr/>
            </p:nvSpPr>
            <p:spPr>
              <a:xfrm>
                <a:off x="2671795" y="1246584"/>
                <a:ext cx="454548" cy="2510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GB" sz="507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𝑗𝑖𝑡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𝐷𝑀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91EAFDB-4A29-6C2B-19A9-DCB7D7F15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1795" y="1246584"/>
                <a:ext cx="454548" cy="2510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2F49F5E-359E-2342-E0FA-4CF580F48EEB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2899069" y="866357"/>
            <a:ext cx="26146" cy="380227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artial Circle 28">
            <a:extLst>
              <a:ext uri="{FF2B5EF4-FFF2-40B4-BE49-F238E27FC236}">
                <a16:creationId xmlns:a16="http://schemas.microsoft.com/office/drawing/2014/main" id="{0C85BDE4-5177-7F2A-7E6C-1C04A65BB383}"/>
              </a:ext>
            </a:extLst>
          </p:cNvPr>
          <p:cNvSpPr/>
          <p:nvPr/>
        </p:nvSpPr>
        <p:spPr>
          <a:xfrm rot="10800000">
            <a:off x="1359824" y="465831"/>
            <a:ext cx="1144621" cy="1146396"/>
          </a:xfrm>
          <a:prstGeom prst="pie">
            <a:avLst>
              <a:gd name="adj1" fmla="val 19362759"/>
              <a:gd name="adj2" fmla="val 21568508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 dirty="0">
              <a:solidFill>
                <a:schemeClr val="tx1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D72695E-567D-EA24-AF3C-9509513B0AEF}"/>
              </a:ext>
            </a:extLst>
          </p:cNvPr>
          <p:cNvCxnSpPr>
            <a:cxnSpLocks/>
            <a:endCxn id="87" idx="4"/>
          </p:cNvCxnSpPr>
          <p:nvPr/>
        </p:nvCxnSpPr>
        <p:spPr>
          <a:xfrm flipH="1">
            <a:off x="432067" y="1039919"/>
            <a:ext cx="1518763" cy="303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931310-48E5-0401-27BB-E7769F7A08F6}"/>
                  </a:ext>
                </a:extLst>
              </p:cNvPr>
              <p:cNvSpPr txBox="1"/>
              <p:nvPr/>
            </p:nvSpPr>
            <p:spPr>
              <a:xfrm>
                <a:off x="556676" y="17712"/>
                <a:ext cx="759760" cy="2510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GB" sz="507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sSubSup>
                                <m:sSubSupPr>
                                  <m:ctrlP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𝑗𝑖𝑡</m:t>
                                  </m:r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𝐷𝑀</m:t>
                                  </m:r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+ 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𝑗𝑖𝑡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𝐷𝑀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931310-48E5-0401-27BB-E7769F7A0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676" y="17712"/>
                <a:ext cx="759760" cy="2510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4D5B168-8DC0-A58B-5420-D3718AF7A879}"/>
              </a:ext>
            </a:extLst>
          </p:cNvPr>
          <p:cNvCxnSpPr>
            <a:cxnSpLocks/>
            <a:stCxn id="41" idx="2"/>
          </p:cNvCxnSpPr>
          <p:nvPr/>
        </p:nvCxnSpPr>
        <p:spPr>
          <a:xfrm>
            <a:off x="936556" y="268806"/>
            <a:ext cx="410994" cy="719517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6F52CCC-8147-1E86-5B78-6AC98A7CAABC}"/>
              </a:ext>
            </a:extLst>
          </p:cNvPr>
          <p:cNvCxnSpPr>
            <a:cxnSpLocks/>
            <a:endCxn id="104" idx="0"/>
          </p:cNvCxnSpPr>
          <p:nvPr/>
        </p:nvCxnSpPr>
        <p:spPr>
          <a:xfrm flipH="1">
            <a:off x="432049" y="1043552"/>
            <a:ext cx="1505105" cy="1116579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51781AB-4B48-23D8-3D1C-E6A91222385E}"/>
              </a:ext>
            </a:extLst>
          </p:cNvPr>
          <p:cNvCxnSpPr>
            <a:cxnSpLocks/>
            <a:endCxn id="87" idx="0"/>
          </p:cNvCxnSpPr>
          <p:nvPr/>
        </p:nvCxnSpPr>
        <p:spPr>
          <a:xfrm flipH="1" flipV="1">
            <a:off x="432066" y="659906"/>
            <a:ext cx="4539898" cy="1237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3D94B95-7BFF-712F-9E06-599BB403E9AC}"/>
              </a:ext>
            </a:extLst>
          </p:cNvPr>
          <p:cNvCxnSpPr>
            <a:cxnSpLocks/>
          </p:cNvCxnSpPr>
          <p:nvPr/>
        </p:nvCxnSpPr>
        <p:spPr>
          <a:xfrm flipH="1">
            <a:off x="4601515" y="672281"/>
            <a:ext cx="1355" cy="1502587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272ED280-8DDF-902E-6961-A3E554A47EDE}"/>
                  </a:ext>
                </a:extLst>
              </p:cNvPr>
              <p:cNvSpPr txBox="1"/>
              <p:nvPr/>
            </p:nvSpPr>
            <p:spPr>
              <a:xfrm>
                <a:off x="4149494" y="1301049"/>
                <a:ext cx="375937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272ED280-8DDF-902E-6961-A3E554A47E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9494" y="1301049"/>
                <a:ext cx="375937" cy="17036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B19A23D-31A4-0EC4-ADE6-E8014C481B28}"/>
              </a:ext>
            </a:extLst>
          </p:cNvPr>
          <p:cNvCxnSpPr>
            <a:cxnSpLocks/>
          </p:cNvCxnSpPr>
          <p:nvPr/>
        </p:nvCxnSpPr>
        <p:spPr>
          <a:xfrm flipH="1" flipV="1">
            <a:off x="419717" y="2174880"/>
            <a:ext cx="4539898" cy="1237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5076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B8C93-CBBF-28FA-06AD-C96DE2A04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9B58FE6-6622-4C3B-FC6F-C57E6A3EB9BE}"/>
              </a:ext>
            </a:extLst>
          </p:cNvPr>
          <p:cNvSpPr/>
          <p:nvPr/>
        </p:nvSpPr>
        <p:spPr>
          <a:xfrm>
            <a:off x="4870183" y="0"/>
            <a:ext cx="110681" cy="3615452"/>
          </a:xfrm>
          <a:custGeom>
            <a:avLst/>
            <a:gdLst>
              <a:gd name="connsiteX0" fmla="*/ 143684 w 210820"/>
              <a:gd name="connsiteY0" fmla="*/ 0 h 6886575"/>
              <a:gd name="connsiteX1" fmla="*/ 809 w 210820"/>
              <a:gd name="connsiteY1" fmla="*/ 1266825 h 6886575"/>
              <a:gd name="connsiteX2" fmla="*/ 200834 w 210820"/>
              <a:gd name="connsiteY2" fmla="*/ 3429000 h 6886575"/>
              <a:gd name="connsiteX3" fmla="*/ 181784 w 210820"/>
              <a:gd name="connsiteY3" fmla="*/ 5591175 h 6886575"/>
              <a:gd name="connsiteX4" fmla="*/ 191309 w 210820"/>
              <a:gd name="connsiteY4" fmla="*/ 6886575 h 688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0820" h="6886575">
                <a:moveTo>
                  <a:pt x="143684" y="0"/>
                </a:moveTo>
                <a:cubicBezTo>
                  <a:pt x="67484" y="347662"/>
                  <a:pt x="-8716" y="695325"/>
                  <a:pt x="809" y="1266825"/>
                </a:cubicBezTo>
                <a:cubicBezTo>
                  <a:pt x="10334" y="1838325"/>
                  <a:pt x="170672" y="2708275"/>
                  <a:pt x="200834" y="3429000"/>
                </a:cubicBezTo>
                <a:cubicBezTo>
                  <a:pt x="230996" y="4149725"/>
                  <a:pt x="183371" y="5014913"/>
                  <a:pt x="181784" y="5591175"/>
                </a:cubicBezTo>
                <a:cubicBezTo>
                  <a:pt x="180197" y="6167437"/>
                  <a:pt x="185753" y="6527006"/>
                  <a:pt x="191309" y="6886575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09AF78BA-A115-6A3D-CF22-1D988A8E46F3}"/>
              </a:ext>
            </a:extLst>
          </p:cNvPr>
          <p:cNvSpPr/>
          <p:nvPr/>
        </p:nvSpPr>
        <p:spPr>
          <a:xfrm>
            <a:off x="3360780" y="0"/>
            <a:ext cx="316030" cy="3585448"/>
          </a:xfrm>
          <a:custGeom>
            <a:avLst/>
            <a:gdLst>
              <a:gd name="connsiteX0" fmla="*/ 180289 w 601961"/>
              <a:gd name="connsiteY0" fmla="*/ 0 h 6829425"/>
              <a:gd name="connsiteX1" fmla="*/ 18364 w 601961"/>
              <a:gd name="connsiteY1" fmla="*/ 561975 h 6829425"/>
              <a:gd name="connsiteX2" fmla="*/ 561289 w 601961"/>
              <a:gd name="connsiteY2" fmla="*/ 1990725 h 6829425"/>
              <a:gd name="connsiteX3" fmla="*/ 504139 w 601961"/>
              <a:gd name="connsiteY3" fmla="*/ 3419475 h 6829425"/>
              <a:gd name="connsiteX4" fmla="*/ 37414 w 601961"/>
              <a:gd name="connsiteY4" fmla="*/ 4876800 h 6829425"/>
              <a:gd name="connsiteX5" fmla="*/ 189814 w 601961"/>
              <a:gd name="connsiteY5" fmla="*/ 6296025 h 6829425"/>
              <a:gd name="connsiteX6" fmla="*/ 237439 w 601961"/>
              <a:gd name="connsiteY6" fmla="*/ 6829425 h 6829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61" h="6829425">
                <a:moveTo>
                  <a:pt x="180289" y="0"/>
                </a:moveTo>
                <a:cubicBezTo>
                  <a:pt x="67576" y="115094"/>
                  <a:pt x="-45136" y="230188"/>
                  <a:pt x="18364" y="561975"/>
                </a:cubicBezTo>
                <a:cubicBezTo>
                  <a:pt x="81864" y="893762"/>
                  <a:pt x="480327" y="1514475"/>
                  <a:pt x="561289" y="1990725"/>
                </a:cubicBezTo>
                <a:cubicBezTo>
                  <a:pt x="642251" y="2466975"/>
                  <a:pt x="591452" y="2938462"/>
                  <a:pt x="504139" y="3419475"/>
                </a:cubicBezTo>
                <a:cubicBezTo>
                  <a:pt x="416826" y="3900488"/>
                  <a:pt x="89801" y="4397375"/>
                  <a:pt x="37414" y="4876800"/>
                </a:cubicBezTo>
                <a:cubicBezTo>
                  <a:pt x="-14973" y="5356225"/>
                  <a:pt x="156477" y="5970588"/>
                  <a:pt x="189814" y="6296025"/>
                </a:cubicBezTo>
                <a:cubicBezTo>
                  <a:pt x="223151" y="6621462"/>
                  <a:pt x="230295" y="6725443"/>
                  <a:pt x="237439" y="6829425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D4A49A14-0B49-7B23-3547-E006834F75BF}"/>
              </a:ext>
            </a:extLst>
          </p:cNvPr>
          <p:cNvSpPr/>
          <p:nvPr/>
        </p:nvSpPr>
        <p:spPr>
          <a:xfrm>
            <a:off x="1709080" y="-5001"/>
            <a:ext cx="633996" cy="3590449"/>
          </a:xfrm>
          <a:custGeom>
            <a:avLst/>
            <a:gdLst>
              <a:gd name="connsiteX0" fmla="*/ 449834 w 1207612"/>
              <a:gd name="connsiteY0" fmla="*/ 0 h 6838950"/>
              <a:gd name="connsiteX1" fmla="*/ 78359 w 1207612"/>
              <a:gd name="connsiteY1" fmla="*/ 561975 h 6838950"/>
              <a:gd name="connsiteX2" fmla="*/ 30734 w 1207612"/>
              <a:gd name="connsiteY2" fmla="*/ 1285875 h 6838950"/>
              <a:gd name="connsiteX3" fmla="*/ 449834 w 1207612"/>
              <a:gd name="connsiteY3" fmla="*/ 2009775 h 6838950"/>
              <a:gd name="connsiteX4" fmla="*/ 1164209 w 1207612"/>
              <a:gd name="connsiteY4" fmla="*/ 2714625 h 6838950"/>
              <a:gd name="connsiteX5" fmla="*/ 459359 w 1207612"/>
              <a:gd name="connsiteY5" fmla="*/ 3448050 h 6838950"/>
              <a:gd name="connsiteX6" fmla="*/ 1192784 w 1207612"/>
              <a:gd name="connsiteY6" fmla="*/ 4133850 h 6838950"/>
              <a:gd name="connsiteX7" fmla="*/ 916559 w 1207612"/>
              <a:gd name="connsiteY7" fmla="*/ 4876800 h 6838950"/>
              <a:gd name="connsiteX8" fmla="*/ 497459 w 1207612"/>
              <a:gd name="connsiteY8" fmla="*/ 5562600 h 6838950"/>
              <a:gd name="connsiteX9" fmla="*/ 230759 w 1207612"/>
              <a:gd name="connsiteY9" fmla="*/ 6324600 h 6838950"/>
              <a:gd name="connsiteX10" fmla="*/ 468884 w 1207612"/>
              <a:gd name="connsiteY10" fmla="*/ 6838950 h 683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07612" h="6838950">
                <a:moveTo>
                  <a:pt x="449834" y="0"/>
                </a:moveTo>
                <a:cubicBezTo>
                  <a:pt x="299021" y="173831"/>
                  <a:pt x="148209" y="347663"/>
                  <a:pt x="78359" y="561975"/>
                </a:cubicBezTo>
                <a:cubicBezTo>
                  <a:pt x="8509" y="776288"/>
                  <a:pt x="-31178" y="1044575"/>
                  <a:pt x="30734" y="1285875"/>
                </a:cubicBezTo>
                <a:cubicBezTo>
                  <a:pt x="92646" y="1527175"/>
                  <a:pt x="260921" y="1771650"/>
                  <a:pt x="449834" y="2009775"/>
                </a:cubicBezTo>
                <a:cubicBezTo>
                  <a:pt x="638747" y="2247900"/>
                  <a:pt x="1162622" y="2474913"/>
                  <a:pt x="1164209" y="2714625"/>
                </a:cubicBezTo>
                <a:cubicBezTo>
                  <a:pt x="1165796" y="2954337"/>
                  <a:pt x="454597" y="3211513"/>
                  <a:pt x="459359" y="3448050"/>
                </a:cubicBezTo>
                <a:cubicBezTo>
                  <a:pt x="464121" y="3684587"/>
                  <a:pt x="1116584" y="3895725"/>
                  <a:pt x="1192784" y="4133850"/>
                </a:cubicBezTo>
                <a:cubicBezTo>
                  <a:pt x="1268984" y="4371975"/>
                  <a:pt x="1032446" y="4638675"/>
                  <a:pt x="916559" y="4876800"/>
                </a:cubicBezTo>
                <a:cubicBezTo>
                  <a:pt x="800672" y="5114925"/>
                  <a:pt x="611759" y="5321300"/>
                  <a:pt x="497459" y="5562600"/>
                </a:cubicBezTo>
                <a:cubicBezTo>
                  <a:pt x="383159" y="5803900"/>
                  <a:pt x="235522" y="6111875"/>
                  <a:pt x="230759" y="6324600"/>
                </a:cubicBezTo>
                <a:cubicBezTo>
                  <a:pt x="225996" y="6537325"/>
                  <a:pt x="347440" y="6688137"/>
                  <a:pt x="468884" y="6838950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CD7751C-FBB2-18D9-6737-5DC21435D1EF}"/>
              </a:ext>
            </a:extLst>
          </p:cNvPr>
          <p:cNvCxnSpPr/>
          <p:nvPr/>
        </p:nvCxnSpPr>
        <p:spPr>
          <a:xfrm>
            <a:off x="1950848" y="283057"/>
            <a:ext cx="0" cy="3024336"/>
          </a:xfrm>
          <a:prstGeom prst="line">
            <a:avLst/>
          </a:prstGeom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F339B7C-B061-DE61-0186-BDFCB3B43B02}"/>
              </a:ext>
            </a:extLst>
          </p:cNvPr>
          <p:cNvCxnSpPr/>
          <p:nvPr/>
        </p:nvCxnSpPr>
        <p:spPr>
          <a:xfrm>
            <a:off x="3461422" y="283056"/>
            <a:ext cx="0" cy="3024336"/>
          </a:xfrm>
          <a:prstGeom prst="line">
            <a:avLst/>
          </a:prstGeom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3CCB34F-6030-E719-310F-E8D2D3A49B21}"/>
              </a:ext>
            </a:extLst>
          </p:cNvPr>
          <p:cNvCxnSpPr>
            <a:cxnSpLocks/>
          </p:cNvCxnSpPr>
          <p:nvPr/>
        </p:nvCxnSpPr>
        <p:spPr>
          <a:xfrm flipH="1">
            <a:off x="4976965" y="0"/>
            <a:ext cx="0" cy="3615452"/>
          </a:xfrm>
          <a:prstGeom prst="line">
            <a:avLst/>
          </a:prstGeom>
          <a:ln w="22225">
            <a:solidFill>
              <a:srgbClr val="FF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6CA0DD3-2E19-5CF9-1CAB-E8BCFCE8FA79}"/>
              </a:ext>
            </a:extLst>
          </p:cNvPr>
          <p:cNvSpPr txBox="1"/>
          <p:nvPr/>
        </p:nvSpPr>
        <p:spPr>
          <a:xfrm>
            <a:off x="430878" y="3358875"/>
            <a:ext cx="312906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WFS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211234A-D229-8944-64E5-8D32B59DA7CE}"/>
              </a:ext>
            </a:extLst>
          </p:cNvPr>
          <p:cNvSpPr txBox="1"/>
          <p:nvPr/>
        </p:nvSpPr>
        <p:spPr>
          <a:xfrm>
            <a:off x="1940276" y="3358703"/>
            <a:ext cx="31611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DM3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333C275-8A27-E55A-1958-9382DF7F72F5}"/>
              </a:ext>
            </a:extLst>
          </p:cNvPr>
          <p:cNvSpPr txBox="1"/>
          <p:nvPr/>
        </p:nvSpPr>
        <p:spPr>
          <a:xfrm>
            <a:off x="3450855" y="3363277"/>
            <a:ext cx="31611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DM2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1DF132E-3DD9-BBAF-1B75-D60B06DFDC58}"/>
              </a:ext>
            </a:extLst>
          </p:cNvPr>
          <p:cNvSpPr txBox="1"/>
          <p:nvPr/>
        </p:nvSpPr>
        <p:spPr>
          <a:xfrm>
            <a:off x="4967820" y="3368121"/>
            <a:ext cx="31611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DM1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53E0DDF-A403-00A3-A606-E348FA286DF1}"/>
              </a:ext>
            </a:extLst>
          </p:cNvPr>
          <p:cNvCxnSpPr/>
          <p:nvPr/>
        </p:nvCxnSpPr>
        <p:spPr>
          <a:xfrm>
            <a:off x="1947492" y="28746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4F2BF48-C4E6-B0E2-B6CB-7FD9D90E0527}"/>
              </a:ext>
            </a:extLst>
          </p:cNvPr>
          <p:cNvCxnSpPr/>
          <p:nvPr/>
        </p:nvCxnSpPr>
        <p:spPr>
          <a:xfrm>
            <a:off x="1947492" y="665506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4D207456-17EC-09A6-6F56-2228B1CF6AA4}"/>
              </a:ext>
            </a:extLst>
          </p:cNvPr>
          <p:cNvCxnSpPr/>
          <p:nvPr/>
        </p:nvCxnSpPr>
        <p:spPr>
          <a:xfrm>
            <a:off x="1947492" y="1043551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E808531-CE57-51C0-87FD-4DDC50B0E124}"/>
              </a:ext>
            </a:extLst>
          </p:cNvPr>
          <p:cNvCxnSpPr/>
          <p:nvPr/>
        </p:nvCxnSpPr>
        <p:spPr>
          <a:xfrm>
            <a:off x="1947492" y="1421597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45CAEDAA-5BCE-8FC4-A7E8-25E715FCF042}"/>
              </a:ext>
            </a:extLst>
          </p:cNvPr>
          <p:cNvCxnSpPr/>
          <p:nvPr/>
        </p:nvCxnSpPr>
        <p:spPr>
          <a:xfrm>
            <a:off x="1947492" y="1799643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1246A86-47A0-CB1F-C79D-ECCEB10F0EE8}"/>
              </a:ext>
            </a:extLst>
          </p:cNvPr>
          <p:cNvCxnSpPr/>
          <p:nvPr/>
        </p:nvCxnSpPr>
        <p:spPr>
          <a:xfrm>
            <a:off x="1947492" y="2177688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11416E8-4A44-F6E4-DD32-0A62921C2917}"/>
              </a:ext>
            </a:extLst>
          </p:cNvPr>
          <p:cNvCxnSpPr/>
          <p:nvPr/>
        </p:nvCxnSpPr>
        <p:spPr>
          <a:xfrm>
            <a:off x="1947492" y="2555734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A05B768-C67D-0A8A-4F8D-55388F475552}"/>
              </a:ext>
            </a:extLst>
          </p:cNvPr>
          <p:cNvCxnSpPr/>
          <p:nvPr/>
        </p:nvCxnSpPr>
        <p:spPr>
          <a:xfrm>
            <a:off x="1947492" y="293378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16A8BDC-B030-1871-2048-3794228F8179}"/>
              </a:ext>
            </a:extLst>
          </p:cNvPr>
          <p:cNvCxnSpPr/>
          <p:nvPr/>
        </p:nvCxnSpPr>
        <p:spPr>
          <a:xfrm>
            <a:off x="1947492" y="3311825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62FE2DD-9039-46EB-B8EC-93F53A946F03}"/>
              </a:ext>
            </a:extLst>
          </p:cNvPr>
          <p:cNvCxnSpPr/>
          <p:nvPr/>
        </p:nvCxnSpPr>
        <p:spPr>
          <a:xfrm>
            <a:off x="3458041" y="286867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50696847-2921-DCD0-92D8-3D70B4084BE6}"/>
              </a:ext>
            </a:extLst>
          </p:cNvPr>
          <p:cNvCxnSpPr/>
          <p:nvPr/>
        </p:nvCxnSpPr>
        <p:spPr>
          <a:xfrm>
            <a:off x="3458041" y="1042958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658B16E4-7A09-1661-696F-1356CAD1652C}"/>
              </a:ext>
            </a:extLst>
          </p:cNvPr>
          <p:cNvCxnSpPr/>
          <p:nvPr/>
        </p:nvCxnSpPr>
        <p:spPr>
          <a:xfrm>
            <a:off x="3458041" y="179905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48484F68-D023-662C-1950-A18A00C727B5}"/>
              </a:ext>
            </a:extLst>
          </p:cNvPr>
          <p:cNvCxnSpPr/>
          <p:nvPr/>
        </p:nvCxnSpPr>
        <p:spPr>
          <a:xfrm>
            <a:off x="3458041" y="2555141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8F3D4DA-E950-B6E5-034E-FAB696E15274}"/>
              </a:ext>
            </a:extLst>
          </p:cNvPr>
          <p:cNvCxnSpPr/>
          <p:nvPr/>
        </p:nvCxnSpPr>
        <p:spPr>
          <a:xfrm>
            <a:off x="3458041" y="3311232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8DC70D5F-6E02-E8DC-3F70-78A64F1C5C40}"/>
              </a:ext>
            </a:extLst>
          </p:cNvPr>
          <p:cNvCxnSpPr/>
          <p:nvPr/>
        </p:nvCxnSpPr>
        <p:spPr>
          <a:xfrm>
            <a:off x="4968589" y="664319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04C3107D-A090-3A90-5229-139BA8E03017}"/>
              </a:ext>
            </a:extLst>
          </p:cNvPr>
          <p:cNvCxnSpPr/>
          <p:nvPr/>
        </p:nvCxnSpPr>
        <p:spPr>
          <a:xfrm>
            <a:off x="4968589" y="1798456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07F456A-1AD6-F41E-07EE-47162194AD30}"/>
              </a:ext>
            </a:extLst>
          </p:cNvPr>
          <p:cNvCxnSpPr/>
          <p:nvPr/>
        </p:nvCxnSpPr>
        <p:spPr>
          <a:xfrm>
            <a:off x="4968589" y="2932593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E9C6B341-3136-EA14-DA15-5B75DCB7A14C}"/>
              </a:ext>
            </a:extLst>
          </p:cNvPr>
          <p:cNvSpPr/>
          <p:nvPr/>
        </p:nvSpPr>
        <p:spPr>
          <a:xfrm>
            <a:off x="356477" y="1421597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FA08A045-7472-25F1-1D0D-D6022E7CB226}"/>
              </a:ext>
            </a:extLst>
          </p:cNvPr>
          <p:cNvSpPr/>
          <p:nvPr/>
        </p:nvSpPr>
        <p:spPr>
          <a:xfrm>
            <a:off x="356470" y="1039919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843B065E-76FF-ADB0-7198-C435BFC0E988}"/>
              </a:ext>
            </a:extLst>
          </p:cNvPr>
          <p:cNvSpPr/>
          <p:nvPr/>
        </p:nvSpPr>
        <p:spPr>
          <a:xfrm>
            <a:off x="356458" y="659905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D0306B74-C5A9-441B-2158-B7669C613295}"/>
              </a:ext>
            </a:extLst>
          </p:cNvPr>
          <p:cNvSpPr/>
          <p:nvPr/>
        </p:nvSpPr>
        <p:spPr>
          <a:xfrm>
            <a:off x="352759" y="289229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B81B5258-5179-EA73-405A-71B0F1D21D62}"/>
              </a:ext>
            </a:extLst>
          </p:cNvPr>
          <p:cNvSpPr/>
          <p:nvPr/>
        </p:nvSpPr>
        <p:spPr>
          <a:xfrm>
            <a:off x="356458" y="2921822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6954B281-A0BC-6CB2-8A2B-323605B2DAF1}"/>
              </a:ext>
            </a:extLst>
          </p:cNvPr>
          <p:cNvSpPr/>
          <p:nvPr/>
        </p:nvSpPr>
        <p:spPr>
          <a:xfrm>
            <a:off x="356452" y="2540144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AE2453A5-5D5D-B51C-AE06-82821C0E237F}"/>
              </a:ext>
            </a:extLst>
          </p:cNvPr>
          <p:cNvSpPr/>
          <p:nvPr/>
        </p:nvSpPr>
        <p:spPr>
          <a:xfrm>
            <a:off x="356440" y="2160130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418F00C9-4A14-4A9F-CF38-7AC7A46F7BDE}"/>
              </a:ext>
            </a:extLst>
          </p:cNvPr>
          <p:cNvSpPr/>
          <p:nvPr/>
        </p:nvSpPr>
        <p:spPr>
          <a:xfrm>
            <a:off x="352741" y="1789453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2C08F55D-3314-2A03-E4C9-CE3AC64EAA95}"/>
              </a:ext>
            </a:extLst>
          </p:cNvPr>
          <p:cNvSpPr txBox="1"/>
          <p:nvPr/>
        </p:nvSpPr>
        <p:spPr>
          <a:xfrm>
            <a:off x="3639673" y="189915"/>
            <a:ext cx="46038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Actuators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06E0E6A-E5FC-6A36-257C-D3C48540BA6B}"/>
              </a:ext>
            </a:extLst>
          </p:cNvPr>
          <p:cNvSpPr txBox="1"/>
          <p:nvPr/>
        </p:nvSpPr>
        <p:spPr>
          <a:xfrm>
            <a:off x="492067" y="381886"/>
            <a:ext cx="421910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Lenslets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5BB8C90C-6217-D6B9-383D-5C064B4D8F87}"/>
              </a:ext>
            </a:extLst>
          </p:cNvPr>
          <p:cNvCxnSpPr>
            <a:cxnSpLocks/>
          </p:cNvCxnSpPr>
          <p:nvPr/>
        </p:nvCxnSpPr>
        <p:spPr>
          <a:xfrm flipH="1">
            <a:off x="1950830" y="2934351"/>
            <a:ext cx="1500597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002D5061-DF9C-552D-0F55-98483A838335}"/>
                  </a:ext>
                </a:extLst>
              </p:cNvPr>
              <p:cNvSpPr txBox="1"/>
              <p:nvPr/>
            </p:nvSpPr>
            <p:spPr>
              <a:xfrm>
                <a:off x="2281523" y="3015715"/>
                <a:ext cx="587469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002D5061-DF9C-552D-0F55-98483A8383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1523" y="3015715"/>
                <a:ext cx="587469" cy="1703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2899B87F-FAA9-2F22-080A-F26414DDA4CC}"/>
              </a:ext>
            </a:extLst>
          </p:cNvPr>
          <p:cNvCxnSpPr>
            <a:cxnSpLocks/>
          </p:cNvCxnSpPr>
          <p:nvPr/>
        </p:nvCxnSpPr>
        <p:spPr>
          <a:xfrm flipH="1">
            <a:off x="3471367" y="2934351"/>
            <a:ext cx="1500597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6BCB759C-4756-29CF-466D-BC5A35C24499}"/>
                  </a:ext>
                </a:extLst>
              </p:cNvPr>
              <p:cNvSpPr txBox="1"/>
              <p:nvPr/>
            </p:nvSpPr>
            <p:spPr>
              <a:xfrm>
                <a:off x="3787115" y="3035684"/>
                <a:ext cx="587469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6BCB759C-4756-29CF-466D-BC5A35C24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7115" y="3035684"/>
                <a:ext cx="587469" cy="1703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FEB3EA0F-1A85-E76E-1571-DE2A7456BFA4}"/>
              </a:ext>
            </a:extLst>
          </p:cNvPr>
          <p:cNvCxnSpPr>
            <a:cxnSpLocks/>
          </p:cNvCxnSpPr>
          <p:nvPr/>
        </p:nvCxnSpPr>
        <p:spPr>
          <a:xfrm flipH="1">
            <a:off x="440263" y="2934351"/>
            <a:ext cx="1500597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BEC9F35-D577-7DB9-BC49-A235248D62A7}"/>
                  </a:ext>
                </a:extLst>
              </p:cNvPr>
              <p:cNvSpPr txBox="1"/>
              <p:nvPr/>
            </p:nvSpPr>
            <p:spPr>
              <a:xfrm>
                <a:off x="770956" y="3015715"/>
                <a:ext cx="588366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𝑊𝐹𝑆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FBEC9F35-D577-7DB9-BC49-A235248D6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56" y="3015715"/>
                <a:ext cx="588366" cy="17036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8047193-1AE3-141C-01D4-729F0ACA46FD}"/>
              </a:ext>
            </a:extLst>
          </p:cNvPr>
          <p:cNvCxnSpPr>
            <a:cxnSpLocks/>
          </p:cNvCxnSpPr>
          <p:nvPr/>
        </p:nvCxnSpPr>
        <p:spPr>
          <a:xfrm flipH="1">
            <a:off x="3461422" y="672281"/>
            <a:ext cx="1507167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rtial Circle 8">
            <a:extLst>
              <a:ext uri="{FF2B5EF4-FFF2-40B4-BE49-F238E27FC236}">
                <a16:creationId xmlns:a16="http://schemas.microsoft.com/office/drawing/2014/main" id="{75ED61A6-B6AF-96AE-8760-DB577A80FDB0}"/>
              </a:ext>
            </a:extLst>
          </p:cNvPr>
          <p:cNvSpPr/>
          <p:nvPr/>
        </p:nvSpPr>
        <p:spPr>
          <a:xfrm rot="10800000">
            <a:off x="2899057" y="91134"/>
            <a:ext cx="1144621" cy="1146396"/>
          </a:xfrm>
          <a:prstGeom prst="pie">
            <a:avLst>
              <a:gd name="adj1" fmla="val 20756796"/>
              <a:gd name="adj2" fmla="val 21568508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347D93A-68D3-5A12-C7CB-9C7B10F5202C}"/>
              </a:ext>
            </a:extLst>
          </p:cNvPr>
          <p:cNvCxnSpPr>
            <a:cxnSpLocks/>
          </p:cNvCxnSpPr>
          <p:nvPr/>
        </p:nvCxnSpPr>
        <p:spPr>
          <a:xfrm flipH="1">
            <a:off x="1947493" y="659906"/>
            <a:ext cx="1510548" cy="383646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7FE19CD-868A-E76A-0089-D20FE4A4E77F}"/>
                  </a:ext>
                </a:extLst>
              </p:cNvPr>
              <p:cNvSpPr txBox="1"/>
              <p:nvPr/>
            </p:nvSpPr>
            <p:spPr>
              <a:xfrm>
                <a:off x="2671795" y="1246584"/>
                <a:ext cx="390043" cy="2510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GB" sz="507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𝐷𝑀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7FE19CD-868A-E76A-0089-D20FE4A4E7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1795" y="1246584"/>
                <a:ext cx="390043" cy="2510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091D5A3-CCAF-6781-5570-31B2B692B8A8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2866817" y="866357"/>
            <a:ext cx="58398" cy="380227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artial Circle 28">
            <a:extLst>
              <a:ext uri="{FF2B5EF4-FFF2-40B4-BE49-F238E27FC236}">
                <a16:creationId xmlns:a16="http://schemas.microsoft.com/office/drawing/2014/main" id="{B0360B2B-A1BB-2077-9BEC-6C572CB7D534}"/>
              </a:ext>
            </a:extLst>
          </p:cNvPr>
          <p:cNvSpPr/>
          <p:nvPr/>
        </p:nvSpPr>
        <p:spPr>
          <a:xfrm rot="10800000">
            <a:off x="1359824" y="465831"/>
            <a:ext cx="1144621" cy="1146396"/>
          </a:xfrm>
          <a:prstGeom prst="pie">
            <a:avLst>
              <a:gd name="adj1" fmla="val 19362759"/>
              <a:gd name="adj2" fmla="val 21568508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 dirty="0">
              <a:solidFill>
                <a:schemeClr val="tx1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B54960-0E70-0031-9E51-77FC32EDAA9C}"/>
              </a:ext>
            </a:extLst>
          </p:cNvPr>
          <p:cNvCxnSpPr>
            <a:cxnSpLocks/>
            <a:endCxn id="87" idx="4"/>
          </p:cNvCxnSpPr>
          <p:nvPr/>
        </p:nvCxnSpPr>
        <p:spPr>
          <a:xfrm flipH="1">
            <a:off x="432067" y="1039919"/>
            <a:ext cx="1518763" cy="303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F1832C1-BA36-AAA8-EB10-D0697D84A4FB}"/>
                  </a:ext>
                </a:extLst>
              </p:cNvPr>
              <p:cNvSpPr txBox="1"/>
              <p:nvPr/>
            </p:nvSpPr>
            <p:spPr>
              <a:xfrm>
                <a:off x="556675" y="17712"/>
                <a:ext cx="625043" cy="2510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GB" sz="507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sSubSup>
                                <m:sSubSupPr>
                                  <m:ctrlP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𝐷𝑀</m:t>
                                  </m:r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  <m:sup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+ 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𝐷𝑀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F1832C1-BA36-AAA8-EB10-D0697D84A4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675" y="17712"/>
                <a:ext cx="625043" cy="2510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CE7E4AC-63AD-392A-92DD-B96FC8CDF7F5}"/>
              </a:ext>
            </a:extLst>
          </p:cNvPr>
          <p:cNvCxnSpPr>
            <a:cxnSpLocks/>
            <a:stCxn id="41" idx="2"/>
          </p:cNvCxnSpPr>
          <p:nvPr/>
        </p:nvCxnSpPr>
        <p:spPr>
          <a:xfrm>
            <a:off x="869197" y="268806"/>
            <a:ext cx="478353" cy="719517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825522A-817B-55B6-9E02-AA46F7715D1B}"/>
              </a:ext>
            </a:extLst>
          </p:cNvPr>
          <p:cNvCxnSpPr>
            <a:cxnSpLocks/>
            <a:endCxn id="104" idx="0"/>
          </p:cNvCxnSpPr>
          <p:nvPr/>
        </p:nvCxnSpPr>
        <p:spPr>
          <a:xfrm flipH="1">
            <a:off x="432049" y="1043552"/>
            <a:ext cx="1505105" cy="1116579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A497804-FFFC-3EA7-6839-6C76EF441035}"/>
              </a:ext>
            </a:extLst>
          </p:cNvPr>
          <p:cNvCxnSpPr>
            <a:cxnSpLocks/>
            <a:endCxn id="87" idx="0"/>
          </p:cNvCxnSpPr>
          <p:nvPr/>
        </p:nvCxnSpPr>
        <p:spPr>
          <a:xfrm flipH="1" flipV="1">
            <a:off x="432066" y="659906"/>
            <a:ext cx="4539898" cy="1237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F80D5E-EF42-2FC3-834D-E63BEF29471E}"/>
              </a:ext>
            </a:extLst>
          </p:cNvPr>
          <p:cNvCxnSpPr>
            <a:cxnSpLocks/>
          </p:cNvCxnSpPr>
          <p:nvPr/>
        </p:nvCxnSpPr>
        <p:spPr>
          <a:xfrm flipH="1">
            <a:off x="4601515" y="672281"/>
            <a:ext cx="1355" cy="1502587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2B35AE54-41D4-4E2F-698F-8943369001AD}"/>
                  </a:ext>
                </a:extLst>
              </p:cNvPr>
              <p:cNvSpPr txBox="1"/>
              <p:nvPr/>
            </p:nvSpPr>
            <p:spPr>
              <a:xfrm>
                <a:off x="4149494" y="1301049"/>
                <a:ext cx="375937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2B35AE54-41D4-4E2F-698F-8943369001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9494" y="1301049"/>
                <a:ext cx="375937" cy="17036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FA2F0229-BEFB-C00D-5667-9D51B14CC5E5}"/>
              </a:ext>
            </a:extLst>
          </p:cNvPr>
          <p:cNvCxnSpPr>
            <a:cxnSpLocks/>
          </p:cNvCxnSpPr>
          <p:nvPr/>
        </p:nvCxnSpPr>
        <p:spPr>
          <a:xfrm flipH="1" flipV="1">
            <a:off x="419717" y="2174880"/>
            <a:ext cx="4539898" cy="1237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9071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E6430-B8AF-C38F-8944-3C9C37371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67516929-A9CB-818D-A3D3-95B83D6E851C}"/>
              </a:ext>
            </a:extLst>
          </p:cNvPr>
          <p:cNvSpPr/>
          <p:nvPr/>
        </p:nvSpPr>
        <p:spPr>
          <a:xfrm>
            <a:off x="3360780" y="0"/>
            <a:ext cx="316030" cy="3585448"/>
          </a:xfrm>
          <a:custGeom>
            <a:avLst/>
            <a:gdLst>
              <a:gd name="connsiteX0" fmla="*/ 180289 w 601961"/>
              <a:gd name="connsiteY0" fmla="*/ 0 h 6829425"/>
              <a:gd name="connsiteX1" fmla="*/ 18364 w 601961"/>
              <a:gd name="connsiteY1" fmla="*/ 561975 h 6829425"/>
              <a:gd name="connsiteX2" fmla="*/ 561289 w 601961"/>
              <a:gd name="connsiteY2" fmla="*/ 1990725 h 6829425"/>
              <a:gd name="connsiteX3" fmla="*/ 504139 w 601961"/>
              <a:gd name="connsiteY3" fmla="*/ 3419475 h 6829425"/>
              <a:gd name="connsiteX4" fmla="*/ 37414 w 601961"/>
              <a:gd name="connsiteY4" fmla="*/ 4876800 h 6829425"/>
              <a:gd name="connsiteX5" fmla="*/ 189814 w 601961"/>
              <a:gd name="connsiteY5" fmla="*/ 6296025 h 6829425"/>
              <a:gd name="connsiteX6" fmla="*/ 237439 w 601961"/>
              <a:gd name="connsiteY6" fmla="*/ 6829425 h 6829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61" h="6829425">
                <a:moveTo>
                  <a:pt x="180289" y="0"/>
                </a:moveTo>
                <a:cubicBezTo>
                  <a:pt x="67576" y="115094"/>
                  <a:pt x="-45136" y="230188"/>
                  <a:pt x="18364" y="561975"/>
                </a:cubicBezTo>
                <a:cubicBezTo>
                  <a:pt x="81864" y="893762"/>
                  <a:pt x="480327" y="1514475"/>
                  <a:pt x="561289" y="1990725"/>
                </a:cubicBezTo>
                <a:cubicBezTo>
                  <a:pt x="642251" y="2466975"/>
                  <a:pt x="591452" y="2938462"/>
                  <a:pt x="504139" y="3419475"/>
                </a:cubicBezTo>
                <a:cubicBezTo>
                  <a:pt x="416826" y="3900488"/>
                  <a:pt x="89801" y="4397375"/>
                  <a:pt x="37414" y="4876800"/>
                </a:cubicBezTo>
                <a:cubicBezTo>
                  <a:pt x="-14973" y="5356225"/>
                  <a:pt x="156477" y="5970588"/>
                  <a:pt x="189814" y="6296025"/>
                </a:cubicBezTo>
                <a:cubicBezTo>
                  <a:pt x="223151" y="6621462"/>
                  <a:pt x="230295" y="6725443"/>
                  <a:pt x="237439" y="6829425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5E9C425-C4E4-CA34-B275-6DF91105E612}"/>
              </a:ext>
            </a:extLst>
          </p:cNvPr>
          <p:cNvSpPr/>
          <p:nvPr/>
        </p:nvSpPr>
        <p:spPr>
          <a:xfrm>
            <a:off x="1709080" y="-5001"/>
            <a:ext cx="633996" cy="3590449"/>
          </a:xfrm>
          <a:custGeom>
            <a:avLst/>
            <a:gdLst>
              <a:gd name="connsiteX0" fmla="*/ 449834 w 1207612"/>
              <a:gd name="connsiteY0" fmla="*/ 0 h 6838950"/>
              <a:gd name="connsiteX1" fmla="*/ 78359 w 1207612"/>
              <a:gd name="connsiteY1" fmla="*/ 561975 h 6838950"/>
              <a:gd name="connsiteX2" fmla="*/ 30734 w 1207612"/>
              <a:gd name="connsiteY2" fmla="*/ 1285875 h 6838950"/>
              <a:gd name="connsiteX3" fmla="*/ 449834 w 1207612"/>
              <a:gd name="connsiteY3" fmla="*/ 2009775 h 6838950"/>
              <a:gd name="connsiteX4" fmla="*/ 1164209 w 1207612"/>
              <a:gd name="connsiteY4" fmla="*/ 2714625 h 6838950"/>
              <a:gd name="connsiteX5" fmla="*/ 459359 w 1207612"/>
              <a:gd name="connsiteY5" fmla="*/ 3448050 h 6838950"/>
              <a:gd name="connsiteX6" fmla="*/ 1192784 w 1207612"/>
              <a:gd name="connsiteY6" fmla="*/ 4133850 h 6838950"/>
              <a:gd name="connsiteX7" fmla="*/ 916559 w 1207612"/>
              <a:gd name="connsiteY7" fmla="*/ 4876800 h 6838950"/>
              <a:gd name="connsiteX8" fmla="*/ 497459 w 1207612"/>
              <a:gd name="connsiteY8" fmla="*/ 5562600 h 6838950"/>
              <a:gd name="connsiteX9" fmla="*/ 230759 w 1207612"/>
              <a:gd name="connsiteY9" fmla="*/ 6324600 h 6838950"/>
              <a:gd name="connsiteX10" fmla="*/ 468884 w 1207612"/>
              <a:gd name="connsiteY10" fmla="*/ 6838950 h 683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07612" h="6838950">
                <a:moveTo>
                  <a:pt x="449834" y="0"/>
                </a:moveTo>
                <a:cubicBezTo>
                  <a:pt x="299021" y="173831"/>
                  <a:pt x="148209" y="347663"/>
                  <a:pt x="78359" y="561975"/>
                </a:cubicBezTo>
                <a:cubicBezTo>
                  <a:pt x="8509" y="776288"/>
                  <a:pt x="-31178" y="1044575"/>
                  <a:pt x="30734" y="1285875"/>
                </a:cubicBezTo>
                <a:cubicBezTo>
                  <a:pt x="92646" y="1527175"/>
                  <a:pt x="260921" y="1771650"/>
                  <a:pt x="449834" y="2009775"/>
                </a:cubicBezTo>
                <a:cubicBezTo>
                  <a:pt x="638747" y="2247900"/>
                  <a:pt x="1162622" y="2474913"/>
                  <a:pt x="1164209" y="2714625"/>
                </a:cubicBezTo>
                <a:cubicBezTo>
                  <a:pt x="1165796" y="2954337"/>
                  <a:pt x="454597" y="3211513"/>
                  <a:pt x="459359" y="3448050"/>
                </a:cubicBezTo>
                <a:cubicBezTo>
                  <a:pt x="464121" y="3684587"/>
                  <a:pt x="1116584" y="3895725"/>
                  <a:pt x="1192784" y="4133850"/>
                </a:cubicBezTo>
                <a:cubicBezTo>
                  <a:pt x="1268984" y="4371975"/>
                  <a:pt x="1032446" y="4638675"/>
                  <a:pt x="916559" y="4876800"/>
                </a:cubicBezTo>
                <a:cubicBezTo>
                  <a:pt x="800672" y="5114925"/>
                  <a:pt x="611759" y="5321300"/>
                  <a:pt x="497459" y="5562600"/>
                </a:cubicBezTo>
                <a:cubicBezTo>
                  <a:pt x="383159" y="5803900"/>
                  <a:pt x="235522" y="6111875"/>
                  <a:pt x="230759" y="6324600"/>
                </a:cubicBezTo>
                <a:cubicBezTo>
                  <a:pt x="225996" y="6537325"/>
                  <a:pt x="347440" y="6688137"/>
                  <a:pt x="468884" y="6838950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89D7284-A2BB-1038-3E88-5E9A709714D4}"/>
              </a:ext>
            </a:extLst>
          </p:cNvPr>
          <p:cNvCxnSpPr/>
          <p:nvPr/>
        </p:nvCxnSpPr>
        <p:spPr>
          <a:xfrm>
            <a:off x="1950848" y="283057"/>
            <a:ext cx="0" cy="3024336"/>
          </a:xfrm>
          <a:prstGeom prst="line">
            <a:avLst/>
          </a:prstGeom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D11BA9F-F09D-3F64-90EF-2DFD1BC89EEE}"/>
              </a:ext>
            </a:extLst>
          </p:cNvPr>
          <p:cNvCxnSpPr/>
          <p:nvPr/>
        </p:nvCxnSpPr>
        <p:spPr>
          <a:xfrm>
            <a:off x="3461422" y="283056"/>
            <a:ext cx="0" cy="3024336"/>
          </a:xfrm>
          <a:prstGeom prst="line">
            <a:avLst/>
          </a:prstGeom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6D8802C-4FCD-CF01-CB36-E9C0D492BF37}"/>
              </a:ext>
            </a:extLst>
          </p:cNvPr>
          <p:cNvSpPr txBox="1"/>
          <p:nvPr/>
        </p:nvSpPr>
        <p:spPr>
          <a:xfrm>
            <a:off x="430878" y="3358875"/>
            <a:ext cx="312906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WFS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5B4F8B-C756-E04A-6039-C492DA7F2C1A}"/>
              </a:ext>
            </a:extLst>
          </p:cNvPr>
          <p:cNvSpPr txBox="1"/>
          <p:nvPr/>
        </p:nvSpPr>
        <p:spPr>
          <a:xfrm>
            <a:off x="1940276" y="3358703"/>
            <a:ext cx="31611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DM0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9E97A5-B768-54C8-2FA7-1D6D97759DED}"/>
              </a:ext>
            </a:extLst>
          </p:cNvPr>
          <p:cNvSpPr txBox="1"/>
          <p:nvPr/>
        </p:nvSpPr>
        <p:spPr>
          <a:xfrm>
            <a:off x="3450855" y="3363277"/>
            <a:ext cx="31611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DM1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9CD0390-1221-EEFB-815D-A5F10E3BD776}"/>
              </a:ext>
            </a:extLst>
          </p:cNvPr>
          <p:cNvCxnSpPr/>
          <p:nvPr/>
        </p:nvCxnSpPr>
        <p:spPr>
          <a:xfrm>
            <a:off x="1947492" y="28746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B2FB42F-9832-C36F-F93A-BC1879599380}"/>
              </a:ext>
            </a:extLst>
          </p:cNvPr>
          <p:cNvCxnSpPr/>
          <p:nvPr/>
        </p:nvCxnSpPr>
        <p:spPr>
          <a:xfrm>
            <a:off x="1947492" y="665506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0705116-48E2-B203-02E7-2DA403FD6C21}"/>
              </a:ext>
            </a:extLst>
          </p:cNvPr>
          <p:cNvCxnSpPr/>
          <p:nvPr/>
        </p:nvCxnSpPr>
        <p:spPr>
          <a:xfrm>
            <a:off x="1947492" y="1043551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215711C-DC18-D4AE-0769-D4AC163AFF36}"/>
              </a:ext>
            </a:extLst>
          </p:cNvPr>
          <p:cNvCxnSpPr/>
          <p:nvPr/>
        </p:nvCxnSpPr>
        <p:spPr>
          <a:xfrm>
            <a:off x="1947492" y="1421597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EE9805D2-439A-03E6-9800-0036575AE831}"/>
              </a:ext>
            </a:extLst>
          </p:cNvPr>
          <p:cNvCxnSpPr/>
          <p:nvPr/>
        </p:nvCxnSpPr>
        <p:spPr>
          <a:xfrm>
            <a:off x="1947492" y="1799643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FDB832A-98A4-EBFE-553B-0986F532A666}"/>
              </a:ext>
            </a:extLst>
          </p:cNvPr>
          <p:cNvCxnSpPr/>
          <p:nvPr/>
        </p:nvCxnSpPr>
        <p:spPr>
          <a:xfrm>
            <a:off x="1947492" y="2177688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0182DA02-5B63-F477-317A-D1F996A5491E}"/>
              </a:ext>
            </a:extLst>
          </p:cNvPr>
          <p:cNvCxnSpPr/>
          <p:nvPr/>
        </p:nvCxnSpPr>
        <p:spPr>
          <a:xfrm>
            <a:off x="1947492" y="2555734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579FAFC-6FD2-B0C2-4755-477D9137E0E6}"/>
              </a:ext>
            </a:extLst>
          </p:cNvPr>
          <p:cNvCxnSpPr/>
          <p:nvPr/>
        </p:nvCxnSpPr>
        <p:spPr>
          <a:xfrm>
            <a:off x="1947492" y="293378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270A648-6C32-C4A0-2125-8931E13D0040}"/>
              </a:ext>
            </a:extLst>
          </p:cNvPr>
          <p:cNvCxnSpPr/>
          <p:nvPr/>
        </p:nvCxnSpPr>
        <p:spPr>
          <a:xfrm>
            <a:off x="1947492" y="3311825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4B88E6F5-7DB6-F5FB-E3C3-0260C9E77AFF}"/>
              </a:ext>
            </a:extLst>
          </p:cNvPr>
          <p:cNvCxnSpPr/>
          <p:nvPr/>
        </p:nvCxnSpPr>
        <p:spPr>
          <a:xfrm>
            <a:off x="3458041" y="286867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469099A-C19D-17E0-65F3-8E1BDE7FD361}"/>
              </a:ext>
            </a:extLst>
          </p:cNvPr>
          <p:cNvCxnSpPr/>
          <p:nvPr/>
        </p:nvCxnSpPr>
        <p:spPr>
          <a:xfrm>
            <a:off x="3458041" y="1042958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FAA3D725-8B7E-257C-FD8A-AA07C183269E}"/>
              </a:ext>
            </a:extLst>
          </p:cNvPr>
          <p:cNvCxnSpPr/>
          <p:nvPr/>
        </p:nvCxnSpPr>
        <p:spPr>
          <a:xfrm>
            <a:off x="3458041" y="179905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D18F9F7A-3EB9-BBE3-CF80-709A9F7D3F8B}"/>
              </a:ext>
            </a:extLst>
          </p:cNvPr>
          <p:cNvCxnSpPr/>
          <p:nvPr/>
        </p:nvCxnSpPr>
        <p:spPr>
          <a:xfrm>
            <a:off x="3458041" y="2555141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2EB67A1-A6E0-D455-0162-4016F9209A91}"/>
              </a:ext>
            </a:extLst>
          </p:cNvPr>
          <p:cNvCxnSpPr/>
          <p:nvPr/>
        </p:nvCxnSpPr>
        <p:spPr>
          <a:xfrm>
            <a:off x="3458041" y="3311232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4A3FBAE6-E0A9-F0B5-898F-98748809412E}"/>
              </a:ext>
            </a:extLst>
          </p:cNvPr>
          <p:cNvSpPr/>
          <p:nvPr/>
        </p:nvSpPr>
        <p:spPr>
          <a:xfrm>
            <a:off x="356477" y="1421597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FB35B394-B809-E6DD-12A4-4B475F66DA66}"/>
              </a:ext>
            </a:extLst>
          </p:cNvPr>
          <p:cNvSpPr/>
          <p:nvPr/>
        </p:nvSpPr>
        <p:spPr>
          <a:xfrm>
            <a:off x="356470" y="1039919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A4F4745F-4219-4A25-A3A8-2DB421D3C693}"/>
              </a:ext>
            </a:extLst>
          </p:cNvPr>
          <p:cNvSpPr/>
          <p:nvPr/>
        </p:nvSpPr>
        <p:spPr>
          <a:xfrm>
            <a:off x="356458" y="659905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6DA666F9-F476-AFC7-FA99-907B3E214341}"/>
              </a:ext>
            </a:extLst>
          </p:cNvPr>
          <p:cNvSpPr/>
          <p:nvPr/>
        </p:nvSpPr>
        <p:spPr>
          <a:xfrm>
            <a:off x="352759" y="289229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4B3A78BB-08B4-AF47-696B-264DCE2ABE95}"/>
              </a:ext>
            </a:extLst>
          </p:cNvPr>
          <p:cNvSpPr/>
          <p:nvPr/>
        </p:nvSpPr>
        <p:spPr>
          <a:xfrm>
            <a:off x="356458" y="2921822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4EC76C5C-8611-08F9-9839-02B2184E7B46}"/>
              </a:ext>
            </a:extLst>
          </p:cNvPr>
          <p:cNvSpPr/>
          <p:nvPr/>
        </p:nvSpPr>
        <p:spPr>
          <a:xfrm>
            <a:off x="356452" y="2540144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9EBD3B24-EBF6-837F-1EDC-F4555E9CFD8D}"/>
              </a:ext>
            </a:extLst>
          </p:cNvPr>
          <p:cNvSpPr/>
          <p:nvPr/>
        </p:nvSpPr>
        <p:spPr>
          <a:xfrm>
            <a:off x="356440" y="2160130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41F83834-9009-3058-8D50-197A742CBBFE}"/>
              </a:ext>
            </a:extLst>
          </p:cNvPr>
          <p:cNvSpPr/>
          <p:nvPr/>
        </p:nvSpPr>
        <p:spPr>
          <a:xfrm>
            <a:off x="352741" y="1789453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0686C97-14D3-3A6C-A267-EA0913EC5AA4}"/>
              </a:ext>
            </a:extLst>
          </p:cNvPr>
          <p:cNvSpPr txBox="1"/>
          <p:nvPr/>
        </p:nvSpPr>
        <p:spPr>
          <a:xfrm>
            <a:off x="3639673" y="189915"/>
            <a:ext cx="46038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Actuators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42DA2B6-1F62-F3B0-DC16-2091F7777094}"/>
              </a:ext>
            </a:extLst>
          </p:cNvPr>
          <p:cNvSpPr txBox="1"/>
          <p:nvPr/>
        </p:nvSpPr>
        <p:spPr>
          <a:xfrm>
            <a:off x="492067" y="381886"/>
            <a:ext cx="421910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Lenslets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2C1DD449-7AD9-3918-EA11-B4B23C50735D}"/>
              </a:ext>
            </a:extLst>
          </p:cNvPr>
          <p:cNvCxnSpPr>
            <a:cxnSpLocks/>
          </p:cNvCxnSpPr>
          <p:nvPr/>
        </p:nvCxnSpPr>
        <p:spPr>
          <a:xfrm flipH="1">
            <a:off x="1950830" y="2934351"/>
            <a:ext cx="1500597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5A9ECC14-D242-4A5A-AC2B-1643E2373F4A}"/>
                  </a:ext>
                </a:extLst>
              </p:cNvPr>
              <p:cNvSpPr txBox="1"/>
              <p:nvPr/>
            </p:nvSpPr>
            <p:spPr>
              <a:xfrm>
                <a:off x="2281523" y="3015715"/>
                <a:ext cx="587469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5A9ECC14-D242-4A5A-AC2B-1643E2373F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1523" y="3015715"/>
                <a:ext cx="587469" cy="1703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D3001AC8-C79F-0F2E-D551-C1FF816A411E}"/>
              </a:ext>
            </a:extLst>
          </p:cNvPr>
          <p:cNvCxnSpPr>
            <a:cxnSpLocks/>
          </p:cNvCxnSpPr>
          <p:nvPr/>
        </p:nvCxnSpPr>
        <p:spPr>
          <a:xfrm flipH="1">
            <a:off x="440263" y="2934351"/>
            <a:ext cx="1500597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4D7DE635-9AA7-B3AC-1C04-692143D52336}"/>
                  </a:ext>
                </a:extLst>
              </p:cNvPr>
              <p:cNvSpPr txBox="1"/>
              <p:nvPr/>
            </p:nvSpPr>
            <p:spPr>
              <a:xfrm>
                <a:off x="770956" y="3015715"/>
                <a:ext cx="588366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𝑊𝐹𝑆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4D7DE635-9AA7-B3AC-1C04-692143D523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56" y="3015715"/>
                <a:ext cx="588366" cy="1703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Partial Circle 8">
            <a:extLst>
              <a:ext uri="{FF2B5EF4-FFF2-40B4-BE49-F238E27FC236}">
                <a16:creationId xmlns:a16="http://schemas.microsoft.com/office/drawing/2014/main" id="{52D84D02-C4A6-BC8F-10D9-EA4A1A298046}"/>
              </a:ext>
            </a:extLst>
          </p:cNvPr>
          <p:cNvSpPr/>
          <p:nvPr/>
        </p:nvSpPr>
        <p:spPr>
          <a:xfrm rot="10800000">
            <a:off x="2899057" y="469065"/>
            <a:ext cx="1144621" cy="1146396"/>
          </a:xfrm>
          <a:prstGeom prst="pie">
            <a:avLst>
              <a:gd name="adj1" fmla="val 20756796"/>
              <a:gd name="adj2" fmla="val 21568508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79A81C5-FE2F-F5E1-35CF-8040A2E0F068}"/>
              </a:ext>
            </a:extLst>
          </p:cNvPr>
          <p:cNvCxnSpPr>
            <a:cxnSpLocks/>
          </p:cNvCxnSpPr>
          <p:nvPr/>
        </p:nvCxnSpPr>
        <p:spPr>
          <a:xfrm flipH="1">
            <a:off x="1947493" y="1037836"/>
            <a:ext cx="1510548" cy="383646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F71532-3902-302B-B30E-2B62D5251C64}"/>
                  </a:ext>
                </a:extLst>
              </p:cNvPr>
              <p:cNvSpPr txBox="1"/>
              <p:nvPr/>
            </p:nvSpPr>
            <p:spPr>
              <a:xfrm>
                <a:off x="2667066" y="1528508"/>
                <a:ext cx="454548" cy="2510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GB" sz="507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𝑗𝑖𝑡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𝐷𝑀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F71532-3902-302B-B30E-2B62D5251C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7066" y="1528508"/>
                <a:ext cx="454548" cy="2510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BC5C4C7-3DE9-BF57-3878-6C3B7638EADF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2894340" y="1220788"/>
            <a:ext cx="30948" cy="307720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F623D05-9794-2F20-5128-54D947FABD57}"/>
              </a:ext>
            </a:extLst>
          </p:cNvPr>
          <p:cNvCxnSpPr>
            <a:cxnSpLocks/>
          </p:cNvCxnSpPr>
          <p:nvPr/>
        </p:nvCxnSpPr>
        <p:spPr>
          <a:xfrm flipH="1">
            <a:off x="432079" y="1038554"/>
            <a:ext cx="3029343" cy="7586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Partial Circle 27">
            <a:extLst>
              <a:ext uri="{FF2B5EF4-FFF2-40B4-BE49-F238E27FC236}">
                <a16:creationId xmlns:a16="http://schemas.microsoft.com/office/drawing/2014/main" id="{474C3EDC-1DC5-5173-08B3-0CF71E5832EB}"/>
              </a:ext>
            </a:extLst>
          </p:cNvPr>
          <p:cNvSpPr/>
          <p:nvPr/>
        </p:nvSpPr>
        <p:spPr>
          <a:xfrm rot="10800000">
            <a:off x="796177" y="294792"/>
            <a:ext cx="2244539" cy="2266517"/>
          </a:xfrm>
          <a:prstGeom prst="pie">
            <a:avLst>
              <a:gd name="adj1" fmla="val 19399994"/>
              <a:gd name="adj2" fmla="val 2074687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 dirty="0">
              <a:solidFill>
                <a:schemeClr val="tx1"/>
              </a:solidFill>
            </a:endParaRPr>
          </a:p>
        </p:txBody>
      </p:sp>
      <p:sp>
        <p:nvSpPr>
          <p:cNvPr id="29" name="Partial Circle 28">
            <a:extLst>
              <a:ext uri="{FF2B5EF4-FFF2-40B4-BE49-F238E27FC236}">
                <a16:creationId xmlns:a16="http://schemas.microsoft.com/office/drawing/2014/main" id="{BFE9AA44-EA72-1982-748B-1F2EC430373C}"/>
              </a:ext>
            </a:extLst>
          </p:cNvPr>
          <p:cNvSpPr/>
          <p:nvPr/>
        </p:nvSpPr>
        <p:spPr>
          <a:xfrm rot="10800000">
            <a:off x="1359824" y="841928"/>
            <a:ext cx="1144621" cy="1146396"/>
          </a:xfrm>
          <a:prstGeom prst="pie">
            <a:avLst>
              <a:gd name="adj1" fmla="val 19362759"/>
              <a:gd name="adj2" fmla="val 21568508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 dirty="0">
              <a:solidFill>
                <a:schemeClr val="tx1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358F8C0-96D0-FDAA-6A94-99DEBC97A438}"/>
              </a:ext>
            </a:extLst>
          </p:cNvPr>
          <p:cNvCxnSpPr>
            <a:cxnSpLocks/>
          </p:cNvCxnSpPr>
          <p:nvPr/>
        </p:nvCxnSpPr>
        <p:spPr>
          <a:xfrm flipH="1">
            <a:off x="432067" y="1414154"/>
            <a:ext cx="1518763" cy="303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D9A4416-11AD-541A-E8F0-0D20EBC352DF}"/>
                  </a:ext>
                </a:extLst>
              </p:cNvPr>
              <p:cNvSpPr txBox="1"/>
              <p:nvPr/>
            </p:nvSpPr>
            <p:spPr>
              <a:xfrm>
                <a:off x="1236174" y="2156868"/>
                <a:ext cx="454548" cy="2510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GB" sz="507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𝑗𝑖𝑡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𝐷𝑀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D9A4416-11AD-541A-E8F0-0D20EBC352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6174" y="2156868"/>
                <a:ext cx="454548" cy="2510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A432411-B428-6C83-E2F0-F1141D2FEA1F}"/>
              </a:ext>
            </a:extLst>
          </p:cNvPr>
          <p:cNvCxnSpPr>
            <a:cxnSpLocks/>
            <a:stCxn id="34" idx="0"/>
          </p:cNvCxnSpPr>
          <p:nvPr/>
        </p:nvCxnSpPr>
        <p:spPr>
          <a:xfrm flipH="1" flipV="1">
            <a:off x="1038806" y="2124591"/>
            <a:ext cx="424642" cy="32277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F04009C-24D7-CCA4-E12C-9EE09CB2F59C}"/>
                  </a:ext>
                </a:extLst>
              </p:cNvPr>
              <p:cNvSpPr txBox="1"/>
              <p:nvPr/>
            </p:nvSpPr>
            <p:spPr>
              <a:xfrm>
                <a:off x="607751" y="21565"/>
                <a:ext cx="759760" cy="2510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GB" sz="507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sSubSup>
                                <m:sSubSupPr>
                                  <m:ctrlP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𝑗𝑖𝑡</m:t>
                                  </m:r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𝐷𝑀</m:t>
                                  </m:r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+ 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𝑗𝑖𝑡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𝐷𝑀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F04009C-24D7-CCA4-E12C-9EE09CB2F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51" y="21565"/>
                <a:ext cx="759760" cy="2510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C560E07-1C83-1A88-903A-A9BBC048A3E4}"/>
              </a:ext>
            </a:extLst>
          </p:cNvPr>
          <p:cNvCxnSpPr>
            <a:cxnSpLocks/>
            <a:stCxn id="41" idx="2"/>
          </p:cNvCxnSpPr>
          <p:nvPr/>
        </p:nvCxnSpPr>
        <p:spPr>
          <a:xfrm>
            <a:off x="987631" y="272659"/>
            <a:ext cx="372193" cy="1103101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6CD7D77-9E8D-292F-257E-FD0982039868}"/>
              </a:ext>
            </a:extLst>
          </p:cNvPr>
          <p:cNvCxnSpPr>
            <a:cxnSpLocks/>
          </p:cNvCxnSpPr>
          <p:nvPr/>
        </p:nvCxnSpPr>
        <p:spPr>
          <a:xfrm flipH="1">
            <a:off x="432049" y="1417786"/>
            <a:ext cx="1505105" cy="1116579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56445B5-E50A-0AE0-3199-679810ADFC4C}"/>
              </a:ext>
            </a:extLst>
          </p:cNvPr>
          <p:cNvCxnSpPr>
            <a:cxnSpLocks/>
          </p:cNvCxnSpPr>
          <p:nvPr/>
        </p:nvCxnSpPr>
        <p:spPr>
          <a:xfrm flipH="1">
            <a:off x="4601515" y="1046515"/>
            <a:ext cx="1355" cy="1502587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4586C0E3-8D97-43D1-96C2-7FC19F7386E6}"/>
                  </a:ext>
                </a:extLst>
              </p:cNvPr>
              <p:cNvSpPr txBox="1"/>
              <p:nvPr/>
            </p:nvSpPr>
            <p:spPr>
              <a:xfrm>
                <a:off x="4149494" y="1675284"/>
                <a:ext cx="375937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4586C0E3-8D97-43D1-96C2-7FC19F738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9494" y="1675284"/>
                <a:ext cx="375937" cy="17036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C4E447BB-6724-64B1-56E1-00DFEF8A88ED}"/>
              </a:ext>
            </a:extLst>
          </p:cNvPr>
          <p:cNvCxnSpPr>
            <a:cxnSpLocks/>
          </p:cNvCxnSpPr>
          <p:nvPr/>
        </p:nvCxnSpPr>
        <p:spPr>
          <a:xfrm flipH="1" flipV="1">
            <a:off x="419717" y="2549114"/>
            <a:ext cx="4539898" cy="1237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C59FAEB-9794-6763-C6CA-464767B0FC11}"/>
              </a:ext>
            </a:extLst>
          </p:cNvPr>
          <p:cNvCxnSpPr>
            <a:cxnSpLocks/>
          </p:cNvCxnSpPr>
          <p:nvPr/>
        </p:nvCxnSpPr>
        <p:spPr>
          <a:xfrm flipH="1" flipV="1">
            <a:off x="432066" y="1034140"/>
            <a:ext cx="4539898" cy="1237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BBB152E-D294-03EA-CD46-1286E6E033A8}"/>
              </a:ext>
            </a:extLst>
          </p:cNvPr>
          <p:cNvSpPr/>
          <p:nvPr/>
        </p:nvSpPr>
        <p:spPr>
          <a:xfrm>
            <a:off x="3343008" y="15002"/>
            <a:ext cx="431928" cy="3585448"/>
          </a:xfrm>
          <a:custGeom>
            <a:avLst/>
            <a:gdLst>
              <a:gd name="connsiteX0" fmla="*/ 214004 w 822720"/>
              <a:gd name="connsiteY0" fmla="*/ 0 h 6829425"/>
              <a:gd name="connsiteX1" fmla="*/ 33029 w 822720"/>
              <a:gd name="connsiteY1" fmla="*/ 552450 h 6829425"/>
              <a:gd name="connsiteX2" fmla="*/ 804554 w 822720"/>
              <a:gd name="connsiteY2" fmla="*/ 2000250 h 6829425"/>
              <a:gd name="connsiteX3" fmla="*/ 537854 w 822720"/>
              <a:gd name="connsiteY3" fmla="*/ 3448050 h 6829425"/>
              <a:gd name="connsiteX4" fmla="*/ 71129 w 822720"/>
              <a:gd name="connsiteY4" fmla="*/ 4886325 h 6829425"/>
              <a:gd name="connsiteX5" fmla="*/ 233054 w 822720"/>
              <a:gd name="connsiteY5" fmla="*/ 6324600 h 6829425"/>
              <a:gd name="connsiteX6" fmla="*/ 280679 w 822720"/>
              <a:gd name="connsiteY6" fmla="*/ 6829425 h 6829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22720" h="6829425">
                <a:moveTo>
                  <a:pt x="214004" y="0"/>
                </a:moveTo>
                <a:cubicBezTo>
                  <a:pt x="74304" y="109537"/>
                  <a:pt x="-65396" y="219075"/>
                  <a:pt x="33029" y="552450"/>
                </a:cubicBezTo>
                <a:cubicBezTo>
                  <a:pt x="131454" y="885825"/>
                  <a:pt x="720417" y="1517650"/>
                  <a:pt x="804554" y="2000250"/>
                </a:cubicBezTo>
                <a:cubicBezTo>
                  <a:pt x="888691" y="2482850"/>
                  <a:pt x="660091" y="2967038"/>
                  <a:pt x="537854" y="3448050"/>
                </a:cubicBezTo>
                <a:cubicBezTo>
                  <a:pt x="415617" y="3929062"/>
                  <a:pt x="121929" y="4406900"/>
                  <a:pt x="71129" y="4886325"/>
                </a:cubicBezTo>
                <a:cubicBezTo>
                  <a:pt x="20329" y="5365750"/>
                  <a:pt x="198129" y="6000750"/>
                  <a:pt x="233054" y="6324600"/>
                </a:cubicBezTo>
                <a:cubicBezTo>
                  <a:pt x="267979" y="6648450"/>
                  <a:pt x="274329" y="6738937"/>
                  <a:pt x="280679" y="6829425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</p:spTree>
    <p:extLst>
      <p:ext uri="{BB962C8B-B14F-4D97-AF65-F5344CB8AC3E}">
        <p14:creationId xmlns:p14="http://schemas.microsoft.com/office/powerpoint/2010/main" val="8023311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6858A-1460-49D8-259D-3C34FC4F7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FD6E364C-D6E0-BC8E-500A-4298EA3D3B62}"/>
              </a:ext>
            </a:extLst>
          </p:cNvPr>
          <p:cNvSpPr/>
          <p:nvPr/>
        </p:nvSpPr>
        <p:spPr>
          <a:xfrm>
            <a:off x="3360780" y="0"/>
            <a:ext cx="316030" cy="3585448"/>
          </a:xfrm>
          <a:custGeom>
            <a:avLst/>
            <a:gdLst>
              <a:gd name="connsiteX0" fmla="*/ 180289 w 601961"/>
              <a:gd name="connsiteY0" fmla="*/ 0 h 6829425"/>
              <a:gd name="connsiteX1" fmla="*/ 18364 w 601961"/>
              <a:gd name="connsiteY1" fmla="*/ 561975 h 6829425"/>
              <a:gd name="connsiteX2" fmla="*/ 561289 w 601961"/>
              <a:gd name="connsiteY2" fmla="*/ 1990725 h 6829425"/>
              <a:gd name="connsiteX3" fmla="*/ 504139 w 601961"/>
              <a:gd name="connsiteY3" fmla="*/ 3419475 h 6829425"/>
              <a:gd name="connsiteX4" fmla="*/ 37414 w 601961"/>
              <a:gd name="connsiteY4" fmla="*/ 4876800 h 6829425"/>
              <a:gd name="connsiteX5" fmla="*/ 189814 w 601961"/>
              <a:gd name="connsiteY5" fmla="*/ 6296025 h 6829425"/>
              <a:gd name="connsiteX6" fmla="*/ 237439 w 601961"/>
              <a:gd name="connsiteY6" fmla="*/ 6829425 h 6829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1961" h="6829425">
                <a:moveTo>
                  <a:pt x="180289" y="0"/>
                </a:moveTo>
                <a:cubicBezTo>
                  <a:pt x="67576" y="115094"/>
                  <a:pt x="-45136" y="230188"/>
                  <a:pt x="18364" y="561975"/>
                </a:cubicBezTo>
                <a:cubicBezTo>
                  <a:pt x="81864" y="893762"/>
                  <a:pt x="480327" y="1514475"/>
                  <a:pt x="561289" y="1990725"/>
                </a:cubicBezTo>
                <a:cubicBezTo>
                  <a:pt x="642251" y="2466975"/>
                  <a:pt x="591452" y="2938462"/>
                  <a:pt x="504139" y="3419475"/>
                </a:cubicBezTo>
                <a:cubicBezTo>
                  <a:pt x="416826" y="3900488"/>
                  <a:pt x="89801" y="4397375"/>
                  <a:pt x="37414" y="4876800"/>
                </a:cubicBezTo>
                <a:cubicBezTo>
                  <a:pt x="-14973" y="5356225"/>
                  <a:pt x="156477" y="5970588"/>
                  <a:pt x="189814" y="6296025"/>
                </a:cubicBezTo>
                <a:cubicBezTo>
                  <a:pt x="223151" y="6621462"/>
                  <a:pt x="230295" y="6725443"/>
                  <a:pt x="237439" y="6829425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156D243D-918B-57D9-C608-E8E757AE90B4}"/>
              </a:ext>
            </a:extLst>
          </p:cNvPr>
          <p:cNvSpPr/>
          <p:nvPr/>
        </p:nvSpPr>
        <p:spPr>
          <a:xfrm>
            <a:off x="1709080" y="-5001"/>
            <a:ext cx="633996" cy="3590449"/>
          </a:xfrm>
          <a:custGeom>
            <a:avLst/>
            <a:gdLst>
              <a:gd name="connsiteX0" fmla="*/ 449834 w 1207612"/>
              <a:gd name="connsiteY0" fmla="*/ 0 h 6838950"/>
              <a:gd name="connsiteX1" fmla="*/ 78359 w 1207612"/>
              <a:gd name="connsiteY1" fmla="*/ 561975 h 6838950"/>
              <a:gd name="connsiteX2" fmla="*/ 30734 w 1207612"/>
              <a:gd name="connsiteY2" fmla="*/ 1285875 h 6838950"/>
              <a:gd name="connsiteX3" fmla="*/ 449834 w 1207612"/>
              <a:gd name="connsiteY3" fmla="*/ 2009775 h 6838950"/>
              <a:gd name="connsiteX4" fmla="*/ 1164209 w 1207612"/>
              <a:gd name="connsiteY4" fmla="*/ 2714625 h 6838950"/>
              <a:gd name="connsiteX5" fmla="*/ 459359 w 1207612"/>
              <a:gd name="connsiteY5" fmla="*/ 3448050 h 6838950"/>
              <a:gd name="connsiteX6" fmla="*/ 1192784 w 1207612"/>
              <a:gd name="connsiteY6" fmla="*/ 4133850 h 6838950"/>
              <a:gd name="connsiteX7" fmla="*/ 916559 w 1207612"/>
              <a:gd name="connsiteY7" fmla="*/ 4876800 h 6838950"/>
              <a:gd name="connsiteX8" fmla="*/ 497459 w 1207612"/>
              <a:gd name="connsiteY8" fmla="*/ 5562600 h 6838950"/>
              <a:gd name="connsiteX9" fmla="*/ 230759 w 1207612"/>
              <a:gd name="connsiteY9" fmla="*/ 6324600 h 6838950"/>
              <a:gd name="connsiteX10" fmla="*/ 468884 w 1207612"/>
              <a:gd name="connsiteY10" fmla="*/ 6838950 h 6838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07612" h="6838950">
                <a:moveTo>
                  <a:pt x="449834" y="0"/>
                </a:moveTo>
                <a:cubicBezTo>
                  <a:pt x="299021" y="173831"/>
                  <a:pt x="148209" y="347663"/>
                  <a:pt x="78359" y="561975"/>
                </a:cubicBezTo>
                <a:cubicBezTo>
                  <a:pt x="8509" y="776288"/>
                  <a:pt x="-31178" y="1044575"/>
                  <a:pt x="30734" y="1285875"/>
                </a:cubicBezTo>
                <a:cubicBezTo>
                  <a:pt x="92646" y="1527175"/>
                  <a:pt x="260921" y="1771650"/>
                  <a:pt x="449834" y="2009775"/>
                </a:cubicBezTo>
                <a:cubicBezTo>
                  <a:pt x="638747" y="2247900"/>
                  <a:pt x="1162622" y="2474913"/>
                  <a:pt x="1164209" y="2714625"/>
                </a:cubicBezTo>
                <a:cubicBezTo>
                  <a:pt x="1165796" y="2954337"/>
                  <a:pt x="454597" y="3211513"/>
                  <a:pt x="459359" y="3448050"/>
                </a:cubicBezTo>
                <a:cubicBezTo>
                  <a:pt x="464121" y="3684587"/>
                  <a:pt x="1116584" y="3895725"/>
                  <a:pt x="1192784" y="4133850"/>
                </a:cubicBezTo>
                <a:cubicBezTo>
                  <a:pt x="1268984" y="4371975"/>
                  <a:pt x="1032446" y="4638675"/>
                  <a:pt x="916559" y="4876800"/>
                </a:cubicBezTo>
                <a:cubicBezTo>
                  <a:pt x="800672" y="5114925"/>
                  <a:pt x="611759" y="5321300"/>
                  <a:pt x="497459" y="5562600"/>
                </a:cubicBezTo>
                <a:cubicBezTo>
                  <a:pt x="383159" y="5803900"/>
                  <a:pt x="235522" y="6111875"/>
                  <a:pt x="230759" y="6324600"/>
                </a:cubicBezTo>
                <a:cubicBezTo>
                  <a:pt x="225996" y="6537325"/>
                  <a:pt x="347440" y="6688137"/>
                  <a:pt x="468884" y="6838950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91A695-DFA0-C293-2B25-C25655BDBFE3}"/>
              </a:ext>
            </a:extLst>
          </p:cNvPr>
          <p:cNvCxnSpPr/>
          <p:nvPr/>
        </p:nvCxnSpPr>
        <p:spPr>
          <a:xfrm>
            <a:off x="1950848" y="283057"/>
            <a:ext cx="0" cy="3024336"/>
          </a:xfrm>
          <a:prstGeom prst="line">
            <a:avLst/>
          </a:prstGeom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D92A18D-F37A-3EE6-78E9-F8D6E263FA12}"/>
              </a:ext>
            </a:extLst>
          </p:cNvPr>
          <p:cNvCxnSpPr/>
          <p:nvPr/>
        </p:nvCxnSpPr>
        <p:spPr>
          <a:xfrm>
            <a:off x="3461422" y="283056"/>
            <a:ext cx="0" cy="3024336"/>
          </a:xfrm>
          <a:prstGeom prst="line">
            <a:avLst/>
          </a:prstGeom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277EA29-465F-910D-D8AA-4B7C7C675E11}"/>
              </a:ext>
            </a:extLst>
          </p:cNvPr>
          <p:cNvSpPr txBox="1"/>
          <p:nvPr/>
        </p:nvSpPr>
        <p:spPr>
          <a:xfrm>
            <a:off x="430878" y="3358875"/>
            <a:ext cx="312906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WFS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25AC316-6BDA-AC68-34A1-F56D6A86F402}"/>
              </a:ext>
            </a:extLst>
          </p:cNvPr>
          <p:cNvSpPr txBox="1"/>
          <p:nvPr/>
        </p:nvSpPr>
        <p:spPr>
          <a:xfrm>
            <a:off x="1940276" y="3358703"/>
            <a:ext cx="31611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DM0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DAFBB9-D61A-9FB7-2B51-11D3CEA7ACC4}"/>
              </a:ext>
            </a:extLst>
          </p:cNvPr>
          <p:cNvSpPr txBox="1"/>
          <p:nvPr/>
        </p:nvSpPr>
        <p:spPr>
          <a:xfrm>
            <a:off x="3450855" y="3363277"/>
            <a:ext cx="31611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DM1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81C2CAB-4761-CCF0-1855-CB5048CFFC59}"/>
              </a:ext>
            </a:extLst>
          </p:cNvPr>
          <p:cNvCxnSpPr/>
          <p:nvPr/>
        </p:nvCxnSpPr>
        <p:spPr>
          <a:xfrm>
            <a:off x="1947492" y="28746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238E8266-B451-0105-22C5-36988C9A015E}"/>
              </a:ext>
            </a:extLst>
          </p:cNvPr>
          <p:cNvCxnSpPr/>
          <p:nvPr/>
        </p:nvCxnSpPr>
        <p:spPr>
          <a:xfrm>
            <a:off x="1947492" y="665506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681D9899-B0C3-1643-56EC-3BE614586777}"/>
              </a:ext>
            </a:extLst>
          </p:cNvPr>
          <p:cNvCxnSpPr/>
          <p:nvPr/>
        </p:nvCxnSpPr>
        <p:spPr>
          <a:xfrm>
            <a:off x="1947492" y="1043551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930C121-3EB6-4840-A03E-118E2A5B9313}"/>
              </a:ext>
            </a:extLst>
          </p:cNvPr>
          <p:cNvCxnSpPr/>
          <p:nvPr/>
        </p:nvCxnSpPr>
        <p:spPr>
          <a:xfrm>
            <a:off x="1947492" y="1421597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E467B709-88C0-36FF-274E-F76556614661}"/>
              </a:ext>
            </a:extLst>
          </p:cNvPr>
          <p:cNvCxnSpPr/>
          <p:nvPr/>
        </p:nvCxnSpPr>
        <p:spPr>
          <a:xfrm>
            <a:off x="1947492" y="1799643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5E5BC60-A8EF-DE93-7B53-CA3E63F60C39}"/>
              </a:ext>
            </a:extLst>
          </p:cNvPr>
          <p:cNvCxnSpPr/>
          <p:nvPr/>
        </p:nvCxnSpPr>
        <p:spPr>
          <a:xfrm>
            <a:off x="1947492" y="2177688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70BC28C-08CA-774A-758B-60FB25F43385}"/>
              </a:ext>
            </a:extLst>
          </p:cNvPr>
          <p:cNvCxnSpPr/>
          <p:nvPr/>
        </p:nvCxnSpPr>
        <p:spPr>
          <a:xfrm>
            <a:off x="1947492" y="2555734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EB16900-B047-3C41-44E2-37BC8E5CC367}"/>
              </a:ext>
            </a:extLst>
          </p:cNvPr>
          <p:cNvCxnSpPr/>
          <p:nvPr/>
        </p:nvCxnSpPr>
        <p:spPr>
          <a:xfrm>
            <a:off x="1947492" y="293378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E48ECA5-0D26-E6C7-03BE-13BC21ED54E0}"/>
              </a:ext>
            </a:extLst>
          </p:cNvPr>
          <p:cNvCxnSpPr/>
          <p:nvPr/>
        </p:nvCxnSpPr>
        <p:spPr>
          <a:xfrm>
            <a:off x="1947492" y="3311825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4842CE4C-A169-4C8F-B393-02EC573A9A98}"/>
              </a:ext>
            </a:extLst>
          </p:cNvPr>
          <p:cNvCxnSpPr/>
          <p:nvPr/>
        </p:nvCxnSpPr>
        <p:spPr>
          <a:xfrm>
            <a:off x="3458041" y="286867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A6F0DC6-4C80-B492-6EEC-038137C16EBE}"/>
              </a:ext>
            </a:extLst>
          </p:cNvPr>
          <p:cNvCxnSpPr/>
          <p:nvPr/>
        </p:nvCxnSpPr>
        <p:spPr>
          <a:xfrm>
            <a:off x="3458041" y="1042958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5FFD2325-CC47-25FC-FCAA-50E61D600E7C}"/>
              </a:ext>
            </a:extLst>
          </p:cNvPr>
          <p:cNvCxnSpPr/>
          <p:nvPr/>
        </p:nvCxnSpPr>
        <p:spPr>
          <a:xfrm>
            <a:off x="3458041" y="1799050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47CF1916-8E02-5A76-AF2B-D524730C9F21}"/>
              </a:ext>
            </a:extLst>
          </p:cNvPr>
          <p:cNvCxnSpPr/>
          <p:nvPr/>
        </p:nvCxnSpPr>
        <p:spPr>
          <a:xfrm>
            <a:off x="3458041" y="2555141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8C8AFFE9-140A-B58E-6987-E08BDCB1C701}"/>
              </a:ext>
            </a:extLst>
          </p:cNvPr>
          <p:cNvCxnSpPr/>
          <p:nvPr/>
        </p:nvCxnSpPr>
        <p:spPr>
          <a:xfrm>
            <a:off x="3458041" y="3311232"/>
            <a:ext cx="15121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0B52630C-420F-CB9D-E26D-A4FCF5D9AF06}"/>
              </a:ext>
            </a:extLst>
          </p:cNvPr>
          <p:cNvSpPr/>
          <p:nvPr/>
        </p:nvSpPr>
        <p:spPr>
          <a:xfrm>
            <a:off x="356477" y="1421597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6ED36AD1-3293-1C23-63C2-DEB2AB1DEB81}"/>
              </a:ext>
            </a:extLst>
          </p:cNvPr>
          <p:cNvSpPr/>
          <p:nvPr/>
        </p:nvSpPr>
        <p:spPr>
          <a:xfrm>
            <a:off x="356470" y="1039919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04082C02-BAA7-2AC9-9335-5D8953B8E1DB}"/>
              </a:ext>
            </a:extLst>
          </p:cNvPr>
          <p:cNvSpPr/>
          <p:nvPr/>
        </p:nvSpPr>
        <p:spPr>
          <a:xfrm>
            <a:off x="356458" y="659905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D1F48839-12C7-6919-7C4B-E18224D45490}"/>
              </a:ext>
            </a:extLst>
          </p:cNvPr>
          <p:cNvSpPr/>
          <p:nvPr/>
        </p:nvSpPr>
        <p:spPr>
          <a:xfrm>
            <a:off x="352759" y="289229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3B9D5458-D1FC-4E29-3E09-F30A5996411A}"/>
              </a:ext>
            </a:extLst>
          </p:cNvPr>
          <p:cNvSpPr/>
          <p:nvPr/>
        </p:nvSpPr>
        <p:spPr>
          <a:xfrm>
            <a:off x="356458" y="2921822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1D731CE8-F939-6B36-4F6A-3AAA36AD09AA}"/>
              </a:ext>
            </a:extLst>
          </p:cNvPr>
          <p:cNvSpPr/>
          <p:nvPr/>
        </p:nvSpPr>
        <p:spPr>
          <a:xfrm>
            <a:off x="356452" y="2540144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1BABFEF-8C2F-2E97-113E-93F8E7244E62}"/>
              </a:ext>
            </a:extLst>
          </p:cNvPr>
          <p:cNvSpPr/>
          <p:nvPr/>
        </p:nvSpPr>
        <p:spPr>
          <a:xfrm>
            <a:off x="356440" y="2160130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23FC862B-13D7-B080-FDB5-4CB3BFAF4859}"/>
              </a:ext>
            </a:extLst>
          </p:cNvPr>
          <p:cNvSpPr/>
          <p:nvPr/>
        </p:nvSpPr>
        <p:spPr>
          <a:xfrm>
            <a:off x="352741" y="1789453"/>
            <a:ext cx="151217" cy="383053"/>
          </a:xfrm>
          <a:prstGeom prst="ellips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6326FC4-4EF1-FEB3-0FB2-5AA46A1CF588}"/>
              </a:ext>
            </a:extLst>
          </p:cNvPr>
          <p:cNvSpPr txBox="1"/>
          <p:nvPr/>
        </p:nvSpPr>
        <p:spPr>
          <a:xfrm>
            <a:off x="3639673" y="189915"/>
            <a:ext cx="460382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Actuators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BB1B05E-663B-CA5D-46E4-55B1B29A9736}"/>
              </a:ext>
            </a:extLst>
          </p:cNvPr>
          <p:cNvSpPr txBox="1"/>
          <p:nvPr/>
        </p:nvSpPr>
        <p:spPr>
          <a:xfrm>
            <a:off x="492067" y="381886"/>
            <a:ext cx="421910" cy="1703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7" dirty="0"/>
              <a:t>Lenslets</a:t>
            </a:r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EB80B400-DDBD-D450-08EF-73CB4DE24B8B}"/>
              </a:ext>
            </a:extLst>
          </p:cNvPr>
          <p:cNvCxnSpPr>
            <a:cxnSpLocks/>
          </p:cNvCxnSpPr>
          <p:nvPr/>
        </p:nvCxnSpPr>
        <p:spPr>
          <a:xfrm flipH="1">
            <a:off x="1950830" y="2934351"/>
            <a:ext cx="1500597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C239E796-B5C3-C80D-C260-68454BBC78EA}"/>
                  </a:ext>
                </a:extLst>
              </p:cNvPr>
              <p:cNvSpPr txBox="1"/>
              <p:nvPr/>
            </p:nvSpPr>
            <p:spPr>
              <a:xfrm>
                <a:off x="2281523" y="3015715"/>
                <a:ext cx="587469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C239E796-B5C3-C80D-C260-68454BBC7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1523" y="3015715"/>
                <a:ext cx="587469" cy="1703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2C444A3-0705-DBFE-1586-39E1CC0508C7}"/>
              </a:ext>
            </a:extLst>
          </p:cNvPr>
          <p:cNvCxnSpPr>
            <a:cxnSpLocks/>
          </p:cNvCxnSpPr>
          <p:nvPr/>
        </p:nvCxnSpPr>
        <p:spPr>
          <a:xfrm flipH="1">
            <a:off x="440263" y="2934351"/>
            <a:ext cx="1500597" cy="0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0ADA3D07-6CE2-CA66-3CA0-2EEE1B4C09ED}"/>
                  </a:ext>
                </a:extLst>
              </p:cNvPr>
              <p:cNvSpPr txBox="1"/>
              <p:nvPr/>
            </p:nvSpPr>
            <p:spPr>
              <a:xfrm>
                <a:off x="770956" y="3015715"/>
                <a:ext cx="588366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𝑊𝐹𝑆</m:t>
                          </m:r>
                        </m:sub>
                      </m:sSub>
                      <m:r>
                        <a:rPr lang="en-GB" sz="507" i="1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0ADA3D07-6CE2-CA66-3CA0-2EEE1B4C0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956" y="3015715"/>
                <a:ext cx="588366" cy="1703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Partial Circle 8">
            <a:extLst>
              <a:ext uri="{FF2B5EF4-FFF2-40B4-BE49-F238E27FC236}">
                <a16:creationId xmlns:a16="http://schemas.microsoft.com/office/drawing/2014/main" id="{8F11440B-6060-0571-4E8E-3BF52010B9A9}"/>
              </a:ext>
            </a:extLst>
          </p:cNvPr>
          <p:cNvSpPr/>
          <p:nvPr/>
        </p:nvSpPr>
        <p:spPr>
          <a:xfrm rot="10800000">
            <a:off x="2899057" y="469065"/>
            <a:ext cx="1144621" cy="1146396"/>
          </a:xfrm>
          <a:prstGeom prst="pie">
            <a:avLst>
              <a:gd name="adj1" fmla="val 20756796"/>
              <a:gd name="adj2" fmla="val 21568508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DE05C42-A113-379C-00CF-AC1E5D7E8811}"/>
              </a:ext>
            </a:extLst>
          </p:cNvPr>
          <p:cNvCxnSpPr>
            <a:cxnSpLocks/>
          </p:cNvCxnSpPr>
          <p:nvPr/>
        </p:nvCxnSpPr>
        <p:spPr>
          <a:xfrm flipH="1">
            <a:off x="1947493" y="1037836"/>
            <a:ext cx="1510548" cy="383646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0747A61-2A75-2CFF-22DF-264C830BC769}"/>
                  </a:ext>
                </a:extLst>
              </p:cNvPr>
              <p:cNvSpPr txBox="1"/>
              <p:nvPr/>
            </p:nvSpPr>
            <p:spPr>
              <a:xfrm>
                <a:off x="2667066" y="1528508"/>
                <a:ext cx="454548" cy="2510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GB" sz="507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𝑗𝑖𝑡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𝐷𝑀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0747A61-2A75-2CFF-22DF-264C830BC7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7066" y="1528508"/>
                <a:ext cx="454548" cy="2510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75978F8-3E36-EE57-EB2F-68A54FE8A26F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2894340" y="1220788"/>
            <a:ext cx="30948" cy="307720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artial Circle 28">
            <a:extLst>
              <a:ext uri="{FF2B5EF4-FFF2-40B4-BE49-F238E27FC236}">
                <a16:creationId xmlns:a16="http://schemas.microsoft.com/office/drawing/2014/main" id="{78ED05DC-6A4D-0441-2CFC-225B7F9B9ABB}"/>
              </a:ext>
            </a:extLst>
          </p:cNvPr>
          <p:cNvSpPr/>
          <p:nvPr/>
        </p:nvSpPr>
        <p:spPr>
          <a:xfrm rot="10800000">
            <a:off x="1359824" y="841928"/>
            <a:ext cx="1144621" cy="1146396"/>
          </a:xfrm>
          <a:prstGeom prst="pie">
            <a:avLst>
              <a:gd name="adj1" fmla="val 19362759"/>
              <a:gd name="adj2" fmla="val 21568508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 dirty="0">
              <a:solidFill>
                <a:schemeClr val="tx1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2BB3E02-60C9-5B8E-7E5C-83ACDA7415A7}"/>
              </a:ext>
            </a:extLst>
          </p:cNvPr>
          <p:cNvCxnSpPr>
            <a:cxnSpLocks/>
          </p:cNvCxnSpPr>
          <p:nvPr/>
        </p:nvCxnSpPr>
        <p:spPr>
          <a:xfrm flipH="1">
            <a:off x="432067" y="1414154"/>
            <a:ext cx="1518763" cy="303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FA3027-CA27-812C-9976-0FE4FB2E8585}"/>
                  </a:ext>
                </a:extLst>
              </p:cNvPr>
              <p:cNvSpPr txBox="1"/>
              <p:nvPr/>
            </p:nvSpPr>
            <p:spPr>
              <a:xfrm>
                <a:off x="607751" y="21565"/>
                <a:ext cx="759760" cy="2510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bSup>
                            <m:sSubSupPr>
                              <m:ctrlPr>
                                <a:rPr lang="en-GB" sz="507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sSubSup>
                                <m:sSubSupPr>
                                  <m:ctrlP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𝑗𝑖𝑡</m:t>
                                  </m:r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𝐷𝑀</m:t>
                                  </m:r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  <m:sup>
                                  <m:r>
                                    <a:rPr lang="en-GB" sz="507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+ 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𝑗𝑖𝑡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𝐷𝑀</m:t>
                              </m:r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GB" sz="507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DFA3027-CA27-812C-9976-0FE4FB2E8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51" y="21565"/>
                <a:ext cx="759760" cy="2510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41B999B-82C5-8DCD-6E6E-9E337C74C3AB}"/>
              </a:ext>
            </a:extLst>
          </p:cNvPr>
          <p:cNvCxnSpPr>
            <a:cxnSpLocks/>
            <a:stCxn id="41" idx="2"/>
          </p:cNvCxnSpPr>
          <p:nvPr/>
        </p:nvCxnSpPr>
        <p:spPr>
          <a:xfrm>
            <a:off x="987631" y="272659"/>
            <a:ext cx="372193" cy="1103101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D6C4D97-9097-2F35-CF59-B6FDA1793568}"/>
              </a:ext>
            </a:extLst>
          </p:cNvPr>
          <p:cNvCxnSpPr>
            <a:cxnSpLocks/>
          </p:cNvCxnSpPr>
          <p:nvPr/>
        </p:nvCxnSpPr>
        <p:spPr>
          <a:xfrm flipH="1">
            <a:off x="432049" y="1417786"/>
            <a:ext cx="1505105" cy="1116579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8249A9C-A044-4A0C-8D54-53E520A38394}"/>
              </a:ext>
            </a:extLst>
          </p:cNvPr>
          <p:cNvCxnSpPr>
            <a:cxnSpLocks/>
          </p:cNvCxnSpPr>
          <p:nvPr/>
        </p:nvCxnSpPr>
        <p:spPr>
          <a:xfrm flipH="1">
            <a:off x="4601515" y="1046515"/>
            <a:ext cx="1355" cy="1502587"/>
          </a:xfrm>
          <a:prstGeom prst="straightConnector1">
            <a:avLst/>
          </a:prstGeom>
          <a:ln>
            <a:prstDash val="dash"/>
            <a:headEnd type="triangle" w="lg" len="lg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24182493-5E4C-5D16-3BE5-0CEDCE50ABAB}"/>
                  </a:ext>
                </a:extLst>
              </p:cNvPr>
              <p:cNvSpPr txBox="1"/>
              <p:nvPr/>
            </p:nvSpPr>
            <p:spPr>
              <a:xfrm>
                <a:off x="4149494" y="1675284"/>
                <a:ext cx="375937" cy="170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7" i="1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GB" sz="50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𝐷𝑀</m:t>
                          </m:r>
                          <m:r>
                            <a:rPr lang="en-GB" sz="50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507" dirty="0"/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24182493-5E4C-5D16-3BE5-0CEDCE50AB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9494" y="1675284"/>
                <a:ext cx="375937" cy="1703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92FA1A2-33EE-FEAE-0E41-56BB95DA93BB}"/>
              </a:ext>
            </a:extLst>
          </p:cNvPr>
          <p:cNvCxnSpPr>
            <a:cxnSpLocks/>
          </p:cNvCxnSpPr>
          <p:nvPr/>
        </p:nvCxnSpPr>
        <p:spPr>
          <a:xfrm flipH="1" flipV="1">
            <a:off x="419717" y="2549114"/>
            <a:ext cx="4539898" cy="1237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6262648-9E7F-1125-BF5C-838D66D5503D}"/>
              </a:ext>
            </a:extLst>
          </p:cNvPr>
          <p:cNvCxnSpPr>
            <a:cxnSpLocks/>
          </p:cNvCxnSpPr>
          <p:nvPr/>
        </p:nvCxnSpPr>
        <p:spPr>
          <a:xfrm flipH="1" flipV="1">
            <a:off x="432066" y="1034140"/>
            <a:ext cx="4539898" cy="1237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9A93F69-A0B4-78DF-DD3A-8DB650C7B8A5}"/>
              </a:ext>
            </a:extLst>
          </p:cNvPr>
          <p:cNvSpPr/>
          <p:nvPr/>
        </p:nvSpPr>
        <p:spPr>
          <a:xfrm>
            <a:off x="3343008" y="15002"/>
            <a:ext cx="431928" cy="3585448"/>
          </a:xfrm>
          <a:custGeom>
            <a:avLst/>
            <a:gdLst>
              <a:gd name="connsiteX0" fmla="*/ 214004 w 822720"/>
              <a:gd name="connsiteY0" fmla="*/ 0 h 6829425"/>
              <a:gd name="connsiteX1" fmla="*/ 33029 w 822720"/>
              <a:gd name="connsiteY1" fmla="*/ 552450 h 6829425"/>
              <a:gd name="connsiteX2" fmla="*/ 804554 w 822720"/>
              <a:gd name="connsiteY2" fmla="*/ 2000250 h 6829425"/>
              <a:gd name="connsiteX3" fmla="*/ 537854 w 822720"/>
              <a:gd name="connsiteY3" fmla="*/ 3448050 h 6829425"/>
              <a:gd name="connsiteX4" fmla="*/ 71129 w 822720"/>
              <a:gd name="connsiteY4" fmla="*/ 4886325 h 6829425"/>
              <a:gd name="connsiteX5" fmla="*/ 233054 w 822720"/>
              <a:gd name="connsiteY5" fmla="*/ 6324600 h 6829425"/>
              <a:gd name="connsiteX6" fmla="*/ 280679 w 822720"/>
              <a:gd name="connsiteY6" fmla="*/ 6829425 h 6829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22720" h="6829425">
                <a:moveTo>
                  <a:pt x="214004" y="0"/>
                </a:moveTo>
                <a:cubicBezTo>
                  <a:pt x="74304" y="109537"/>
                  <a:pt x="-65396" y="219075"/>
                  <a:pt x="33029" y="552450"/>
                </a:cubicBezTo>
                <a:cubicBezTo>
                  <a:pt x="131454" y="885825"/>
                  <a:pt x="720417" y="1517650"/>
                  <a:pt x="804554" y="2000250"/>
                </a:cubicBezTo>
                <a:cubicBezTo>
                  <a:pt x="888691" y="2482850"/>
                  <a:pt x="660091" y="2967038"/>
                  <a:pt x="537854" y="3448050"/>
                </a:cubicBezTo>
                <a:cubicBezTo>
                  <a:pt x="415617" y="3929062"/>
                  <a:pt x="121929" y="4406900"/>
                  <a:pt x="71129" y="4886325"/>
                </a:cubicBezTo>
                <a:cubicBezTo>
                  <a:pt x="20329" y="5365750"/>
                  <a:pt x="198129" y="6000750"/>
                  <a:pt x="233054" y="6324600"/>
                </a:cubicBezTo>
                <a:cubicBezTo>
                  <a:pt x="267979" y="6648450"/>
                  <a:pt x="274329" y="6738937"/>
                  <a:pt x="280679" y="6829425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507"/>
          </a:p>
        </p:txBody>
      </p:sp>
    </p:spTree>
    <p:extLst>
      <p:ext uri="{BB962C8B-B14F-4D97-AF65-F5344CB8AC3E}">
        <p14:creationId xmlns:p14="http://schemas.microsoft.com/office/powerpoint/2010/main" val="1573758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516</TotalTime>
  <Words>168</Words>
  <Application>Microsoft Office PowerPoint</Application>
  <PresentationFormat>Custom</PresentationFormat>
  <Paragraphs>93</Paragraphs>
  <Slides>8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KONGKAEW, PUTTIWAT</dc:creator>
  <cp:lastModifiedBy>KONGKAEW, PUTTIWAT</cp:lastModifiedBy>
  <cp:revision>1</cp:revision>
  <cp:lastPrinted>2025-04-10T13:32:25Z</cp:lastPrinted>
  <dcterms:created xsi:type="dcterms:W3CDTF">2025-03-04T13:57:42Z</dcterms:created>
  <dcterms:modified xsi:type="dcterms:W3CDTF">2025-07-17T17:12:59Z</dcterms:modified>
</cp:coreProperties>
</file>