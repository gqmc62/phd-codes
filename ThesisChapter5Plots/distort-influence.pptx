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notesMasterIdLst>
    <p:notesMasterId r:id="rId4"/>
  </p:notesMasterIdLst>
  <p:sldIdLst>
    <p:sldId id="256" r:id="rId2"/>
    <p:sldId id="257" r:id="rId3"/>
  </p:sldIdLst>
  <p:sldSz cx="5400675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38A28A-3B8A-4ABF-ACF1-793B01E5FFBD}" v="24" dt="2025-07-15T16:13:39.09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07" autoAdjust="0"/>
    <p:restoredTop sz="92494" autoAdjust="0"/>
  </p:normalViewPr>
  <p:slideViewPr>
    <p:cSldViewPr snapToGrid="0">
      <p:cViewPr>
        <p:scale>
          <a:sx n="100" d="100"/>
          <a:sy n="100" d="100"/>
        </p:scale>
        <p:origin x="3102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ONGKAEW, PUTTIWAT" userId="a8adac1e-848f-4d84-b961-6a7ffb648b49" providerId="ADAL" clId="{2538A28A-3B8A-4ABF-ACF1-793B01E5FFBD}"/>
    <pc:docChg chg="undo redo custSel addSld modSld modMainMaster">
      <pc:chgData name="KONGKAEW, PUTTIWAT" userId="a8adac1e-848f-4d84-b961-6a7ffb648b49" providerId="ADAL" clId="{2538A28A-3B8A-4ABF-ACF1-793B01E5FFBD}" dt="2025-07-22T14:08:40.933" v="765" actId="1038"/>
      <pc:docMkLst>
        <pc:docMk/>
      </pc:docMkLst>
      <pc:sldChg chg="addSp delSp modSp new mod">
        <pc:chgData name="KONGKAEW, PUTTIWAT" userId="a8adac1e-848f-4d84-b961-6a7ffb648b49" providerId="ADAL" clId="{2538A28A-3B8A-4ABF-ACF1-793B01E5FFBD}" dt="2025-07-16T15:15:36.629" v="697" actId="732"/>
        <pc:sldMkLst>
          <pc:docMk/>
          <pc:sldMk cId="3033869814" sldId="256"/>
        </pc:sldMkLst>
        <pc:grpChg chg="mod topLvl">
          <ac:chgData name="KONGKAEW, PUTTIWAT" userId="a8adac1e-848f-4d84-b961-6a7ffb648b49" providerId="ADAL" clId="{2538A28A-3B8A-4ABF-ACF1-793B01E5FFBD}" dt="2025-07-16T15:13:55.779" v="588" actId="478"/>
          <ac:grpSpMkLst>
            <pc:docMk/>
            <pc:sldMk cId="3033869814" sldId="256"/>
            <ac:grpSpMk id="7" creationId="{3AB40A51-9B45-2CC1-6F39-65041ED4C9BD}"/>
          </ac:grpSpMkLst>
        </pc:grpChg>
        <pc:picChg chg="mod modCrop">
          <ac:chgData name="KONGKAEW, PUTTIWAT" userId="a8adac1e-848f-4d84-b961-6a7ffb648b49" providerId="ADAL" clId="{2538A28A-3B8A-4ABF-ACF1-793B01E5FFBD}" dt="2025-07-16T15:15:36.629" v="697" actId="732"/>
          <ac:picMkLst>
            <pc:docMk/>
            <pc:sldMk cId="3033869814" sldId="256"/>
            <ac:picMk id="15" creationId="{52D8E8AA-4589-1A24-5AF9-ECFAE90778B6}"/>
          </ac:picMkLst>
        </pc:picChg>
        <pc:picChg chg="mod">
          <ac:chgData name="KONGKAEW, PUTTIWAT" userId="a8adac1e-848f-4d84-b961-6a7ffb648b49" providerId="ADAL" clId="{2538A28A-3B8A-4ABF-ACF1-793B01E5FFBD}" dt="2025-07-16T15:15:29.379" v="696" actId="1035"/>
          <ac:picMkLst>
            <pc:docMk/>
            <pc:sldMk cId="3033869814" sldId="256"/>
            <ac:picMk id="16" creationId="{E3FAED87-4B58-E323-1686-74259FCA0F81}"/>
          </ac:picMkLst>
        </pc:picChg>
        <pc:picChg chg="mod">
          <ac:chgData name="KONGKAEW, PUTTIWAT" userId="a8adac1e-848f-4d84-b961-6a7ffb648b49" providerId="ADAL" clId="{2538A28A-3B8A-4ABF-ACF1-793B01E5FFBD}" dt="2025-07-15T15:58:05.205" v="34" actId="20577"/>
          <ac:picMkLst>
            <pc:docMk/>
            <pc:sldMk cId="3033869814" sldId="256"/>
            <ac:picMk id="18" creationId="{497230FE-E298-C8CB-7729-D781F390C4A5}"/>
          </ac:picMkLst>
        </pc:picChg>
      </pc:sldChg>
      <pc:sldChg chg="addSp delSp modSp new mod modClrScheme chgLayout">
        <pc:chgData name="KONGKAEW, PUTTIWAT" userId="a8adac1e-848f-4d84-b961-6a7ffb648b49" providerId="ADAL" clId="{2538A28A-3B8A-4ABF-ACF1-793B01E5FFBD}" dt="2025-07-22T14:08:40.933" v="765" actId="1038"/>
        <pc:sldMkLst>
          <pc:docMk/>
          <pc:sldMk cId="953580582" sldId="257"/>
        </pc:sldMkLst>
        <pc:spChg chg="mod">
          <ac:chgData name="KONGKAEW, PUTTIWAT" userId="a8adac1e-848f-4d84-b961-6a7ffb648b49" providerId="ADAL" clId="{2538A28A-3B8A-4ABF-ACF1-793B01E5FFBD}" dt="2025-07-22T14:08:38.709" v="764" actId="1038"/>
          <ac:spMkLst>
            <pc:docMk/>
            <pc:sldMk cId="953580582" sldId="257"/>
            <ac:spMk id="13" creationId="{5FB623E6-AA1B-F659-F708-B0EEEE363A0F}"/>
          </ac:spMkLst>
        </pc:spChg>
        <pc:spChg chg="mod">
          <ac:chgData name="KONGKAEW, PUTTIWAT" userId="a8adac1e-848f-4d84-b961-6a7ffb648b49" providerId="ADAL" clId="{2538A28A-3B8A-4ABF-ACF1-793B01E5FFBD}" dt="2025-07-22T14:08:38.709" v="764" actId="1038"/>
          <ac:spMkLst>
            <pc:docMk/>
            <pc:sldMk cId="953580582" sldId="257"/>
            <ac:spMk id="14" creationId="{A71D02EA-A769-BBC4-3784-5B5B927B523C}"/>
          </ac:spMkLst>
        </pc:spChg>
        <pc:grpChg chg="topLvl">
          <ac:chgData name="KONGKAEW, PUTTIWAT" userId="a8adac1e-848f-4d84-b961-6a7ffb648b49" providerId="ADAL" clId="{2538A28A-3B8A-4ABF-ACF1-793B01E5FFBD}" dt="2025-07-16T15:14:03.898" v="592" actId="478"/>
          <ac:grpSpMkLst>
            <pc:docMk/>
            <pc:sldMk cId="953580582" sldId="257"/>
            <ac:grpSpMk id="7" creationId="{CFE6ECD3-CB9B-E0E7-C876-CA46C3022E99}"/>
          </ac:grpSpMkLst>
        </pc:grpChg>
        <pc:picChg chg="mod modCrop">
          <ac:chgData name="KONGKAEW, PUTTIWAT" userId="a8adac1e-848f-4d84-b961-6a7ffb648b49" providerId="ADAL" clId="{2538A28A-3B8A-4ABF-ACF1-793B01E5FFBD}" dt="2025-07-22T14:08:40.933" v="765" actId="1038"/>
          <ac:picMkLst>
            <pc:docMk/>
            <pc:sldMk cId="953580582" sldId="257"/>
            <ac:picMk id="12" creationId="{3A110E61-4B59-5E5B-EE8C-C1ABCA901D60}"/>
          </ac:picMkLst>
        </pc:picChg>
        <pc:picChg chg="mod ord modCrop">
          <ac:chgData name="KONGKAEW, PUTTIWAT" userId="a8adac1e-848f-4d84-b961-6a7ffb648b49" providerId="ADAL" clId="{2538A28A-3B8A-4ABF-ACF1-793B01E5FFBD}" dt="2025-07-22T14:07:27.890" v="712" actId="167"/>
          <ac:picMkLst>
            <pc:docMk/>
            <pc:sldMk cId="953580582" sldId="257"/>
            <ac:picMk id="19" creationId="{917FA109-043B-64C0-1A3C-0341E926A2AC}"/>
          </ac:picMkLst>
        </pc:picChg>
        <pc:picChg chg="mod ord modCrop">
          <ac:chgData name="KONGKAEW, PUTTIWAT" userId="a8adac1e-848f-4d84-b961-6a7ffb648b49" providerId="ADAL" clId="{2538A28A-3B8A-4ABF-ACF1-793B01E5FFBD}" dt="2025-07-22T14:07:40.006" v="716" actId="1035"/>
          <ac:picMkLst>
            <pc:docMk/>
            <pc:sldMk cId="953580582" sldId="257"/>
            <ac:picMk id="20" creationId="{EE6BCF1C-AB3C-F25C-CAD3-FE5F71CB3E12}"/>
          </ac:picMkLst>
        </pc:picChg>
        <pc:picChg chg="mod ord modCrop">
          <ac:chgData name="KONGKAEW, PUTTIWAT" userId="a8adac1e-848f-4d84-b961-6a7ffb648b49" providerId="ADAL" clId="{2538A28A-3B8A-4ABF-ACF1-793B01E5FFBD}" dt="2025-07-22T14:07:35.765" v="715" actId="1035"/>
          <ac:picMkLst>
            <pc:docMk/>
            <pc:sldMk cId="953580582" sldId="257"/>
            <ac:picMk id="21" creationId="{87E635D2-772C-9410-AAED-B07D59109471}"/>
          </ac:picMkLst>
        </pc:picChg>
        <pc:picChg chg="mod modCrop">
          <ac:chgData name="KONGKAEW, PUTTIWAT" userId="a8adac1e-848f-4d84-b961-6a7ffb648b49" providerId="ADAL" clId="{2538A28A-3B8A-4ABF-ACF1-793B01E5FFBD}" dt="2025-07-22T14:06:35.940" v="700" actId="732"/>
          <ac:picMkLst>
            <pc:docMk/>
            <pc:sldMk cId="953580582" sldId="257"/>
            <ac:picMk id="23" creationId="{16ECE62F-C789-4F65-9314-DC0833CD8F91}"/>
          </ac:picMkLst>
        </pc:picChg>
        <pc:picChg chg="mod ord modCrop">
          <ac:chgData name="KONGKAEW, PUTTIWAT" userId="a8adac1e-848f-4d84-b961-6a7ffb648b49" providerId="ADAL" clId="{2538A28A-3B8A-4ABF-ACF1-793B01E5FFBD}" dt="2025-07-22T14:07:34.056" v="714" actId="1076"/>
          <ac:picMkLst>
            <pc:docMk/>
            <pc:sldMk cId="953580582" sldId="257"/>
            <ac:picMk id="24" creationId="{33165335-2F38-2C5D-A17A-28A8E1978BE9}"/>
          </ac:picMkLst>
        </pc:picChg>
      </pc:sldChg>
      <pc:sldMasterChg chg="modSp modSldLayout">
        <pc:chgData name="KONGKAEW, PUTTIWAT" userId="a8adac1e-848f-4d84-b961-6a7ffb648b49" providerId="ADAL" clId="{2538A28A-3B8A-4ABF-ACF1-793B01E5FFBD}" dt="2025-07-15T15:55:26.711" v="3"/>
        <pc:sldMasterMkLst>
          <pc:docMk/>
          <pc:sldMasterMk cId="2066715026" sldId="2147483648"/>
        </pc:sldMasterMkLst>
        <pc:sldLayoutChg chg="modSp">
          <pc:chgData name="KONGKAEW, PUTTIWAT" userId="a8adac1e-848f-4d84-b961-6a7ffb648b49" providerId="ADAL" clId="{2538A28A-3B8A-4ABF-ACF1-793B01E5FFBD}" dt="2025-07-15T15:55:26.711" v="3"/>
          <pc:sldLayoutMkLst>
            <pc:docMk/>
            <pc:sldMasterMk cId="2066715026" sldId="2147483648"/>
            <pc:sldLayoutMk cId="2931350074" sldId="2147483649"/>
          </pc:sldLayoutMkLst>
        </pc:sldLayoutChg>
        <pc:sldLayoutChg chg="modSp">
          <pc:chgData name="KONGKAEW, PUTTIWAT" userId="a8adac1e-848f-4d84-b961-6a7ffb648b49" providerId="ADAL" clId="{2538A28A-3B8A-4ABF-ACF1-793B01E5FFBD}" dt="2025-07-15T15:55:26.711" v="3"/>
          <pc:sldLayoutMkLst>
            <pc:docMk/>
            <pc:sldMasterMk cId="2066715026" sldId="2147483648"/>
            <pc:sldLayoutMk cId="3803653938" sldId="2147483651"/>
          </pc:sldLayoutMkLst>
        </pc:sldLayoutChg>
        <pc:sldLayoutChg chg="modSp">
          <pc:chgData name="KONGKAEW, PUTTIWAT" userId="a8adac1e-848f-4d84-b961-6a7ffb648b49" providerId="ADAL" clId="{2538A28A-3B8A-4ABF-ACF1-793B01E5FFBD}" dt="2025-07-15T15:55:26.711" v="3"/>
          <pc:sldLayoutMkLst>
            <pc:docMk/>
            <pc:sldMasterMk cId="2066715026" sldId="2147483648"/>
            <pc:sldLayoutMk cId="1916464348" sldId="2147483652"/>
          </pc:sldLayoutMkLst>
        </pc:sldLayoutChg>
        <pc:sldLayoutChg chg="modSp">
          <pc:chgData name="KONGKAEW, PUTTIWAT" userId="a8adac1e-848f-4d84-b961-6a7ffb648b49" providerId="ADAL" clId="{2538A28A-3B8A-4ABF-ACF1-793B01E5FFBD}" dt="2025-07-15T15:55:26.711" v="3"/>
          <pc:sldLayoutMkLst>
            <pc:docMk/>
            <pc:sldMasterMk cId="2066715026" sldId="2147483648"/>
            <pc:sldLayoutMk cId="2116227718" sldId="2147483653"/>
          </pc:sldLayoutMkLst>
        </pc:sldLayoutChg>
        <pc:sldLayoutChg chg="modSp">
          <pc:chgData name="KONGKAEW, PUTTIWAT" userId="a8adac1e-848f-4d84-b961-6a7ffb648b49" providerId="ADAL" clId="{2538A28A-3B8A-4ABF-ACF1-793B01E5FFBD}" dt="2025-07-15T15:55:26.711" v="3"/>
          <pc:sldLayoutMkLst>
            <pc:docMk/>
            <pc:sldMasterMk cId="2066715026" sldId="2147483648"/>
            <pc:sldLayoutMk cId="1515810991" sldId="2147483656"/>
          </pc:sldLayoutMkLst>
        </pc:sldLayoutChg>
        <pc:sldLayoutChg chg="modSp">
          <pc:chgData name="KONGKAEW, PUTTIWAT" userId="a8adac1e-848f-4d84-b961-6a7ffb648b49" providerId="ADAL" clId="{2538A28A-3B8A-4ABF-ACF1-793B01E5FFBD}" dt="2025-07-15T15:55:26.711" v="3"/>
          <pc:sldLayoutMkLst>
            <pc:docMk/>
            <pc:sldMasterMk cId="2066715026" sldId="2147483648"/>
            <pc:sldLayoutMk cId="1005707417" sldId="2147483657"/>
          </pc:sldLayoutMkLst>
        </pc:sldLayoutChg>
        <pc:sldLayoutChg chg="modSp">
          <pc:chgData name="KONGKAEW, PUTTIWAT" userId="a8adac1e-848f-4d84-b961-6a7ffb648b49" providerId="ADAL" clId="{2538A28A-3B8A-4ABF-ACF1-793B01E5FFBD}" dt="2025-07-15T15:55:26.711" v="3"/>
          <pc:sldLayoutMkLst>
            <pc:docMk/>
            <pc:sldMasterMk cId="2066715026" sldId="2147483648"/>
            <pc:sldLayoutMk cId="619586908" sldId="2147483659"/>
          </pc:sldLayoutMkLst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5B038E9-2A28-47CA-BB00-085530DA8294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4425" y="1143000"/>
            <a:ext cx="462915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F4C636-2039-4D4E-B843-64838B98327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57308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7F4C636-2039-4D4E-B843-64838B98327F}" type="slidenum">
              <a:rPr lang="en-GB" smtClean="0"/>
              <a:t>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527433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05051" y="589241"/>
            <a:ext cx="4590574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75085" y="1891070"/>
            <a:ext cx="4050506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157D-B688-495D-BA23-C8C1534410D6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4840-9E00-41C2-8397-A9CE067D2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757503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157D-B688-495D-BA23-C8C1534410D6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4840-9E00-41C2-8397-A9CE067D2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605812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68484" y="897613"/>
            <a:ext cx="4658082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68484" y="2409469"/>
            <a:ext cx="4658082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157D-B688-495D-BA23-C8C1534410D6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4840-9E00-41C2-8397-A9CE067D2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639777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71296" y="958453"/>
            <a:ext cx="2295287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734092" y="958453"/>
            <a:ext cx="2295287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157D-B688-495D-BA23-C8C1534410D6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4840-9E00-41C2-8397-A9CE067D2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849125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191691"/>
            <a:ext cx="4658082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2001" y="882610"/>
            <a:ext cx="228473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72001" y="1315164"/>
            <a:ext cx="2284738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734092" y="882610"/>
            <a:ext cx="2295990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734092" y="1315164"/>
            <a:ext cx="2295990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157D-B688-495D-BA23-C8C1534410D6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4840-9E00-41C2-8397-A9CE067D2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97532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157D-B688-495D-BA23-C8C1534410D6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4840-9E00-41C2-8397-A9CE067D2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403853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157D-B688-495D-BA23-C8C1534410D6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4840-9E00-41C2-8397-A9CE067D2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40189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40030"/>
            <a:ext cx="174185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95990" y="518399"/>
            <a:ext cx="2734092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080135"/>
            <a:ext cx="174185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157D-B688-495D-BA23-C8C1534410D6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4840-9E00-41C2-8397-A9CE067D2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90102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000" y="240030"/>
            <a:ext cx="1741858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95990" y="518399"/>
            <a:ext cx="2734092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72000" y="1080135"/>
            <a:ext cx="1741858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157D-B688-495D-BA23-C8C1534410D6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4840-9E00-41C2-8397-A9CE067D2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874285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157D-B688-495D-BA23-C8C1534410D6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4840-9E00-41C2-8397-A9CE067D2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8307254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64858" y="191691"/>
            <a:ext cx="1164521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1297" y="191691"/>
            <a:ext cx="3426053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4157D-B688-495D-BA23-C8C1534410D6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EF4840-9E00-41C2-8397-A9CE067D2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75186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71297" y="191691"/>
            <a:ext cx="4658082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71297" y="958453"/>
            <a:ext cx="4658082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371296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74157D-B688-495D-BA23-C8C1534410D6}" type="datetimeFigureOut">
              <a:rPr lang="en-GB" smtClean="0"/>
              <a:t>2025-07-22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788974" y="3337084"/>
            <a:ext cx="1822728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814227" y="3337084"/>
            <a:ext cx="1215152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EF4840-9E00-41C2-8397-A9CE067D218F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96767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3AB40A51-9B45-2CC1-6F39-65041ED4C9BD}"/>
              </a:ext>
            </a:extLst>
          </p:cNvPr>
          <p:cNvGrpSpPr/>
          <p:nvPr/>
        </p:nvGrpSpPr>
        <p:grpSpPr>
          <a:xfrm>
            <a:off x="1287578" y="1049857"/>
            <a:ext cx="3728558" cy="1238835"/>
            <a:chOff x="4104824" y="31202559"/>
            <a:chExt cx="10018605" cy="3328741"/>
          </a:xfrm>
        </p:grpSpPr>
        <p:pic>
          <p:nvPicPr>
            <p:cNvPr id="15" name="Picture 14" descr="A purple circle with green and yellow dots&#10;&#10;Description automatically generated">
              <a:extLst>
                <a:ext uri="{FF2B5EF4-FFF2-40B4-BE49-F238E27FC236}">
                  <a16:creationId xmlns:a16="http://schemas.microsoft.com/office/drawing/2014/main" id="{52D8E8AA-4589-1A24-5AF9-ECFAE90778B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95" t="12152" r="22028" b="13188"/>
            <a:stretch>
              <a:fillRect/>
            </a:stretch>
          </p:blipFill>
          <p:spPr>
            <a:xfrm>
              <a:off x="10782297" y="31213425"/>
              <a:ext cx="3341132" cy="3317875"/>
            </a:xfrm>
            <a:prstGeom prst="rect">
              <a:avLst/>
            </a:prstGeom>
          </p:spPr>
        </p:pic>
        <p:pic>
          <p:nvPicPr>
            <p:cNvPr id="16" name="Picture 15" descr="A grid with a grid in the center&#10;&#10;Description automatically generated with medium confidence">
              <a:extLst>
                <a:ext uri="{FF2B5EF4-FFF2-40B4-BE49-F238E27FC236}">
                  <a16:creationId xmlns:a16="http://schemas.microsoft.com/office/drawing/2014/main" id="{E3FAED87-4B58-E323-1686-74259FCA0F81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708" t="11938" r="22907" b="13474"/>
            <a:stretch/>
          </p:blipFill>
          <p:spPr>
            <a:xfrm>
              <a:off x="4104824" y="31202559"/>
              <a:ext cx="3314700" cy="3314701"/>
            </a:xfrm>
            <a:prstGeom prst="rect">
              <a:avLst/>
            </a:prstGeom>
          </p:spPr>
        </p:pic>
        <p:pic>
          <p:nvPicPr>
            <p:cNvPr id="18" name="Picture 17" descr="A grid with a grid in the center&#10;&#10;Description automatically generated with medium confidence">
              <a:extLst>
                <a:ext uri="{FF2B5EF4-FFF2-40B4-BE49-F238E27FC236}">
                  <a16:creationId xmlns:a16="http://schemas.microsoft.com/office/drawing/2014/main" id="{497230FE-E298-C8CB-7729-D781F390C4A5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993" t="11938" r="22337" b="13188"/>
            <a:stretch/>
          </p:blipFill>
          <p:spPr>
            <a:xfrm>
              <a:off x="7442199" y="31203900"/>
              <a:ext cx="3327401" cy="33274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03386981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CFE6ECD3-CB9B-E0E7-C876-CA46C3022E99}"/>
              </a:ext>
            </a:extLst>
          </p:cNvPr>
          <p:cNvGrpSpPr/>
          <p:nvPr/>
        </p:nvGrpSpPr>
        <p:grpSpPr>
          <a:xfrm>
            <a:off x="1180298" y="731520"/>
            <a:ext cx="3712329" cy="2093704"/>
            <a:chOff x="19197738" y="20704316"/>
            <a:chExt cx="10014101" cy="5647840"/>
          </a:xfrm>
        </p:grpSpPr>
        <p:pic>
          <p:nvPicPr>
            <p:cNvPr id="19" name="Picture 18" descr="A screenshot of a computer screen&#10;&#10;Description automatically generated">
              <a:extLst>
                <a:ext uri="{FF2B5EF4-FFF2-40B4-BE49-F238E27FC236}">
                  <a16:creationId xmlns:a16="http://schemas.microsoft.com/office/drawing/2014/main" id="{917FA109-043B-64C0-1A3C-0341E926A2AC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776" r="-1098"/>
            <a:stretch>
              <a:fillRect/>
            </a:stretch>
          </p:blipFill>
          <p:spPr>
            <a:xfrm>
              <a:off x="19960679" y="20704316"/>
              <a:ext cx="4043288" cy="2873482"/>
            </a:xfrm>
            <a:prstGeom prst="rect">
              <a:avLst/>
            </a:prstGeom>
          </p:spPr>
        </p:pic>
        <p:pic>
          <p:nvPicPr>
            <p:cNvPr id="24" name="Picture 23" descr="A blue and yellow pixelated background&#10;&#10;Description automatically generated">
              <a:extLst>
                <a:ext uri="{FF2B5EF4-FFF2-40B4-BE49-F238E27FC236}">
                  <a16:creationId xmlns:a16="http://schemas.microsoft.com/office/drawing/2014/main" id="{33165335-2F38-2C5D-A17A-28A8E1978BE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05"/>
            <a:stretch>
              <a:fillRect/>
            </a:stretch>
          </p:blipFill>
          <p:spPr>
            <a:xfrm>
              <a:off x="23023168" y="20704319"/>
              <a:ext cx="3158144" cy="2856021"/>
            </a:xfrm>
            <a:prstGeom prst="rect">
              <a:avLst/>
            </a:prstGeom>
          </p:spPr>
        </p:pic>
        <p:pic>
          <p:nvPicPr>
            <p:cNvPr id="12" name="Picture 11" descr="A blue square with a rainbow colored stripe&#10;&#10;Description automatically generated">
              <a:extLst>
                <a:ext uri="{FF2B5EF4-FFF2-40B4-BE49-F238E27FC236}">
                  <a16:creationId xmlns:a16="http://schemas.microsoft.com/office/drawing/2014/main" id="{3A110E61-4B59-5E5B-EE8C-C1ABCA901D60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821" t="17777" r="21229" b="11947"/>
            <a:stretch>
              <a:fillRect/>
            </a:stretch>
          </p:blipFill>
          <p:spPr>
            <a:xfrm>
              <a:off x="20057809" y="23507306"/>
              <a:ext cx="3067895" cy="2794153"/>
            </a:xfrm>
            <a:prstGeom prst="rect">
              <a:avLst/>
            </a:prstGeom>
          </p:spPr>
        </p:pic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5FB623E6-AA1B-F659-F708-B0EEEE363A0F}"/>
                </a:ext>
              </a:extLst>
            </p:cNvPr>
            <p:cNvSpPr txBox="1"/>
            <p:nvPr/>
          </p:nvSpPr>
          <p:spPr>
            <a:xfrm rot="16200000">
              <a:off x="19198889" y="22131868"/>
              <a:ext cx="421134" cy="38080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defTabSz="914400"/>
              <a:r>
                <a:rPr lang="en-GB" sz="1400" dirty="0">
                  <a:latin typeface="Arial" panose="020B0604020202020204" pitchFamily="34" charset="0"/>
                  <a:cs typeface="Arial" panose="020B0604020202020204" pitchFamily="34" charset="0"/>
                </a:rPr>
                <a:t>IM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71D02EA-A769-BBC4-3784-5B5B927B523C}"/>
                </a:ext>
              </a:extLst>
            </p:cNvPr>
            <p:cNvSpPr txBox="1"/>
            <p:nvPr/>
          </p:nvSpPr>
          <p:spPr>
            <a:xfrm rot="16200000">
              <a:off x="18966742" y="25681965"/>
              <a:ext cx="842799" cy="380807"/>
            </a:xfrm>
            <a:prstGeom prst="rect">
              <a:avLst/>
            </a:prstGeom>
            <a:noFill/>
          </p:spPr>
          <p:txBody>
            <a:bodyPr wrap="none" rtlCol="0">
              <a:noAutofit/>
            </a:bodyPr>
            <a:lstStyle/>
            <a:p>
              <a:pPr defTabSz="914400"/>
              <a:r>
                <a:rPr lang="en-GB" sz="1400" dirty="0">
                  <a:latin typeface="Arial" panose="020B0604020202020204" pitchFamily="34" charset="0"/>
                  <a:cs typeface="Arial" panose="020B0604020202020204" pitchFamily="34" charset="0"/>
                </a:rPr>
                <a:t>Difference</a:t>
              </a:r>
            </a:p>
          </p:txBody>
        </p:sp>
        <p:pic>
          <p:nvPicPr>
            <p:cNvPr id="23" name="Picture 22" descr="A blue and yellow background&#10;&#10;Description automatically generated with medium confidence">
              <a:extLst>
                <a:ext uri="{FF2B5EF4-FFF2-40B4-BE49-F238E27FC236}">
                  <a16:creationId xmlns:a16="http://schemas.microsoft.com/office/drawing/2014/main" id="{16ECE62F-C789-4F65-9314-DC0833CD8F9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680"/>
            <a:stretch>
              <a:fillRect/>
            </a:stretch>
          </p:blipFill>
          <p:spPr>
            <a:xfrm>
              <a:off x="26052109" y="20715529"/>
              <a:ext cx="3158144" cy="2844808"/>
            </a:xfrm>
            <a:prstGeom prst="rect">
              <a:avLst/>
            </a:prstGeom>
          </p:spPr>
        </p:pic>
        <p:pic>
          <p:nvPicPr>
            <p:cNvPr id="21" name="Picture 20" descr="A blue and green background&#10;&#10;Description automatically generated">
              <a:extLst>
                <a:ext uri="{FF2B5EF4-FFF2-40B4-BE49-F238E27FC236}">
                  <a16:creationId xmlns:a16="http://schemas.microsoft.com/office/drawing/2014/main" id="{87E635D2-772C-9410-AAED-B07D5910947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03"/>
            <a:stretch>
              <a:fillRect/>
            </a:stretch>
          </p:blipFill>
          <p:spPr>
            <a:xfrm>
              <a:off x="23023163" y="23496095"/>
              <a:ext cx="3158144" cy="2856061"/>
            </a:xfrm>
            <a:prstGeom prst="rect">
              <a:avLst/>
            </a:prstGeom>
          </p:spPr>
        </p:pic>
        <p:pic>
          <p:nvPicPr>
            <p:cNvPr id="20" name="Picture 19" descr="A blue and yellow background&#10;&#10;Description automatically generated with medium confidence">
              <a:extLst>
                <a:ext uri="{FF2B5EF4-FFF2-40B4-BE49-F238E27FC236}">
                  <a16:creationId xmlns:a16="http://schemas.microsoft.com/office/drawing/2014/main" id="{EE6BCF1C-AB3C-F25C-CAD3-FE5F71CB3E1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4357"/>
            <a:stretch>
              <a:fillRect/>
            </a:stretch>
          </p:blipFill>
          <p:spPr>
            <a:xfrm>
              <a:off x="26053695" y="23496084"/>
              <a:ext cx="3158144" cy="285447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953580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52</TotalTime>
  <Words>3</Words>
  <Application>Microsoft Office PowerPoint</Application>
  <PresentationFormat>Custom</PresentationFormat>
  <Paragraphs>3</Paragraphs>
  <Slides>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KONGKAEW, PUTTIWAT</dc:creator>
  <cp:lastModifiedBy>KONGKAEW, PUTTIWAT</cp:lastModifiedBy>
  <cp:revision>1</cp:revision>
  <dcterms:created xsi:type="dcterms:W3CDTF">2025-07-15T15:55:06Z</dcterms:created>
  <dcterms:modified xsi:type="dcterms:W3CDTF">2025-07-22T14:08:46Z</dcterms:modified>
</cp:coreProperties>
</file>