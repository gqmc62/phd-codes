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73" r:id="rId2"/>
    <p:sldId id="274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C0FB08-77AD-46C0-9FA9-7BCF48480EFE}" v="1" dt="2025-04-10T10:43:01.7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6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NGKAEW, PUTTIWAT" userId="a8adac1e-848f-4d84-b961-6a7ffb648b49" providerId="ADAL" clId="{5CC0FB08-77AD-46C0-9FA9-7BCF48480EFE}"/>
    <pc:docChg chg="modSld">
      <pc:chgData name="KONGKAEW, PUTTIWAT" userId="a8adac1e-848f-4d84-b961-6a7ffb648b49" providerId="ADAL" clId="{5CC0FB08-77AD-46C0-9FA9-7BCF48480EFE}" dt="2025-04-10T10:44:07.995" v="12" actId="1076"/>
      <pc:docMkLst>
        <pc:docMk/>
      </pc:docMkLst>
      <pc:sldChg chg="modSp mod">
        <pc:chgData name="KONGKAEW, PUTTIWAT" userId="a8adac1e-848f-4d84-b961-6a7ffb648b49" providerId="ADAL" clId="{5CC0FB08-77AD-46C0-9FA9-7BCF48480EFE}" dt="2025-04-10T10:44:07.995" v="12" actId="1076"/>
        <pc:sldMkLst>
          <pc:docMk/>
          <pc:sldMk cId="3208009416" sldId="274"/>
        </pc:sldMkLst>
        <pc:spChg chg="mod">
          <ac:chgData name="KONGKAEW, PUTTIWAT" userId="a8adac1e-848f-4d84-b961-6a7ffb648b49" providerId="ADAL" clId="{5CC0FB08-77AD-46C0-9FA9-7BCF48480EFE}" dt="2025-04-10T10:43:54.312" v="11" actId="113"/>
          <ac:spMkLst>
            <pc:docMk/>
            <pc:sldMk cId="3208009416" sldId="274"/>
            <ac:spMk id="36" creationId="{44720FAA-2EDF-01D2-A3F3-82571DC3B01E}"/>
          </ac:spMkLst>
        </pc:spChg>
        <pc:spChg chg="mod">
          <ac:chgData name="KONGKAEW, PUTTIWAT" userId="a8adac1e-848f-4d84-b961-6a7ffb648b49" providerId="ADAL" clId="{5CC0FB08-77AD-46C0-9FA9-7BCF48480EFE}" dt="2025-04-10T10:43:54.312" v="11" actId="113"/>
          <ac:spMkLst>
            <pc:docMk/>
            <pc:sldMk cId="3208009416" sldId="274"/>
            <ac:spMk id="84" creationId="{04C9FC3D-B000-5AEE-B293-C6C0FC111C76}"/>
          </ac:spMkLst>
        </pc:spChg>
        <pc:spChg chg="mod">
          <ac:chgData name="KONGKAEW, PUTTIWAT" userId="a8adac1e-848f-4d84-b961-6a7ffb648b49" providerId="ADAL" clId="{5CC0FB08-77AD-46C0-9FA9-7BCF48480EFE}" dt="2025-04-10T10:43:54.312" v="11" actId="113"/>
          <ac:spMkLst>
            <pc:docMk/>
            <pc:sldMk cId="3208009416" sldId="274"/>
            <ac:spMk id="91" creationId="{1DF74395-4F53-8B75-7610-6206540E3CFD}"/>
          </ac:spMkLst>
        </pc:spChg>
        <pc:spChg chg="mod">
          <ac:chgData name="KONGKAEW, PUTTIWAT" userId="a8adac1e-848f-4d84-b961-6a7ffb648b49" providerId="ADAL" clId="{5CC0FB08-77AD-46C0-9FA9-7BCF48480EFE}" dt="2025-04-10T10:43:54.312" v="11" actId="113"/>
          <ac:spMkLst>
            <pc:docMk/>
            <pc:sldMk cId="3208009416" sldId="274"/>
            <ac:spMk id="98" creationId="{6B827163-1F5B-55E5-89C2-C87B41D5975F}"/>
          </ac:spMkLst>
        </pc:spChg>
        <pc:spChg chg="mod">
          <ac:chgData name="KONGKAEW, PUTTIWAT" userId="a8adac1e-848f-4d84-b961-6a7ffb648b49" providerId="ADAL" clId="{5CC0FB08-77AD-46C0-9FA9-7BCF48480EFE}" dt="2025-04-10T10:43:54.312" v="11" actId="113"/>
          <ac:spMkLst>
            <pc:docMk/>
            <pc:sldMk cId="3208009416" sldId="274"/>
            <ac:spMk id="101" creationId="{6E2891CA-4BDB-857E-85DC-7094079AFF03}"/>
          </ac:spMkLst>
        </pc:spChg>
        <pc:spChg chg="mod">
          <ac:chgData name="KONGKAEW, PUTTIWAT" userId="a8adac1e-848f-4d84-b961-6a7ffb648b49" providerId="ADAL" clId="{5CC0FB08-77AD-46C0-9FA9-7BCF48480EFE}" dt="2025-04-10T10:43:54.312" v="11" actId="113"/>
          <ac:spMkLst>
            <pc:docMk/>
            <pc:sldMk cId="3208009416" sldId="274"/>
            <ac:spMk id="102" creationId="{A048A431-4DD9-62ED-C40F-880FD886D7C3}"/>
          </ac:spMkLst>
        </pc:spChg>
        <pc:spChg chg="mod">
          <ac:chgData name="KONGKAEW, PUTTIWAT" userId="a8adac1e-848f-4d84-b961-6a7ffb648b49" providerId="ADAL" clId="{5CC0FB08-77AD-46C0-9FA9-7BCF48480EFE}" dt="2025-04-10T10:43:54.312" v="11" actId="113"/>
          <ac:spMkLst>
            <pc:docMk/>
            <pc:sldMk cId="3208009416" sldId="274"/>
            <ac:spMk id="133" creationId="{130BDAE8-FF13-7A49-38B4-B65A8CC5B4FE}"/>
          </ac:spMkLst>
        </pc:spChg>
        <pc:spChg chg="mod">
          <ac:chgData name="KONGKAEW, PUTTIWAT" userId="a8adac1e-848f-4d84-b961-6a7ffb648b49" providerId="ADAL" clId="{5CC0FB08-77AD-46C0-9FA9-7BCF48480EFE}" dt="2025-04-10T10:43:54.312" v="11" actId="113"/>
          <ac:spMkLst>
            <pc:docMk/>
            <pc:sldMk cId="3208009416" sldId="274"/>
            <ac:spMk id="134" creationId="{99214343-745A-59A9-42D9-7776A9D90122}"/>
          </ac:spMkLst>
        </pc:spChg>
        <pc:spChg chg="mod">
          <ac:chgData name="KONGKAEW, PUTTIWAT" userId="a8adac1e-848f-4d84-b961-6a7ffb648b49" providerId="ADAL" clId="{5CC0FB08-77AD-46C0-9FA9-7BCF48480EFE}" dt="2025-04-10T10:43:54.312" v="11" actId="113"/>
          <ac:spMkLst>
            <pc:docMk/>
            <pc:sldMk cId="3208009416" sldId="274"/>
            <ac:spMk id="155" creationId="{55EEB2DA-B513-4F5C-804A-00A9C000874A}"/>
          </ac:spMkLst>
        </pc:spChg>
        <pc:spChg chg="mod">
          <ac:chgData name="KONGKAEW, PUTTIWAT" userId="a8adac1e-848f-4d84-b961-6a7ffb648b49" providerId="ADAL" clId="{5CC0FB08-77AD-46C0-9FA9-7BCF48480EFE}" dt="2025-04-10T10:43:54.312" v="11" actId="113"/>
          <ac:spMkLst>
            <pc:docMk/>
            <pc:sldMk cId="3208009416" sldId="274"/>
            <ac:spMk id="157" creationId="{58FFA128-0448-DFB1-9591-41E6DB5A6354}"/>
          </ac:spMkLst>
        </pc:spChg>
        <pc:grpChg chg="mod">
          <ac:chgData name="KONGKAEW, PUTTIWAT" userId="a8adac1e-848f-4d84-b961-6a7ffb648b49" providerId="ADAL" clId="{5CC0FB08-77AD-46C0-9FA9-7BCF48480EFE}" dt="2025-04-10T10:44:07.995" v="12" actId="1076"/>
          <ac:grpSpMkLst>
            <pc:docMk/>
            <pc:sldMk cId="3208009416" sldId="274"/>
            <ac:grpSpMk id="179" creationId="{3868C3A2-A7E4-4D5C-18BB-DDC0EE838ED2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A90D27-1EE3-F443-A7D2-5931046DA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85" y="328402"/>
            <a:ext cx="1865488" cy="127746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5" y="0"/>
            <a:ext cx="557212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67" y="1715696"/>
            <a:ext cx="4964815" cy="1702976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467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5901" y="3439328"/>
            <a:ext cx="3577975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167">
                <a:solidFill>
                  <a:srgbClr val="002A41"/>
                </a:solidFill>
                <a:latin typeface="Arial"/>
                <a:cs typeface="Arial"/>
              </a:defRPr>
            </a:lvl1pPr>
            <a:lvl2pPr marL="495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5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8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4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7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70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3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00D209-29C3-9C4E-9400-620833672FB9}"/>
              </a:ext>
            </a:extLst>
          </p:cNvPr>
          <p:cNvSpPr/>
          <p:nvPr/>
        </p:nvSpPr>
        <p:spPr>
          <a:xfrm>
            <a:off x="196665" y="5970497"/>
            <a:ext cx="3183031" cy="88750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110460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5" y="0"/>
            <a:ext cx="55721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3648C85-FF77-1243-A1BC-F5E119410692}"/>
              </a:ext>
            </a:extLst>
          </p:cNvPr>
          <p:cNvSpPr/>
          <p:nvPr/>
        </p:nvSpPr>
        <p:spPr>
          <a:xfrm>
            <a:off x="196665" y="5970497"/>
            <a:ext cx="3183031" cy="88750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5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520B00-F6B2-4044-9B7C-A0AF81CF1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85" y="328402"/>
            <a:ext cx="1865488" cy="127746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2FEB56D-D6F9-EA4A-875B-41EA14C50C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900" y="1711008"/>
            <a:ext cx="4971569" cy="1717993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467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E8B3123-FF8C-844A-AF32-E398D5D5D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5900" y="3440927"/>
            <a:ext cx="4971569" cy="169908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167">
                <a:solidFill>
                  <a:srgbClr val="002A41"/>
                </a:solidFill>
                <a:latin typeface="Arial"/>
                <a:cs typeface="Arial"/>
              </a:defRPr>
            </a:lvl1pPr>
            <a:lvl2pPr marL="495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5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8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4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7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70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3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294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5" y="0"/>
            <a:ext cx="5572125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BF0C8EC-CEC1-1E49-8701-74845C657EC2}"/>
              </a:ext>
            </a:extLst>
          </p:cNvPr>
          <p:cNvSpPr/>
          <p:nvPr/>
        </p:nvSpPr>
        <p:spPr>
          <a:xfrm>
            <a:off x="196665" y="5970497"/>
            <a:ext cx="3183031" cy="88750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5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35D9F5-8496-B448-BDF3-A770A998C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85" y="328402"/>
            <a:ext cx="1865488" cy="127746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280F61-58F6-B94E-BBDE-AF3A4DFEE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901" y="1719320"/>
            <a:ext cx="3577975" cy="1709680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467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CF0BB2C-981D-4648-84BF-3AB726E622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5901" y="3439328"/>
            <a:ext cx="4978322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167">
                <a:solidFill>
                  <a:srgbClr val="002A41"/>
                </a:solidFill>
                <a:latin typeface="Arial"/>
                <a:cs typeface="Arial"/>
              </a:defRPr>
            </a:lvl1pPr>
            <a:lvl2pPr marL="495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5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8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4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7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70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3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657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5" y="0"/>
            <a:ext cx="5572125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F271313-2368-ED48-883F-AF08E98CF128}"/>
              </a:ext>
            </a:extLst>
          </p:cNvPr>
          <p:cNvSpPr/>
          <p:nvPr/>
        </p:nvSpPr>
        <p:spPr>
          <a:xfrm>
            <a:off x="196665" y="5970497"/>
            <a:ext cx="3183031" cy="887505"/>
          </a:xfrm>
          <a:prstGeom prst="rect">
            <a:avLst/>
          </a:prstGeom>
          <a:solidFill>
            <a:srgbClr val="DAC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5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4096C1-E241-3841-A51E-4EF990D57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85" y="328402"/>
            <a:ext cx="1865488" cy="127746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4227E8B-64AA-9843-A1E6-D32FE5852D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2539" y="1724674"/>
            <a:ext cx="4971071" cy="1704327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467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C2FE721-C486-E743-9679-11C2E688E5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5901" y="3439329"/>
            <a:ext cx="4967709" cy="170432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167">
                <a:solidFill>
                  <a:srgbClr val="002A41"/>
                </a:solidFill>
                <a:latin typeface="Arial"/>
                <a:cs typeface="Arial"/>
              </a:defRPr>
            </a:lvl1pPr>
            <a:lvl2pPr marL="495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5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8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4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7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70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3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75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5" y="0"/>
            <a:ext cx="5572125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957009D-7A2F-7A44-B9F1-CFA06BE5032A}"/>
              </a:ext>
            </a:extLst>
          </p:cNvPr>
          <p:cNvSpPr/>
          <p:nvPr/>
        </p:nvSpPr>
        <p:spPr>
          <a:xfrm>
            <a:off x="196665" y="5970497"/>
            <a:ext cx="3183031" cy="887505"/>
          </a:xfrm>
          <a:prstGeom prst="rect">
            <a:avLst/>
          </a:prstGeom>
          <a:solidFill>
            <a:srgbClr val="B6A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5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0AA60C-9C38-BA4B-B9D9-68911061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85" y="328402"/>
            <a:ext cx="1865488" cy="127746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2AFD60E-A64B-454F-BB00-3D1D83D98A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4308" y="1715926"/>
            <a:ext cx="4967532" cy="1713074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467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DD3B81F-1531-1847-8EF4-8084216DC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5901" y="3439328"/>
            <a:ext cx="4965939" cy="170559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167">
                <a:solidFill>
                  <a:srgbClr val="002A41"/>
                </a:solidFill>
                <a:latin typeface="Arial"/>
                <a:cs typeface="Arial"/>
              </a:defRPr>
            </a:lvl1pPr>
            <a:lvl2pPr marL="495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5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8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4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7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70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3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811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D505B6D-4F86-3C48-8080-517CB56B52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E636AD3-5CDC-4842-BDDA-E7E271BE3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fld id="{6B50D000-0831-4062-AF86-FEBDA6269E04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0E4F87FB-CC12-1443-BBFE-FF5434538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20D618D-B42D-4E4C-A0B2-CEAFFCAAE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600203"/>
            <a:ext cx="8915400" cy="4312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06F19F1-A836-495E-8BB1-BD41C35C33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529A4-EFCF-4CCE-BB9B-DACA4963B9D1}" type="datetimeFigureOut">
              <a:rPr lang="en-GB" smtClean="0"/>
              <a:t>2025-04-10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6798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E6CB52C-69D4-2E40-9C75-0B0A69BD4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109" y="1579432"/>
            <a:ext cx="4300887" cy="4305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19D9D73-9C44-CC4E-A499-A95DA698415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108198" y="1565380"/>
            <a:ext cx="4300887" cy="4305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339D52AB-719F-5148-B881-B55846584E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B653CFD-B1C0-FA4D-8CA5-5691079A5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fld id="{6B50D000-0831-4062-AF86-FEBDA6269E04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2A40B989-2787-8842-9396-7B3DC6C10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97CA0D1-6FB0-40E3-9574-CB6FFB7EAB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529A4-EFCF-4CCE-BB9B-DACA4963B9D1}" type="datetimeFigureOut">
              <a:rPr lang="en-GB" smtClean="0"/>
              <a:t>2025-04-10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7801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71ACDF6-911F-3A46-9339-2E6D636F5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1" y="1579432"/>
            <a:ext cx="2816023" cy="4357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4CDE47C-1C9C-EE43-941D-61ACDC43FA3C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544989" y="1579432"/>
            <a:ext cx="2816023" cy="4357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6D72344-2758-804A-83A6-874BE73F1E13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594677" y="1579432"/>
            <a:ext cx="2816023" cy="4357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ECA4776C-6109-1B44-8627-BF9BF60267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FC3067B0-76E8-B24C-8BED-3E4D11544B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fld id="{6B50D000-0831-4062-AF86-FEBDA6269E04}" type="slidenum">
              <a:rPr lang="en-GB" smtClean="0"/>
              <a:t>‹#›</a:t>
            </a:fld>
            <a:endParaRPr lang="en-GB"/>
          </a:p>
        </p:txBody>
      </p:sp>
      <p:sp>
        <p:nvSpPr>
          <p:cNvPr id="22" name="Title Placeholder 1">
            <a:extLst>
              <a:ext uri="{FF2B5EF4-FFF2-40B4-BE49-F238E27FC236}">
                <a16:creationId xmlns:a16="http://schemas.microsoft.com/office/drawing/2014/main" id="{5CCEC413-2126-3A40-AB0C-7798BE145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D37EB5F9-DB81-4627-A50A-BC9BA90362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529A4-EFCF-4CCE-BB9B-DACA4963B9D1}" type="datetimeFigureOut">
              <a:rPr lang="en-GB" smtClean="0"/>
              <a:t>2025-04-10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696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33EABD-5F12-CE28-1E7A-92C6072C2A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41FFEA-A707-7B1C-0053-4B2289B0F4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B55B83-8B7A-4875-8706-DC4433BF7382}" type="slidenum">
              <a:rPr lang="en-GB" smtClean="0"/>
              <a:t>‹#›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CECCE7-F47B-A602-E610-039818A09A4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70BAE4F-7CF4-42F3-8FAE-D0D6D3382E92}" type="datetimeFigureOut">
              <a:rPr lang="en-GB" smtClean="0"/>
              <a:t>2025-04-10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6571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2"/>
            <a:ext cx="8915400" cy="4297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fld id="{6B50D000-0831-4062-AF86-FEBDA6269E04}" type="slidenum">
              <a:rPr lang="en-GB" smtClean="0"/>
              <a:t>‹#›</a:t>
            </a:fld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77A3A-B0C4-4B8D-83EB-985F2FBB44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529A4-EFCF-4CCE-BB9B-DACA4963B9D1}" type="datetimeFigureOut">
              <a:rPr lang="en-GB" smtClean="0"/>
              <a:t>2025-04-10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9813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</p:sldLayoutIdLst>
  <p:txStyles>
    <p:titleStyle>
      <a:lvl1pPr algn="l" defTabSz="495288" rtl="0" eaLnBrk="1" latinLnBrk="0" hangingPunct="1">
        <a:spcBef>
          <a:spcPct val="0"/>
        </a:spcBef>
        <a:buNone/>
        <a:defRPr sz="3900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71466" indent="-371466" algn="l" defTabSz="495288" rtl="0" eaLnBrk="1" latinLnBrk="0" hangingPunct="1">
        <a:spcBef>
          <a:spcPct val="20000"/>
        </a:spcBef>
        <a:buFont typeface="Arial"/>
        <a:buChar char="•"/>
        <a:defRPr sz="3033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804842" indent="-309554" algn="l" defTabSz="495288" rtl="0" eaLnBrk="1" latinLnBrk="0" hangingPunct="1">
        <a:spcBef>
          <a:spcPct val="20000"/>
        </a:spcBef>
        <a:buFont typeface="Arial"/>
        <a:buChar char="–"/>
        <a:defRPr sz="2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38219" indent="-247644" algn="l" defTabSz="495288" rtl="0" eaLnBrk="1" latinLnBrk="0" hangingPunct="1">
        <a:spcBef>
          <a:spcPct val="20000"/>
        </a:spcBef>
        <a:buFont typeface="Arial"/>
        <a:buChar char="•"/>
        <a:defRPr sz="2167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33507" indent="-247644" algn="l" defTabSz="495288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228794" indent="-247644" algn="l" defTabSz="495288" rtl="0" eaLnBrk="1" latinLnBrk="0" hangingPunct="1">
        <a:spcBef>
          <a:spcPct val="20000"/>
        </a:spcBef>
        <a:buFont typeface="Arial"/>
        <a:buChar char="»"/>
        <a:defRPr sz="19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724082" indent="-247644" algn="l" defTabSz="495288" rtl="0" eaLnBrk="1" latinLnBrk="0" hangingPunct="1">
        <a:spcBef>
          <a:spcPct val="20000"/>
        </a:spcBef>
        <a:buFont typeface="Arial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19370" indent="-247644" algn="l" defTabSz="495288" rtl="0" eaLnBrk="1" latinLnBrk="0" hangingPunct="1">
        <a:spcBef>
          <a:spcPct val="20000"/>
        </a:spcBef>
        <a:buFont typeface="Arial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714657" indent="-247644" algn="l" defTabSz="495288" rtl="0" eaLnBrk="1" latinLnBrk="0" hangingPunct="1">
        <a:spcBef>
          <a:spcPct val="20000"/>
        </a:spcBef>
        <a:buFont typeface="Arial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209944" indent="-247644" algn="l" defTabSz="495288" rtl="0" eaLnBrk="1" latinLnBrk="0" hangingPunct="1">
        <a:spcBef>
          <a:spcPct val="20000"/>
        </a:spcBef>
        <a:buFont typeface="Arial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5288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8" algn="l" defTabSz="495288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6" algn="l" defTabSz="495288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63" algn="l" defTabSz="495288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50" algn="l" defTabSz="495288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38" algn="l" defTabSz="495288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algn="l" defTabSz="495288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7013" algn="l" defTabSz="495288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301" algn="l" defTabSz="495288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A240834-8304-6FD9-3709-36E143D5DBA3}"/>
              </a:ext>
            </a:extLst>
          </p:cNvPr>
          <p:cNvGrpSpPr/>
          <p:nvPr/>
        </p:nvGrpSpPr>
        <p:grpSpPr>
          <a:xfrm>
            <a:off x="1687865" y="949973"/>
            <a:ext cx="6475856" cy="4958054"/>
            <a:chOff x="-30770" y="109646"/>
            <a:chExt cx="8099242" cy="672883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8EC4128-4A1B-8863-8C8C-304F36FAC0A7}"/>
                </a:ext>
              </a:extLst>
            </p:cNvPr>
            <p:cNvGrpSpPr/>
            <p:nvPr/>
          </p:nvGrpSpPr>
          <p:grpSpPr>
            <a:xfrm>
              <a:off x="18861" y="109646"/>
              <a:ext cx="4613418" cy="566319"/>
              <a:chOff x="18861" y="109646"/>
              <a:chExt cx="4613418" cy="566319"/>
            </a:xfrm>
          </p:grpSpPr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1A5A6FCF-F29D-E170-F436-31E8C2BF130C}"/>
                  </a:ext>
                </a:extLst>
              </p:cNvPr>
              <p:cNvSpPr/>
              <p:nvPr/>
            </p:nvSpPr>
            <p:spPr>
              <a:xfrm>
                <a:off x="394386" y="315059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HA-ATM</a:t>
                </a: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5133A293-EA0E-948B-7B1F-CF62CE9625DF}"/>
                  </a:ext>
                </a:extLst>
              </p:cNvPr>
              <p:cNvSpPr/>
              <p:nvPr/>
            </p:nvSpPr>
            <p:spPr>
              <a:xfrm>
                <a:off x="1128770" y="315059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GL-ATM</a:t>
                </a:r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DA1A036C-BCB0-B53F-A5E8-93506A876D1B}"/>
                  </a:ext>
                </a:extLst>
              </p:cNvPr>
              <p:cNvSpPr/>
              <p:nvPr/>
            </p:nvSpPr>
            <p:spPr>
              <a:xfrm>
                <a:off x="1863154" y="315059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Pupil</a:t>
                </a:r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DC52A3A4-B246-446C-772C-99A18A3F83EB}"/>
                  </a:ext>
                </a:extLst>
              </p:cNvPr>
              <p:cNvSpPr/>
              <p:nvPr/>
            </p:nvSpPr>
            <p:spPr>
              <a:xfrm>
                <a:off x="2597538" y="315059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GL-DM</a:t>
                </a:r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51F14439-28E4-016C-960A-AE6EE0FB0BD5}"/>
                  </a:ext>
                </a:extLst>
              </p:cNvPr>
              <p:cNvSpPr/>
              <p:nvPr/>
            </p:nvSpPr>
            <p:spPr>
              <a:xfrm>
                <a:off x="3331922" y="315059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HA-DM</a:t>
                </a:r>
              </a:p>
            </p:txBody>
          </p: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815D2227-FDDB-AE21-1617-365D07BD43DB}"/>
                  </a:ext>
                </a:extLst>
              </p:cNvPr>
              <p:cNvCxnSpPr>
                <a:cxnSpLocks/>
                <a:stCxn id="156" idx="0"/>
              </p:cNvCxnSpPr>
              <p:nvPr/>
            </p:nvCxnSpPr>
            <p:spPr>
              <a:xfrm flipH="1" flipV="1">
                <a:off x="678753" y="109646"/>
                <a:ext cx="1" cy="205413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9FDAC480-02B4-2B63-05E0-DAF674122E16}"/>
                  </a:ext>
                </a:extLst>
              </p:cNvPr>
              <p:cNvCxnSpPr>
                <a:cxnSpLocks/>
                <a:stCxn id="160" idx="0"/>
              </p:cNvCxnSpPr>
              <p:nvPr/>
            </p:nvCxnSpPr>
            <p:spPr>
              <a:xfrm flipH="1" flipV="1">
                <a:off x="3616289" y="109646"/>
                <a:ext cx="1" cy="205413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11DCB13A-6CA2-C5DB-F6E3-37C0E4C715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961" y="118438"/>
                <a:ext cx="2934776" cy="0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7ED6B090-0486-1CD7-AFA5-4E2C9CEA0632}"/>
                  </a:ext>
                </a:extLst>
              </p:cNvPr>
              <p:cNvCxnSpPr>
                <a:cxnSpLocks/>
                <a:stCxn id="157" idx="0"/>
              </p:cNvCxnSpPr>
              <p:nvPr/>
            </p:nvCxnSpPr>
            <p:spPr>
              <a:xfrm flipV="1">
                <a:off x="1413137" y="221134"/>
                <a:ext cx="0" cy="93925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230FBE8C-8666-2EC1-413B-1AA766D49EC0}"/>
                  </a:ext>
                </a:extLst>
              </p:cNvPr>
              <p:cNvCxnSpPr>
                <a:cxnSpLocks/>
                <a:stCxn id="159" idx="0"/>
              </p:cNvCxnSpPr>
              <p:nvPr/>
            </p:nvCxnSpPr>
            <p:spPr>
              <a:xfrm flipV="1">
                <a:off x="2881905" y="221134"/>
                <a:ext cx="0" cy="93925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AC5A1029-750D-755B-1BA0-5D2B654A8D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4345" y="229614"/>
                <a:ext cx="1468768" cy="0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55FA1147-09EA-81CC-1C67-048949DD0C82}"/>
                  </a:ext>
                </a:extLst>
              </p:cNvPr>
              <p:cNvSpPr/>
              <p:nvPr/>
            </p:nvSpPr>
            <p:spPr>
              <a:xfrm>
                <a:off x="4063545" y="315059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WFS</a:t>
                </a:r>
              </a:p>
            </p:txBody>
          </p: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57C067FB-EFCF-7CA3-FF13-5D2169E8BE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9144" y="667731"/>
                <a:ext cx="1468768" cy="0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76200">
                <a:solidFill>
                  <a:schemeClr val="tx2">
                    <a:lumMod val="60000"/>
                    <a:lumOff val="40000"/>
                  </a:schemeClr>
                </a:solidFill>
                <a:headEnd type="triangle" w="sm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77BF95F4-3973-A5BB-F917-372D753FDE9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13528" y="466155"/>
                <a:ext cx="0" cy="93925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Arrow Connector 169">
                <a:extLst>
                  <a:ext uri="{FF2B5EF4-FFF2-40B4-BE49-F238E27FC236}">
                    <a16:creationId xmlns:a16="http://schemas.microsoft.com/office/drawing/2014/main" id="{8BBC543F-0E95-C80B-4AB8-6D258ED467E4}"/>
                  </a:ext>
                </a:extLst>
              </p:cNvPr>
              <p:cNvCxnSpPr>
                <a:cxnSpLocks/>
                <a:stCxn id="156" idx="3"/>
                <a:endCxn id="157" idx="1"/>
              </p:cNvCxnSpPr>
              <p:nvPr/>
            </p:nvCxnSpPr>
            <p:spPr>
              <a:xfrm>
                <a:off x="963120" y="390608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118A3F65-0256-A4D9-B932-AF173D4012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7504" y="392649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Arrow Connector 171">
                <a:extLst>
                  <a:ext uri="{FF2B5EF4-FFF2-40B4-BE49-F238E27FC236}">
                    <a16:creationId xmlns:a16="http://schemas.microsoft.com/office/drawing/2014/main" id="{472AE197-AB66-E4B9-11AF-D920A19308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1888" y="394690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Arrow Connector 172">
                <a:extLst>
                  <a:ext uri="{FF2B5EF4-FFF2-40B4-BE49-F238E27FC236}">
                    <a16:creationId xmlns:a16="http://schemas.microsoft.com/office/drawing/2014/main" id="{4F59E39B-240E-B35F-2EA2-4852F21112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6272" y="392647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DB00E79B-E03B-60CD-97F8-4EBE8143E5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656" y="398771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FA301322-7A1C-48F1-F2DE-849066D840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47912" y="466155"/>
                <a:ext cx="0" cy="209810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906214A7-13F7-4A26-D6DF-7BD8534BDF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84666" y="466155"/>
                <a:ext cx="0" cy="205412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4C55748D-CD33-095F-4115-B623FEED67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4736" y="560080"/>
                <a:ext cx="734384" cy="0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head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BA636092-97B0-DB82-91EA-4DB6620DD4E4}"/>
                  </a:ext>
                </a:extLst>
              </p:cNvPr>
              <p:cNvSpPr txBox="1"/>
              <p:nvPr/>
            </p:nvSpPr>
            <p:spPr>
              <a:xfrm>
                <a:off x="18861" y="269163"/>
                <a:ext cx="329197" cy="2706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696" dirty="0"/>
                  <a:t>A)</a:t>
                </a: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0B20270-B2CC-6F67-2AD6-1ACDC071703A}"/>
                </a:ext>
              </a:extLst>
            </p:cNvPr>
            <p:cNvGrpSpPr/>
            <p:nvPr/>
          </p:nvGrpSpPr>
          <p:grpSpPr>
            <a:xfrm>
              <a:off x="-5663" y="1028999"/>
              <a:ext cx="4651949" cy="405039"/>
              <a:chOff x="-5663" y="1028999"/>
              <a:chExt cx="4651949" cy="405039"/>
            </a:xfrm>
          </p:grpSpPr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ED0F86E5-6385-CF0C-9D57-095D4D5512BE}"/>
                  </a:ext>
                </a:extLst>
              </p:cNvPr>
              <p:cNvSpPr/>
              <p:nvPr/>
            </p:nvSpPr>
            <p:spPr>
              <a:xfrm>
                <a:off x="1877160" y="1073132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Pupil</a:t>
                </a:r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C02D4932-768A-5F77-C0E1-1C0CAD864AD1}"/>
                  </a:ext>
                </a:extLst>
              </p:cNvPr>
              <p:cNvSpPr/>
              <p:nvPr/>
            </p:nvSpPr>
            <p:spPr>
              <a:xfrm>
                <a:off x="2611544" y="1073132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Pokes</a:t>
                </a:r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85D15D7A-7BA9-BE3A-6638-9F743F484B27}"/>
                  </a:ext>
                </a:extLst>
              </p:cNvPr>
              <p:cNvSpPr/>
              <p:nvPr/>
            </p:nvSpPr>
            <p:spPr>
              <a:xfrm>
                <a:off x="3345929" y="1073132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HA-DM</a:t>
                </a:r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45AC01CE-944A-364D-CD72-CD3CA195D7E2}"/>
                  </a:ext>
                </a:extLst>
              </p:cNvPr>
              <p:cNvSpPr/>
              <p:nvPr/>
            </p:nvSpPr>
            <p:spPr>
              <a:xfrm>
                <a:off x="4077552" y="1073132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WFS</a:t>
                </a:r>
              </a:p>
            </p:txBody>
          </p: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14ABCD38-12E6-1FAA-0DA1-90660538F1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3150" y="1430340"/>
                <a:ext cx="1468769" cy="0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76200">
                <a:solidFill>
                  <a:schemeClr val="tx2">
                    <a:lumMod val="60000"/>
                    <a:lumOff val="40000"/>
                  </a:schemeClr>
                </a:solidFill>
                <a:headEnd type="triangle" w="sm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Arrow Connector 149">
                <a:extLst>
                  <a:ext uri="{FF2B5EF4-FFF2-40B4-BE49-F238E27FC236}">
                    <a16:creationId xmlns:a16="http://schemas.microsoft.com/office/drawing/2014/main" id="{0E28EFA0-A8D7-395C-F5A9-8A96BB170A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5894" y="1152763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Arrow Connector 150">
                <a:extLst>
                  <a:ext uri="{FF2B5EF4-FFF2-40B4-BE49-F238E27FC236}">
                    <a16:creationId xmlns:a16="http://schemas.microsoft.com/office/drawing/2014/main" id="{BD2A6FB6-66BC-2A48-7E57-56BD802274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80278" y="1150720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Arrow Connector 151">
                <a:extLst>
                  <a:ext uri="{FF2B5EF4-FFF2-40B4-BE49-F238E27FC236}">
                    <a16:creationId xmlns:a16="http://schemas.microsoft.com/office/drawing/2014/main" id="{9169B0FF-C697-E4EA-CAE6-F285A64046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4663" y="1156844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B61B3A85-A4C7-8452-3BB3-EF4F3F0AFC2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61919" y="1224229"/>
                <a:ext cx="0" cy="209809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6264E637-62C1-270B-5ECD-4AD2BF09431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93150" y="1224228"/>
                <a:ext cx="0" cy="209810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CB8AF6BA-8E15-F592-CB1F-FD901CD7AA52}"/>
                  </a:ext>
                </a:extLst>
              </p:cNvPr>
              <p:cNvSpPr txBox="1"/>
              <p:nvPr/>
            </p:nvSpPr>
            <p:spPr>
              <a:xfrm>
                <a:off x="-5663" y="1028999"/>
                <a:ext cx="377313" cy="2706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696" dirty="0"/>
                  <a:t>Ac)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19DD861-15C3-327D-1581-6960F93F26C7}"/>
                </a:ext>
              </a:extLst>
            </p:cNvPr>
            <p:cNvGrpSpPr/>
            <p:nvPr/>
          </p:nvGrpSpPr>
          <p:grpSpPr>
            <a:xfrm>
              <a:off x="33664" y="1751830"/>
              <a:ext cx="4603036" cy="454831"/>
              <a:chOff x="33664" y="1751830"/>
              <a:chExt cx="4603036" cy="454831"/>
            </a:xfrm>
          </p:grpSpPr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13C8BEF6-A108-091C-5E08-EBC2718724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8765" y="1760310"/>
                <a:ext cx="1468768" cy="0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BDB25551-495E-36BE-A877-0CB19D7F9092}"/>
                  </a:ext>
                </a:extLst>
              </p:cNvPr>
              <p:cNvSpPr/>
              <p:nvPr/>
            </p:nvSpPr>
            <p:spPr>
              <a:xfrm>
                <a:off x="3343434" y="1854102"/>
                <a:ext cx="568734" cy="15109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696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2D1EA730-F332-B3DD-CF98-F71243A39655}"/>
                  </a:ext>
                </a:extLst>
              </p:cNvPr>
              <p:cNvSpPr/>
              <p:nvPr/>
            </p:nvSpPr>
            <p:spPr>
              <a:xfrm>
                <a:off x="1133191" y="1845755"/>
                <a:ext cx="568734" cy="1510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GL-ATM</a:t>
                </a: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5D784D4C-D612-DD83-9B85-0F687B30079C}"/>
                  </a:ext>
                </a:extLst>
              </p:cNvPr>
              <p:cNvSpPr/>
              <p:nvPr/>
            </p:nvSpPr>
            <p:spPr>
              <a:xfrm>
                <a:off x="1867575" y="1845755"/>
                <a:ext cx="568734" cy="1510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Pupil</a:t>
                </a:r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A41D1B0A-20AD-A725-66C6-F319ADACC364}"/>
                  </a:ext>
                </a:extLst>
              </p:cNvPr>
              <p:cNvSpPr/>
              <p:nvPr/>
            </p:nvSpPr>
            <p:spPr>
              <a:xfrm>
                <a:off x="2601959" y="1845755"/>
                <a:ext cx="568734" cy="1510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GL-DM</a:t>
                </a:r>
              </a:p>
            </p:txBody>
          </p: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FC2484D7-21A3-7B50-3D75-1FBC45677776}"/>
                  </a:ext>
                </a:extLst>
              </p:cNvPr>
              <p:cNvCxnSpPr>
                <a:cxnSpLocks/>
                <a:stCxn id="132" idx="0"/>
              </p:cNvCxnSpPr>
              <p:nvPr/>
            </p:nvCxnSpPr>
            <p:spPr>
              <a:xfrm flipV="1">
                <a:off x="1417558" y="1751830"/>
                <a:ext cx="0" cy="93925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ED255737-D39E-3560-86AD-CCC2A73C373B}"/>
                  </a:ext>
                </a:extLst>
              </p:cNvPr>
              <p:cNvCxnSpPr>
                <a:cxnSpLocks/>
                <a:stCxn id="134" idx="0"/>
              </p:cNvCxnSpPr>
              <p:nvPr/>
            </p:nvCxnSpPr>
            <p:spPr>
              <a:xfrm flipV="1">
                <a:off x="2886326" y="1751830"/>
                <a:ext cx="0" cy="93925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3459F27F-27EB-CE67-5705-B3DE6D0BEC88}"/>
                  </a:ext>
                </a:extLst>
              </p:cNvPr>
              <p:cNvSpPr/>
              <p:nvPr/>
            </p:nvSpPr>
            <p:spPr>
              <a:xfrm>
                <a:off x="4067966" y="1845755"/>
                <a:ext cx="568734" cy="1510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WFS</a:t>
                </a:r>
              </a:p>
            </p:txBody>
          </p: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4A916D0C-D9F3-A1A3-EDE6-1B349F4320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3565" y="2198427"/>
                <a:ext cx="1468768" cy="0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76200">
                <a:solidFill>
                  <a:schemeClr val="accent1">
                    <a:lumMod val="60000"/>
                    <a:lumOff val="40000"/>
                  </a:schemeClr>
                </a:solidFill>
                <a:headEnd type="triangle" w="sm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Arrow Connector 138">
                <a:extLst>
                  <a:ext uri="{FF2B5EF4-FFF2-40B4-BE49-F238E27FC236}">
                    <a16:creationId xmlns:a16="http://schemas.microsoft.com/office/drawing/2014/main" id="{45548EB2-54EB-DEB5-ED02-8DD946C89E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1925" y="1923345"/>
                <a:ext cx="165650" cy="0"/>
              </a:xfrm>
              <a:prstGeom prst="straightConnector1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136CA1BF-0AFF-6E2E-BEEF-F4EFBA3ABF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6309" y="1925385"/>
                <a:ext cx="165650" cy="0"/>
              </a:xfrm>
              <a:prstGeom prst="straightConnector1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DA353D99-127A-CEFA-F120-5F9C461A17A3}"/>
                  </a:ext>
                </a:extLst>
              </p:cNvPr>
              <p:cNvCxnSpPr>
                <a:cxnSpLocks/>
                <a:endCxn id="137" idx="1"/>
              </p:cNvCxnSpPr>
              <p:nvPr/>
            </p:nvCxnSpPr>
            <p:spPr>
              <a:xfrm flipV="1">
                <a:off x="3170693" y="1921303"/>
                <a:ext cx="897273" cy="2040"/>
              </a:xfrm>
              <a:prstGeom prst="straightConnector1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80EB8ADF-EA5B-1772-EB47-108DBA3978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52333" y="1996852"/>
                <a:ext cx="0" cy="209809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8E761F0F-1E96-1420-65F7-3F85319865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83565" y="1996851"/>
                <a:ext cx="0" cy="209810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27F14936-AB6C-B8CE-9326-CDA66DCFE0D6}"/>
                  </a:ext>
                </a:extLst>
              </p:cNvPr>
              <p:cNvSpPr txBox="1"/>
              <p:nvPr/>
            </p:nvSpPr>
            <p:spPr>
              <a:xfrm>
                <a:off x="33664" y="1799275"/>
                <a:ext cx="325187" cy="2706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696" dirty="0"/>
                  <a:t>B)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A9E0E65-05B8-6C65-03D6-8B55942D17FC}"/>
                </a:ext>
              </a:extLst>
            </p:cNvPr>
            <p:cNvGrpSpPr/>
            <p:nvPr/>
          </p:nvGrpSpPr>
          <p:grpSpPr>
            <a:xfrm>
              <a:off x="-13798" y="2568441"/>
              <a:ext cx="4649004" cy="409464"/>
              <a:chOff x="-13798" y="2568441"/>
              <a:chExt cx="4649004" cy="409464"/>
            </a:xfrm>
          </p:grpSpPr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9B97243E-CBA1-ED88-E7AC-D84C0A4F9802}"/>
                  </a:ext>
                </a:extLst>
              </p:cNvPr>
              <p:cNvSpPr/>
              <p:nvPr/>
            </p:nvSpPr>
            <p:spPr>
              <a:xfrm>
                <a:off x="3345929" y="2624666"/>
                <a:ext cx="568734" cy="15109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696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91D62C87-193E-E116-00BF-1DA8D6D00314}"/>
                  </a:ext>
                </a:extLst>
              </p:cNvPr>
              <p:cNvSpPr/>
              <p:nvPr/>
            </p:nvSpPr>
            <p:spPr>
              <a:xfrm>
                <a:off x="1866081" y="2616999"/>
                <a:ext cx="568734" cy="1510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Pupil</a:t>
                </a:r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E24956E2-7C89-85E1-B819-91A574B642E5}"/>
                  </a:ext>
                </a:extLst>
              </p:cNvPr>
              <p:cNvSpPr/>
              <p:nvPr/>
            </p:nvSpPr>
            <p:spPr>
              <a:xfrm>
                <a:off x="2600465" y="2616999"/>
                <a:ext cx="568734" cy="1510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Pokes</a:t>
                </a:r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FA5EB7CA-F3AC-95B7-FC40-89D52B1401AB}"/>
                  </a:ext>
                </a:extLst>
              </p:cNvPr>
              <p:cNvSpPr/>
              <p:nvPr/>
            </p:nvSpPr>
            <p:spPr>
              <a:xfrm>
                <a:off x="4066472" y="2616999"/>
                <a:ext cx="568734" cy="1510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WFS</a:t>
                </a:r>
              </a:p>
            </p:txBody>
          </p: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1D799137-5BFD-CC3B-DE41-A6325DDFB2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2071" y="2969671"/>
                <a:ext cx="1468768" cy="0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76200">
                <a:solidFill>
                  <a:schemeClr val="accent1">
                    <a:lumMod val="60000"/>
                    <a:lumOff val="40000"/>
                  </a:schemeClr>
                </a:solidFill>
                <a:headEnd type="triangle" w="sm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01F93AF2-43C1-8E45-3A05-92975FD7C9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4815" y="2696630"/>
                <a:ext cx="165650" cy="0"/>
              </a:xfrm>
              <a:prstGeom prst="straightConnector1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Arrow Connector 125">
                <a:extLst>
                  <a:ext uri="{FF2B5EF4-FFF2-40B4-BE49-F238E27FC236}">
                    <a16:creationId xmlns:a16="http://schemas.microsoft.com/office/drawing/2014/main" id="{6BD60756-B227-A3BD-1A54-035151654E32}"/>
                  </a:ext>
                </a:extLst>
              </p:cNvPr>
              <p:cNvCxnSpPr>
                <a:cxnSpLocks/>
                <a:endCxn id="123" idx="1"/>
              </p:cNvCxnSpPr>
              <p:nvPr/>
            </p:nvCxnSpPr>
            <p:spPr>
              <a:xfrm flipV="1">
                <a:off x="3169199" y="2692548"/>
                <a:ext cx="897273" cy="2040"/>
              </a:xfrm>
              <a:prstGeom prst="straightConnector1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C2D2FE0F-C8CE-FC2C-C03F-020D465331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50839" y="2768096"/>
                <a:ext cx="0" cy="209809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0E40C96D-0ADE-C8E8-AB01-DF7C4BEBDB1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82071" y="2768095"/>
                <a:ext cx="0" cy="209810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96AF269E-6304-3AC1-7E51-0695B2EA98A2}"/>
                  </a:ext>
                </a:extLst>
              </p:cNvPr>
              <p:cNvSpPr txBox="1"/>
              <p:nvPr/>
            </p:nvSpPr>
            <p:spPr>
              <a:xfrm>
                <a:off x="-13798" y="2568441"/>
                <a:ext cx="373304" cy="2706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696" dirty="0" err="1"/>
                  <a:t>Bc</a:t>
                </a:r>
                <a:r>
                  <a:rPr lang="en-GB" sz="696" dirty="0"/>
                  <a:t>)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36A95E9-DD6F-9125-985C-F96AF6184314}"/>
                </a:ext>
              </a:extLst>
            </p:cNvPr>
            <p:cNvGrpSpPr/>
            <p:nvPr/>
          </p:nvGrpSpPr>
          <p:grpSpPr>
            <a:xfrm>
              <a:off x="-20420" y="3187372"/>
              <a:ext cx="4652895" cy="566319"/>
              <a:chOff x="-20420" y="3187372"/>
              <a:chExt cx="4652895" cy="566319"/>
            </a:xfrm>
          </p:grpSpPr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2DB963ED-7DDD-C27E-CDC2-B0521265F01D}"/>
                  </a:ext>
                </a:extLst>
              </p:cNvPr>
              <p:cNvSpPr/>
              <p:nvPr/>
            </p:nvSpPr>
            <p:spPr>
              <a:xfrm>
                <a:off x="394582" y="3392785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HA-ATM</a:t>
                </a: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EA6173B0-5AE1-9040-EB99-6911A417AFAF}"/>
                  </a:ext>
                </a:extLst>
              </p:cNvPr>
              <p:cNvSpPr/>
              <p:nvPr/>
            </p:nvSpPr>
            <p:spPr>
              <a:xfrm>
                <a:off x="1128966" y="3392785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GL-ATM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C8FD6A1B-0DDE-A741-5EBF-27E5EDF37105}"/>
                  </a:ext>
                </a:extLst>
              </p:cNvPr>
              <p:cNvSpPr/>
              <p:nvPr/>
            </p:nvSpPr>
            <p:spPr>
              <a:xfrm>
                <a:off x="1863350" y="3392785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Pupil</a:t>
                </a: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57379697-6606-FAC5-4B9A-B6A5175316DC}"/>
                  </a:ext>
                </a:extLst>
              </p:cNvPr>
              <p:cNvSpPr/>
              <p:nvPr/>
            </p:nvSpPr>
            <p:spPr>
              <a:xfrm>
                <a:off x="2597734" y="3392785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GL-DM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77D65760-48A9-67D8-0C78-EEA29055B5D8}"/>
                  </a:ext>
                </a:extLst>
              </p:cNvPr>
              <p:cNvSpPr/>
              <p:nvPr/>
            </p:nvSpPr>
            <p:spPr>
              <a:xfrm>
                <a:off x="3332118" y="3392785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HA-DM</a:t>
                </a:r>
              </a:p>
            </p:txBody>
          </p: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1C978BBF-4FF7-5C04-A338-40481731A147}"/>
                  </a:ext>
                </a:extLst>
              </p:cNvPr>
              <p:cNvCxnSpPr>
                <a:cxnSpLocks/>
                <a:stCxn id="99" idx="0"/>
              </p:cNvCxnSpPr>
              <p:nvPr/>
            </p:nvCxnSpPr>
            <p:spPr>
              <a:xfrm flipH="1" flipV="1">
                <a:off x="678949" y="3187372"/>
                <a:ext cx="1" cy="205413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0B7BD040-DD46-1008-5943-75E9FB5F2BF6}"/>
                  </a:ext>
                </a:extLst>
              </p:cNvPr>
              <p:cNvCxnSpPr>
                <a:cxnSpLocks/>
                <a:stCxn id="103" idx="0"/>
              </p:cNvCxnSpPr>
              <p:nvPr/>
            </p:nvCxnSpPr>
            <p:spPr>
              <a:xfrm flipH="1" flipV="1">
                <a:off x="3616485" y="3187372"/>
                <a:ext cx="1" cy="205413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3334B8FB-7726-78F9-9AC4-BD26AC79A9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0157" y="3196164"/>
                <a:ext cx="2934776" cy="0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sysDash"/>
                <a:headEnd type="none" w="med" len="med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FA0A857F-721C-F1A9-467D-667DCD3A7135}"/>
                  </a:ext>
                </a:extLst>
              </p:cNvPr>
              <p:cNvCxnSpPr>
                <a:cxnSpLocks/>
                <a:stCxn id="100" idx="0"/>
              </p:cNvCxnSpPr>
              <p:nvPr/>
            </p:nvCxnSpPr>
            <p:spPr>
              <a:xfrm flipV="1">
                <a:off x="1413333" y="3298860"/>
                <a:ext cx="0" cy="93925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850585DD-54F1-6AFF-C5BF-78D879486F82}"/>
                  </a:ext>
                </a:extLst>
              </p:cNvPr>
              <p:cNvCxnSpPr>
                <a:cxnSpLocks/>
                <a:stCxn id="102" idx="0"/>
              </p:cNvCxnSpPr>
              <p:nvPr/>
            </p:nvCxnSpPr>
            <p:spPr>
              <a:xfrm flipV="1">
                <a:off x="2882101" y="3298860"/>
                <a:ext cx="0" cy="93925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207A592F-71C2-F935-EFF6-91D8C19DC8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4541" y="3307340"/>
                <a:ext cx="1468768" cy="0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6E3FC770-2B58-2AE5-A670-6ADAE1DE169F}"/>
                  </a:ext>
                </a:extLst>
              </p:cNvPr>
              <p:cNvSpPr/>
              <p:nvPr/>
            </p:nvSpPr>
            <p:spPr>
              <a:xfrm>
                <a:off x="4063741" y="3392785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WFS</a:t>
                </a:r>
              </a:p>
            </p:txBody>
          </p: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98C3D2EB-182E-B477-B2F0-31942ECFB1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9341" y="3745457"/>
                <a:ext cx="1468769" cy="0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76200">
                <a:solidFill>
                  <a:schemeClr val="accent1">
                    <a:lumMod val="60000"/>
                    <a:lumOff val="40000"/>
                  </a:schemeClr>
                </a:solidFill>
                <a:headEnd type="triangle" w="sm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0383DB26-69F4-85DD-1337-D4CEE3648254}"/>
                  </a:ext>
                </a:extLst>
              </p:cNvPr>
              <p:cNvCxnSpPr>
                <a:cxnSpLocks/>
                <a:stCxn id="99" idx="3"/>
                <a:endCxn id="100" idx="1"/>
              </p:cNvCxnSpPr>
              <p:nvPr/>
            </p:nvCxnSpPr>
            <p:spPr>
              <a:xfrm>
                <a:off x="963316" y="3468334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Arrow Connector 112">
                <a:extLst>
                  <a:ext uri="{FF2B5EF4-FFF2-40B4-BE49-F238E27FC236}">
                    <a16:creationId xmlns:a16="http://schemas.microsoft.com/office/drawing/2014/main" id="{B08FABCD-A385-3121-4329-6A97AF2A81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7700" y="3470375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EB5FCAA3-AD1C-B980-4E8C-ACFE69A9CF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2084" y="3472416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5BDE0064-F3E0-23FA-9C4B-16D84DFCED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6468" y="3470373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10CDA8AD-416C-C12C-DE20-F7E2F06A45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852" y="3476497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00E6BFCA-EC1B-BB6B-ACAF-0A797C0389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48108" y="3543881"/>
                <a:ext cx="0" cy="209810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FCCC3774-5BBB-2524-CCC5-7489B16965C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84862" y="3543881"/>
                <a:ext cx="0" cy="205412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8DF868C7-7DB0-1869-6F31-6B1D234A6B6A}"/>
                  </a:ext>
                </a:extLst>
              </p:cNvPr>
              <p:cNvSpPr txBox="1"/>
              <p:nvPr/>
            </p:nvSpPr>
            <p:spPr>
              <a:xfrm>
                <a:off x="-20420" y="3350360"/>
                <a:ext cx="381323" cy="2706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696" dirty="0"/>
                  <a:t>C1)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7DF6657-85F2-6190-F962-E152660C080B}"/>
                </a:ext>
              </a:extLst>
            </p:cNvPr>
            <p:cNvGrpSpPr/>
            <p:nvPr/>
          </p:nvGrpSpPr>
          <p:grpSpPr>
            <a:xfrm>
              <a:off x="-30770" y="4068394"/>
              <a:ext cx="4663105" cy="454831"/>
              <a:chOff x="-30770" y="4068394"/>
              <a:chExt cx="4663105" cy="454831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3EAF0393-BD62-CD43-671A-2D98A71781BF}"/>
                  </a:ext>
                </a:extLst>
              </p:cNvPr>
              <p:cNvSpPr/>
              <p:nvPr/>
            </p:nvSpPr>
            <p:spPr>
              <a:xfrm>
                <a:off x="3320369" y="4166900"/>
                <a:ext cx="568734" cy="15109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696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3ED91B47-EEDB-D453-78EF-D4FDD2722A05}"/>
                  </a:ext>
                </a:extLst>
              </p:cNvPr>
              <p:cNvSpPr/>
              <p:nvPr/>
            </p:nvSpPr>
            <p:spPr>
              <a:xfrm>
                <a:off x="1128827" y="4162319"/>
                <a:ext cx="568734" cy="1510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GL-ATM</a:t>
                </a: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18F70FCA-3781-AD77-B1CB-70892BA0303F}"/>
                  </a:ext>
                </a:extLst>
              </p:cNvPr>
              <p:cNvSpPr/>
              <p:nvPr/>
            </p:nvSpPr>
            <p:spPr>
              <a:xfrm>
                <a:off x="1863211" y="4162319"/>
                <a:ext cx="568734" cy="1510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Pupil</a:t>
                </a: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1DD90A1B-45E1-A111-6BDB-AA5FB67612BC}"/>
                  </a:ext>
                </a:extLst>
              </p:cNvPr>
              <p:cNvSpPr/>
              <p:nvPr/>
            </p:nvSpPr>
            <p:spPr>
              <a:xfrm>
                <a:off x="2597595" y="4162319"/>
                <a:ext cx="568734" cy="1510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GL-DM</a:t>
                </a:r>
              </a:p>
            </p:txBody>
          </p: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1B263C19-C84C-334F-FEE3-AB30C2013B75}"/>
                  </a:ext>
                </a:extLst>
              </p:cNvPr>
              <p:cNvCxnSpPr>
                <a:cxnSpLocks/>
                <a:stCxn id="85" idx="0"/>
              </p:cNvCxnSpPr>
              <p:nvPr/>
            </p:nvCxnSpPr>
            <p:spPr>
              <a:xfrm flipV="1">
                <a:off x="1413194" y="4068394"/>
                <a:ext cx="0" cy="93925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9D86FED6-9FEC-8303-7C7F-1744FE4781A8}"/>
                  </a:ext>
                </a:extLst>
              </p:cNvPr>
              <p:cNvCxnSpPr>
                <a:cxnSpLocks/>
                <a:stCxn id="87" idx="0"/>
              </p:cNvCxnSpPr>
              <p:nvPr/>
            </p:nvCxnSpPr>
            <p:spPr>
              <a:xfrm flipV="1">
                <a:off x="2881961" y="4068394"/>
                <a:ext cx="0" cy="93925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61557FD2-B536-F7CC-8405-59E6474440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4401" y="4076874"/>
                <a:ext cx="1468768" cy="0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F2F0B804-A5B5-51BF-72CE-7B31CBF75158}"/>
                  </a:ext>
                </a:extLst>
              </p:cNvPr>
              <p:cNvSpPr/>
              <p:nvPr/>
            </p:nvSpPr>
            <p:spPr>
              <a:xfrm>
                <a:off x="4063601" y="4162319"/>
                <a:ext cx="568734" cy="1510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WFS</a:t>
                </a:r>
              </a:p>
            </p:txBody>
          </p: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248CD9BC-E858-46B9-BE98-B1220F766A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9201" y="4514991"/>
                <a:ext cx="1468768" cy="0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76200">
                <a:solidFill>
                  <a:schemeClr val="tx2">
                    <a:lumMod val="60000"/>
                    <a:lumOff val="40000"/>
                  </a:schemeClr>
                </a:solidFill>
                <a:headEnd type="triangle" w="sm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DCC71A62-2B97-286A-8CAD-4AB98C76B7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7561" y="4239909"/>
                <a:ext cx="165650" cy="0"/>
              </a:xfrm>
              <a:prstGeom prst="straightConnector1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53590520-2DEA-C8D2-0AF0-ED599C4C9F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1945" y="4241949"/>
                <a:ext cx="165650" cy="0"/>
              </a:xfrm>
              <a:prstGeom prst="straightConnector1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25480957-0B57-1BD6-2461-025076DF779D}"/>
                  </a:ext>
                </a:extLst>
              </p:cNvPr>
              <p:cNvCxnSpPr>
                <a:cxnSpLocks/>
                <a:endCxn id="91" idx="1"/>
              </p:cNvCxnSpPr>
              <p:nvPr/>
            </p:nvCxnSpPr>
            <p:spPr>
              <a:xfrm flipV="1">
                <a:off x="3166328" y="4237867"/>
                <a:ext cx="897273" cy="2040"/>
              </a:xfrm>
              <a:prstGeom prst="straightConnector1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920DCE65-D2A2-E1F7-F03A-C6FFDE3CF3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47968" y="4313416"/>
                <a:ext cx="0" cy="209809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13010DB5-ABB4-3AC9-6EB0-43CD0136F6C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84722" y="4313415"/>
                <a:ext cx="0" cy="205413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D09D6C23-5A4F-D696-94EF-9D25ECA1D09F}"/>
                  </a:ext>
                </a:extLst>
              </p:cNvPr>
              <p:cNvSpPr txBox="1"/>
              <p:nvPr/>
            </p:nvSpPr>
            <p:spPr>
              <a:xfrm>
                <a:off x="-30770" y="4124060"/>
                <a:ext cx="381323" cy="2706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696" dirty="0"/>
                  <a:t>C2)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CB81004-2E73-75D1-0DFA-C556D0AB94AB}"/>
                </a:ext>
              </a:extLst>
            </p:cNvPr>
            <p:cNvGrpSpPr/>
            <p:nvPr/>
          </p:nvGrpSpPr>
          <p:grpSpPr>
            <a:xfrm>
              <a:off x="-26610" y="4720906"/>
              <a:ext cx="4667239" cy="663568"/>
              <a:chOff x="-26610" y="4720906"/>
              <a:chExt cx="4667239" cy="663568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CE3AB440-D56E-8310-9D68-3E087A493E81}"/>
                  </a:ext>
                </a:extLst>
              </p:cNvPr>
              <p:cNvSpPr/>
              <p:nvPr/>
            </p:nvSpPr>
            <p:spPr>
              <a:xfrm>
                <a:off x="402735" y="4926319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HA-ATM</a:t>
                </a: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DBCF0D4-C809-C95D-CCEE-5B1477020022}"/>
                  </a:ext>
                </a:extLst>
              </p:cNvPr>
              <p:cNvSpPr/>
              <p:nvPr/>
            </p:nvSpPr>
            <p:spPr>
              <a:xfrm>
                <a:off x="1137119" y="4926319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GL-ATM</a:t>
                </a: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8D11410-F54E-077A-16F9-9D6C5C972A33}"/>
                  </a:ext>
                </a:extLst>
              </p:cNvPr>
              <p:cNvSpPr/>
              <p:nvPr/>
            </p:nvSpPr>
            <p:spPr>
              <a:xfrm>
                <a:off x="1871503" y="4926319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Pupil</a:t>
                </a: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6DEC84F6-D1C3-298F-1BCA-0F12AC1E0AC0}"/>
                  </a:ext>
                </a:extLst>
              </p:cNvPr>
              <p:cNvSpPr/>
              <p:nvPr/>
            </p:nvSpPr>
            <p:spPr>
              <a:xfrm>
                <a:off x="2605888" y="4926319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GL-DM</a:t>
                </a: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2302853D-B0C7-4689-0D5C-E74D8F406BE0}"/>
                  </a:ext>
                </a:extLst>
              </p:cNvPr>
              <p:cNvSpPr/>
              <p:nvPr/>
            </p:nvSpPr>
            <p:spPr>
              <a:xfrm>
                <a:off x="3340272" y="4926319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HA-DM</a:t>
                </a:r>
              </a:p>
            </p:txBody>
          </p: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D936A0-ACB8-AEF8-2660-66B59CC0C838}"/>
                  </a:ext>
                </a:extLst>
              </p:cNvPr>
              <p:cNvCxnSpPr>
                <a:cxnSpLocks/>
                <a:stCxn id="62" idx="0"/>
              </p:cNvCxnSpPr>
              <p:nvPr/>
            </p:nvCxnSpPr>
            <p:spPr>
              <a:xfrm flipH="1" flipV="1">
                <a:off x="687102" y="4720906"/>
                <a:ext cx="1" cy="205413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840A7B99-5CF0-ABB9-E011-8232AFB62654}"/>
                  </a:ext>
                </a:extLst>
              </p:cNvPr>
              <p:cNvCxnSpPr>
                <a:cxnSpLocks/>
                <a:stCxn id="66" idx="0"/>
              </p:cNvCxnSpPr>
              <p:nvPr/>
            </p:nvCxnSpPr>
            <p:spPr>
              <a:xfrm flipH="1" flipV="1">
                <a:off x="3624639" y="4720906"/>
                <a:ext cx="1" cy="205413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E29C6CFB-218A-EA38-690C-BF7E309502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310" y="4729698"/>
                <a:ext cx="2934776" cy="0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CB855023-99AD-5F99-C3DE-5EC09E7A549B}"/>
                  </a:ext>
                </a:extLst>
              </p:cNvPr>
              <p:cNvCxnSpPr>
                <a:cxnSpLocks/>
                <a:stCxn id="63" idx="0"/>
              </p:cNvCxnSpPr>
              <p:nvPr/>
            </p:nvCxnSpPr>
            <p:spPr>
              <a:xfrm flipV="1">
                <a:off x="1421486" y="4832394"/>
                <a:ext cx="0" cy="93925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B1E63228-6137-3C39-1690-6346FE230318}"/>
                  </a:ext>
                </a:extLst>
              </p:cNvPr>
              <p:cNvCxnSpPr>
                <a:cxnSpLocks/>
                <a:stCxn id="65" idx="0"/>
              </p:cNvCxnSpPr>
              <p:nvPr/>
            </p:nvCxnSpPr>
            <p:spPr>
              <a:xfrm flipV="1">
                <a:off x="2890255" y="4832394"/>
                <a:ext cx="0" cy="93925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A0E0D3BD-7EF8-24B1-C5E0-7BB7D9ADED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12694" y="4840874"/>
                <a:ext cx="1468768" cy="0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4686E0F1-613E-2DD1-80DC-DCF2AF7D115D}"/>
                  </a:ext>
                </a:extLst>
              </p:cNvPr>
              <p:cNvSpPr/>
              <p:nvPr/>
            </p:nvSpPr>
            <p:spPr>
              <a:xfrm>
                <a:off x="4071895" y="4926319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WFS</a:t>
                </a:r>
              </a:p>
            </p:txBody>
          </p: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4565920F-18C5-A690-52F0-992C945CE3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494" y="5278991"/>
                <a:ext cx="1468768" cy="0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76200">
                <a:solidFill>
                  <a:schemeClr val="bg1">
                    <a:lumMod val="75000"/>
                  </a:schemeClr>
                </a:solidFill>
                <a:headEnd type="triangle" w="sm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AE88BAB5-7B7F-6155-7930-9B5378653F02}"/>
                  </a:ext>
                </a:extLst>
              </p:cNvPr>
              <p:cNvCxnSpPr>
                <a:cxnSpLocks/>
                <a:stCxn id="62" idx="3"/>
                <a:endCxn id="63" idx="1"/>
              </p:cNvCxnSpPr>
              <p:nvPr/>
            </p:nvCxnSpPr>
            <p:spPr>
              <a:xfrm>
                <a:off x="971469" y="5001868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A97464E2-E0EB-AABC-ACD8-2B23FAC45A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5853" y="5003909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FBDEB5A1-1DC2-101A-44FC-DCC1B57D9B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0238" y="5005950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C7C60E96-1653-35C2-10DE-F41F030FBA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74622" y="5003907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8C73A140-3C0F-882F-C7C7-B2CD32154D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9006" y="5010031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875C8594-298D-BB96-60A1-ECFE6A71985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56262" y="5077415"/>
                <a:ext cx="0" cy="209810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584843E2-C932-46FA-C01B-7DA64347947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93016" y="5077415"/>
                <a:ext cx="0" cy="205412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BD280AF2-0F9A-B8DF-E9D5-53BE29E7B6F1}"/>
                  </a:ext>
                </a:extLst>
              </p:cNvPr>
              <p:cNvSpPr txBox="1"/>
              <p:nvPr/>
            </p:nvSpPr>
            <p:spPr>
              <a:xfrm>
                <a:off x="3502897" y="5113839"/>
                <a:ext cx="387336" cy="2706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sz="696" dirty="0"/>
                  <a:t>???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3DADD98-BBDF-8EB1-0B64-07F17C60D8E5}"/>
                  </a:ext>
                </a:extLst>
              </p:cNvPr>
              <p:cNvSpPr txBox="1"/>
              <p:nvPr/>
            </p:nvSpPr>
            <p:spPr>
              <a:xfrm>
                <a:off x="-26610" y="4889796"/>
                <a:ext cx="389343" cy="2706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696" dirty="0"/>
                  <a:t>D1)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1C2C856-F670-E8EF-3691-FAF0749F7081}"/>
                </a:ext>
              </a:extLst>
            </p:cNvPr>
            <p:cNvGrpSpPr/>
            <p:nvPr/>
          </p:nvGrpSpPr>
          <p:grpSpPr>
            <a:xfrm>
              <a:off x="38948" y="6271324"/>
              <a:ext cx="4597767" cy="567156"/>
              <a:chOff x="38948" y="6271324"/>
              <a:chExt cx="4597767" cy="567156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D3FA9B37-0D1A-BD42-8C0B-9E141A273026}"/>
                  </a:ext>
                </a:extLst>
              </p:cNvPr>
              <p:cNvSpPr/>
              <p:nvPr/>
            </p:nvSpPr>
            <p:spPr>
              <a:xfrm>
                <a:off x="398822" y="6476737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HA-ATM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FC8D0D47-18BD-A10F-5AF8-15D72842BC27}"/>
                  </a:ext>
                </a:extLst>
              </p:cNvPr>
              <p:cNvSpPr/>
              <p:nvPr/>
            </p:nvSpPr>
            <p:spPr>
              <a:xfrm>
                <a:off x="1133206" y="6476737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GL-ATM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D58041BA-ADFC-75FB-2DD7-F3CD09F02BE1}"/>
                  </a:ext>
                </a:extLst>
              </p:cNvPr>
              <p:cNvSpPr/>
              <p:nvPr/>
            </p:nvSpPr>
            <p:spPr>
              <a:xfrm>
                <a:off x="1867590" y="6476737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Pupil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28BF354-CF5D-FD01-D60D-C32FF2895D1E}"/>
                  </a:ext>
                </a:extLst>
              </p:cNvPr>
              <p:cNvSpPr/>
              <p:nvPr/>
            </p:nvSpPr>
            <p:spPr>
              <a:xfrm>
                <a:off x="2601974" y="6476737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GL-DM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57F06F22-0AC9-2CB6-C874-39E624FF6790}"/>
                  </a:ext>
                </a:extLst>
              </p:cNvPr>
              <p:cNvSpPr/>
              <p:nvPr/>
            </p:nvSpPr>
            <p:spPr>
              <a:xfrm>
                <a:off x="3336358" y="6476737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HA-DM</a:t>
                </a:r>
              </a:p>
            </p:txBody>
          </p: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EA065F15-AAB9-A172-D145-C52ED641223F}"/>
                  </a:ext>
                </a:extLst>
              </p:cNvPr>
              <p:cNvCxnSpPr>
                <a:cxnSpLocks/>
                <a:stCxn id="41" idx="0"/>
              </p:cNvCxnSpPr>
              <p:nvPr/>
            </p:nvCxnSpPr>
            <p:spPr>
              <a:xfrm flipH="1" flipV="1">
                <a:off x="683189" y="6271324"/>
                <a:ext cx="1" cy="205413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02136CE3-482B-51D8-E225-6B75A7718894}"/>
                  </a:ext>
                </a:extLst>
              </p:cNvPr>
              <p:cNvCxnSpPr>
                <a:cxnSpLocks/>
                <a:stCxn id="45" idx="0"/>
              </p:cNvCxnSpPr>
              <p:nvPr/>
            </p:nvCxnSpPr>
            <p:spPr>
              <a:xfrm flipH="1" flipV="1">
                <a:off x="3620725" y="6271324"/>
                <a:ext cx="1" cy="205413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86D5253-4C76-2096-D116-416BB8BB0C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4397" y="6280116"/>
                <a:ext cx="2934776" cy="0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3A4F2C75-FF1E-9007-A6CD-AC54A00A16CD}"/>
                  </a:ext>
                </a:extLst>
              </p:cNvPr>
              <p:cNvCxnSpPr>
                <a:cxnSpLocks/>
                <a:stCxn id="42" idx="0"/>
              </p:cNvCxnSpPr>
              <p:nvPr/>
            </p:nvCxnSpPr>
            <p:spPr>
              <a:xfrm flipV="1">
                <a:off x="1417573" y="6382812"/>
                <a:ext cx="0" cy="93925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7B85E40-0C29-B075-CC0D-D7D62407E9F5}"/>
                  </a:ext>
                </a:extLst>
              </p:cNvPr>
              <p:cNvCxnSpPr>
                <a:cxnSpLocks/>
                <a:stCxn id="44" idx="0"/>
              </p:cNvCxnSpPr>
              <p:nvPr/>
            </p:nvCxnSpPr>
            <p:spPr>
              <a:xfrm flipV="1">
                <a:off x="2886341" y="6382812"/>
                <a:ext cx="0" cy="93925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74143C0C-89B6-C56D-F388-83BD5D2568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8781" y="6391292"/>
                <a:ext cx="1468768" cy="0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4449E5C5-B05A-07F0-50AE-D80D37BBD23D}"/>
                  </a:ext>
                </a:extLst>
              </p:cNvPr>
              <p:cNvSpPr/>
              <p:nvPr/>
            </p:nvSpPr>
            <p:spPr>
              <a:xfrm>
                <a:off x="4067981" y="6476737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WFS</a:t>
                </a:r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D1AAD3FD-D6C0-7939-1A4C-B46FC5166A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3580" y="6838480"/>
                <a:ext cx="1468768" cy="0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76200">
                <a:solidFill>
                  <a:schemeClr val="accent5">
                    <a:lumMod val="75000"/>
                  </a:schemeClr>
                </a:solidFill>
                <a:headEnd type="triangle" w="sm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533C00EC-5BB6-1A7E-13A9-355D097FDF7D}"/>
                  </a:ext>
                </a:extLst>
              </p:cNvPr>
              <p:cNvCxnSpPr>
                <a:cxnSpLocks/>
                <a:stCxn id="41" idx="3"/>
                <a:endCxn id="42" idx="1"/>
              </p:cNvCxnSpPr>
              <p:nvPr/>
            </p:nvCxnSpPr>
            <p:spPr>
              <a:xfrm>
                <a:off x="967556" y="6552286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D760B4B5-5EC8-F2BE-127B-B2E64BBAF8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1940" y="6554327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B1404A77-055E-F115-38D1-A5E592AF36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6324" y="6556367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4ABF35B9-D52A-618E-8F71-86B1EF2F4E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70708" y="6554324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604EA08E-A401-9FDF-CCAD-CB62DB284A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5092" y="6560449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18BD5602-DDF9-AE24-A253-0527CA1DBD3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52348" y="6627833"/>
                <a:ext cx="0" cy="209809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A292E7DD-7386-63F4-768E-0C92F751C1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89102" y="6627833"/>
                <a:ext cx="0" cy="205412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81BF885-603C-3553-A166-4EEFCC04E432}"/>
                  </a:ext>
                </a:extLst>
              </p:cNvPr>
              <p:cNvSpPr txBox="1"/>
              <p:nvPr/>
            </p:nvSpPr>
            <p:spPr>
              <a:xfrm>
                <a:off x="38948" y="6435370"/>
                <a:ext cx="319173" cy="2706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696" dirty="0"/>
                  <a:t>E)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F7DDA6-EF85-778C-DFEB-C231B0A26F6D}"/>
                </a:ext>
              </a:extLst>
            </p:cNvPr>
            <p:cNvGrpSpPr/>
            <p:nvPr/>
          </p:nvGrpSpPr>
          <p:grpSpPr>
            <a:xfrm>
              <a:off x="5369745" y="249675"/>
              <a:ext cx="2698727" cy="6439010"/>
              <a:chOff x="5369745" y="249675"/>
              <a:chExt cx="2698727" cy="6439010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3622241-F3EC-1794-8EB8-D17B0FE1D3DA}"/>
                  </a:ext>
                </a:extLst>
              </p:cNvPr>
              <p:cNvSpPr txBox="1"/>
              <p:nvPr/>
            </p:nvSpPr>
            <p:spPr>
              <a:xfrm>
                <a:off x="5374371" y="249675"/>
                <a:ext cx="714127" cy="2706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696" dirty="0">
                    <a:sym typeface="Wingdings" panose="05000000000000000000" pitchFamily="2" charset="2"/>
                  </a:rPr>
                  <a:t>Full MCAO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EC9E9C5-C23A-6316-07A8-49AC252FDACE}"/>
                  </a:ext>
                </a:extLst>
              </p:cNvPr>
              <p:cNvSpPr txBox="1"/>
              <p:nvPr/>
            </p:nvSpPr>
            <p:spPr>
              <a:xfrm>
                <a:off x="5375795" y="1014501"/>
                <a:ext cx="1253430" cy="2706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696" dirty="0">
                    <a:sym typeface="Wingdings" panose="05000000000000000000" pitchFamily="2" charset="2"/>
                  </a:rPr>
                  <a:t>Immediate GLDM’s IM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7BA848E-0FEA-0DB4-83A1-8E459B451ADB}"/>
                  </a:ext>
                </a:extLst>
              </p:cNvPr>
              <p:cNvSpPr txBox="1"/>
              <p:nvPr/>
            </p:nvSpPr>
            <p:spPr>
              <a:xfrm>
                <a:off x="5383703" y="1790301"/>
                <a:ext cx="780287" cy="2706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696" dirty="0">
                    <a:sym typeface="Wingdings" panose="05000000000000000000" pitchFamily="2" charset="2"/>
                  </a:rPr>
                  <a:t>GL-DM Only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742BE0D-C9D7-1BB5-6C06-60D3E15CEFD0}"/>
                  </a:ext>
                </a:extLst>
              </p:cNvPr>
              <p:cNvSpPr txBox="1"/>
              <p:nvPr/>
            </p:nvSpPr>
            <p:spPr>
              <a:xfrm>
                <a:off x="5369745" y="2571828"/>
                <a:ext cx="1303553" cy="2706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696" dirty="0">
                    <a:sym typeface="Wingdings" panose="05000000000000000000" pitchFamily="2" charset="2"/>
                  </a:rPr>
                  <a:t>Fixed IM of GL-DM’s IM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987B75A-4725-FDB8-63E4-6F801BF92563}"/>
                  </a:ext>
                </a:extLst>
              </p:cNvPr>
              <p:cNvSpPr txBox="1"/>
              <p:nvPr/>
            </p:nvSpPr>
            <p:spPr>
              <a:xfrm>
                <a:off x="5375795" y="3341030"/>
                <a:ext cx="2261870" cy="2706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696" dirty="0">
                    <a:sym typeface="Wingdings" panose="05000000000000000000" pitchFamily="2" charset="2"/>
                  </a:rPr>
                  <a:t>MCAO with fixed GL-DM’s IM with magic dm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F77F1FD-0857-183D-E03F-6DDBB571E981}"/>
                  </a:ext>
                </a:extLst>
              </p:cNvPr>
              <p:cNvSpPr txBox="1"/>
              <p:nvPr/>
            </p:nvSpPr>
            <p:spPr>
              <a:xfrm>
                <a:off x="5376691" y="4105962"/>
                <a:ext cx="2075419" cy="2706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696" dirty="0">
                    <a:sym typeface="Wingdings" panose="05000000000000000000" pitchFamily="2" charset="2"/>
                  </a:rPr>
                  <a:t>GL-DM only with Immediate GL-DM’s IM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79CF3D7-2269-A47B-F475-AB9E46822691}"/>
                  </a:ext>
                </a:extLst>
              </p:cNvPr>
              <p:cNvSpPr txBox="1"/>
              <p:nvPr/>
            </p:nvSpPr>
            <p:spPr>
              <a:xfrm>
                <a:off x="5372500" y="4878039"/>
                <a:ext cx="2201724" cy="2706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696" dirty="0">
                    <a:sym typeface="Wingdings" panose="05000000000000000000" pitchFamily="2" charset="2"/>
                  </a:rPr>
                  <a:t>Full MCAO: testing GL-DM with various IMs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2EE072D-EB5F-1E4D-15AC-61FA6170446D}"/>
                  </a:ext>
                </a:extLst>
              </p:cNvPr>
              <p:cNvSpPr txBox="1"/>
              <p:nvPr/>
            </p:nvSpPr>
            <p:spPr>
              <a:xfrm>
                <a:off x="5372012" y="6418050"/>
                <a:ext cx="2287932" cy="2706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696" dirty="0">
                    <a:sym typeface="Wingdings" panose="05000000000000000000" pitchFamily="2" charset="2"/>
                  </a:rPr>
                  <a:t>Full MCAO: testing GL-DM with estimated IM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37BC77D-27C4-0132-45C4-AEDB101B3B49}"/>
                  </a:ext>
                </a:extLst>
              </p:cNvPr>
              <p:cNvSpPr txBox="1"/>
              <p:nvPr/>
            </p:nvSpPr>
            <p:spPr>
              <a:xfrm>
                <a:off x="5375559" y="5659077"/>
                <a:ext cx="2692913" cy="2706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696" dirty="0">
                    <a:sym typeface="Wingdings" panose="05000000000000000000" pitchFamily="2" charset="2"/>
                  </a:rPr>
                  <a:t>GL-DM only + HA-DM: testing GL-DM with various IMs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9CF1678-421D-71B5-5E8C-8EC4ED7738B9}"/>
                </a:ext>
              </a:extLst>
            </p:cNvPr>
            <p:cNvGrpSpPr/>
            <p:nvPr/>
          </p:nvGrpSpPr>
          <p:grpSpPr>
            <a:xfrm>
              <a:off x="-26610" y="5481284"/>
              <a:ext cx="4820669" cy="672100"/>
              <a:chOff x="-26610" y="5481284"/>
              <a:chExt cx="4820669" cy="67210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8EDD770-FFA9-7583-1B8B-A7BE96777815}"/>
                  </a:ext>
                </a:extLst>
              </p:cNvPr>
              <p:cNvSpPr/>
              <p:nvPr/>
            </p:nvSpPr>
            <p:spPr>
              <a:xfrm>
                <a:off x="1140754" y="5699764"/>
                <a:ext cx="568734" cy="1510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GL-ATM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AC3C9D4-7C38-99D3-F04C-1FDCC9D5C373}"/>
                  </a:ext>
                </a:extLst>
              </p:cNvPr>
              <p:cNvSpPr/>
              <p:nvPr/>
            </p:nvSpPr>
            <p:spPr>
              <a:xfrm>
                <a:off x="1875138" y="5699764"/>
                <a:ext cx="568734" cy="1510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Pupil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92BE0D4-D717-07CC-CDEF-FF032A4DFBB8}"/>
                  </a:ext>
                </a:extLst>
              </p:cNvPr>
              <p:cNvSpPr/>
              <p:nvPr/>
            </p:nvSpPr>
            <p:spPr>
              <a:xfrm>
                <a:off x="2609522" y="5699764"/>
                <a:ext cx="568734" cy="1510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GL-DM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580B86F-52B6-E8AB-CBFF-D59426988126}"/>
                  </a:ext>
                </a:extLst>
              </p:cNvPr>
              <p:cNvSpPr/>
              <p:nvPr/>
            </p:nvSpPr>
            <p:spPr>
              <a:xfrm>
                <a:off x="3343907" y="5699764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HA-DM</a:t>
                </a:r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9ED77CD-F35B-E821-6ABD-BE57252DFD7C}"/>
                  </a:ext>
                </a:extLst>
              </p:cNvPr>
              <p:cNvCxnSpPr>
                <a:cxnSpLocks/>
                <a:stCxn id="13" idx="0"/>
              </p:cNvCxnSpPr>
              <p:nvPr/>
            </p:nvCxnSpPr>
            <p:spPr>
              <a:xfrm flipV="1">
                <a:off x="1425121" y="5605839"/>
                <a:ext cx="0" cy="93925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0368040-FE9A-697C-EF7D-3F0BE012D571}"/>
                  </a:ext>
                </a:extLst>
              </p:cNvPr>
              <p:cNvCxnSpPr>
                <a:cxnSpLocks/>
                <a:stCxn id="15" idx="0"/>
              </p:cNvCxnSpPr>
              <p:nvPr/>
            </p:nvCxnSpPr>
            <p:spPr>
              <a:xfrm flipV="1">
                <a:off x="2893890" y="5605839"/>
                <a:ext cx="0" cy="93925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CDD504B-EB10-8568-BFA3-E0AD48E96E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16329" y="5614319"/>
                <a:ext cx="1468768" cy="0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B9784F5-6314-852E-4362-AE1BE27E4B93}"/>
                  </a:ext>
                </a:extLst>
              </p:cNvPr>
              <p:cNvSpPr/>
              <p:nvPr/>
            </p:nvSpPr>
            <p:spPr>
              <a:xfrm>
                <a:off x="4075530" y="5699764"/>
                <a:ext cx="568734" cy="1510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WFS</a:t>
                </a:r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00699FBB-32D2-D73A-9AEF-CE9788E1F0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1128" y="6052435"/>
                <a:ext cx="1468768" cy="0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76200">
                <a:solidFill>
                  <a:schemeClr val="bg1">
                    <a:lumMod val="75000"/>
                  </a:schemeClr>
                </a:solidFill>
                <a:headEnd type="triangle" w="sm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16A347E7-B3F4-7C76-5437-C0DD05651A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9488" y="5777353"/>
                <a:ext cx="165650" cy="0"/>
              </a:xfrm>
              <a:prstGeom prst="straightConnector1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40F9D808-C129-8700-D7B0-9F74B7BA39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3872" y="5779394"/>
                <a:ext cx="165650" cy="0"/>
              </a:xfrm>
              <a:prstGeom prst="straightConnector1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1C478AC8-7C5C-DC98-14CC-2E52E57586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78257" y="5777351"/>
                <a:ext cx="165650" cy="0"/>
              </a:xfrm>
              <a:prstGeom prst="straightConnector1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FC44626B-7DC9-5597-5C5F-3E087B7999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2641" y="5783476"/>
                <a:ext cx="165650" cy="0"/>
              </a:xfrm>
              <a:prstGeom prst="straightConnector1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A28DCAA-5F20-F3D4-6D30-36502FE170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59897" y="5850860"/>
                <a:ext cx="0" cy="209809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3BA83A4-1A69-555F-BBFD-EFD13EB6D1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96651" y="5850859"/>
                <a:ext cx="0" cy="205412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436EA41-16E1-AC00-5466-6C7B99F7B3D8}"/>
                  </a:ext>
                </a:extLst>
              </p:cNvPr>
              <p:cNvSpPr txBox="1"/>
              <p:nvPr/>
            </p:nvSpPr>
            <p:spPr>
              <a:xfrm>
                <a:off x="3501996" y="5882749"/>
                <a:ext cx="387336" cy="2706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sz="696" dirty="0"/>
                  <a:t>???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D3FEEAA-253A-3A27-2BB4-F05CF98DA86A}"/>
                  </a:ext>
                </a:extLst>
              </p:cNvPr>
              <p:cNvSpPr txBox="1"/>
              <p:nvPr/>
            </p:nvSpPr>
            <p:spPr>
              <a:xfrm>
                <a:off x="-26610" y="5659075"/>
                <a:ext cx="389343" cy="2706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696" dirty="0"/>
                  <a:t>D2)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769E6E6D-37AA-825D-17E8-6F053F59B792}"/>
                  </a:ext>
                </a:extLst>
              </p:cNvPr>
              <p:cNvSpPr/>
              <p:nvPr/>
            </p:nvSpPr>
            <p:spPr>
              <a:xfrm>
                <a:off x="3741516" y="5481284"/>
                <a:ext cx="905788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96" dirty="0">
                    <a:solidFill>
                      <a:schemeClr val="tx1"/>
                    </a:solidFill>
                  </a:rPr>
                  <a:t>- PROP(HA-DM)</a:t>
                </a:r>
              </a:p>
            </p:txBody>
          </p:sp>
          <p:sp>
            <p:nvSpPr>
              <p:cNvPr id="31" name="Right Brace 30">
                <a:extLst>
                  <a:ext uri="{FF2B5EF4-FFF2-40B4-BE49-F238E27FC236}">
                    <a16:creationId xmlns:a16="http://schemas.microsoft.com/office/drawing/2014/main" id="{AA9D08BB-CE62-8D85-B759-B82F48D43B60}"/>
                  </a:ext>
                </a:extLst>
              </p:cNvPr>
              <p:cNvSpPr/>
              <p:nvPr/>
            </p:nvSpPr>
            <p:spPr>
              <a:xfrm>
                <a:off x="4693017" y="5502404"/>
                <a:ext cx="101042" cy="325916"/>
              </a:xfrm>
              <a:prstGeom prst="rightBrac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696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41738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25840-ED0D-9971-820F-071199423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roup 178">
            <a:extLst>
              <a:ext uri="{FF2B5EF4-FFF2-40B4-BE49-F238E27FC236}">
                <a16:creationId xmlns:a16="http://schemas.microsoft.com/office/drawing/2014/main" id="{3868C3A2-A7E4-4D5C-18BB-DDC0EE838ED2}"/>
              </a:ext>
            </a:extLst>
          </p:cNvPr>
          <p:cNvGrpSpPr/>
          <p:nvPr/>
        </p:nvGrpSpPr>
        <p:grpSpPr>
          <a:xfrm>
            <a:off x="73553" y="336873"/>
            <a:ext cx="9758894" cy="6184253"/>
            <a:chOff x="2147007" y="377890"/>
            <a:chExt cx="7618911" cy="400257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F333BB5-E31E-39B2-94DA-E5C1D4FEAED8}"/>
                </a:ext>
              </a:extLst>
            </p:cNvPr>
            <p:cNvGrpSpPr/>
            <p:nvPr/>
          </p:nvGrpSpPr>
          <p:grpSpPr>
            <a:xfrm>
              <a:off x="2195866" y="377890"/>
              <a:ext cx="4470309" cy="513581"/>
              <a:chOff x="89642" y="109646"/>
              <a:chExt cx="4542637" cy="566319"/>
            </a:xfrm>
          </p:grpSpPr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71357E44-D960-229C-8BF3-724A1C9CA057}"/>
                  </a:ext>
                </a:extLst>
              </p:cNvPr>
              <p:cNvSpPr/>
              <p:nvPr/>
            </p:nvSpPr>
            <p:spPr>
              <a:xfrm>
                <a:off x="394386" y="315059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tx1"/>
                    </a:solidFill>
                  </a:rPr>
                  <a:t>HA-ATM</a:t>
                </a: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58FFA128-0448-DFB1-9591-41E6DB5A6354}"/>
                  </a:ext>
                </a:extLst>
              </p:cNvPr>
              <p:cNvSpPr/>
              <p:nvPr/>
            </p:nvSpPr>
            <p:spPr>
              <a:xfrm>
                <a:off x="1128770" y="315059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tx1"/>
                    </a:solidFill>
                  </a:rPr>
                  <a:t>GL-ATM</a:t>
                </a:r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E1B33597-ADAD-7386-896E-CF534536322F}"/>
                  </a:ext>
                </a:extLst>
              </p:cNvPr>
              <p:cNvSpPr/>
              <p:nvPr/>
            </p:nvSpPr>
            <p:spPr>
              <a:xfrm>
                <a:off x="1863154" y="315059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tx1"/>
                    </a:solidFill>
                  </a:rPr>
                  <a:t>Pupil</a:t>
                </a:r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E4A8F5E1-86AE-11B8-7FF9-E4493F6BCFBB}"/>
                  </a:ext>
                </a:extLst>
              </p:cNvPr>
              <p:cNvSpPr/>
              <p:nvPr/>
            </p:nvSpPr>
            <p:spPr>
              <a:xfrm>
                <a:off x="2597538" y="315059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tx1"/>
                    </a:solidFill>
                  </a:rPr>
                  <a:t>GL-DM</a:t>
                </a:r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DA0FDE45-EA5C-5424-95EF-CD8208E218E8}"/>
                  </a:ext>
                </a:extLst>
              </p:cNvPr>
              <p:cNvSpPr/>
              <p:nvPr/>
            </p:nvSpPr>
            <p:spPr>
              <a:xfrm>
                <a:off x="3331922" y="315059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tx1"/>
                    </a:solidFill>
                  </a:rPr>
                  <a:t>HA-DM</a:t>
                </a:r>
              </a:p>
            </p:txBody>
          </p: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104BDA78-7BDF-BAA5-DBEB-4FD35ACA1A05}"/>
                  </a:ext>
                </a:extLst>
              </p:cNvPr>
              <p:cNvCxnSpPr>
                <a:cxnSpLocks/>
                <a:stCxn id="156" idx="0"/>
              </p:cNvCxnSpPr>
              <p:nvPr/>
            </p:nvCxnSpPr>
            <p:spPr>
              <a:xfrm flipH="1" flipV="1">
                <a:off x="678753" y="109646"/>
                <a:ext cx="1" cy="205413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12C3AA73-6555-5944-5596-116FE79ECEA5}"/>
                  </a:ext>
                </a:extLst>
              </p:cNvPr>
              <p:cNvCxnSpPr>
                <a:cxnSpLocks/>
                <a:stCxn id="160" idx="0"/>
              </p:cNvCxnSpPr>
              <p:nvPr/>
            </p:nvCxnSpPr>
            <p:spPr>
              <a:xfrm flipH="1" flipV="1">
                <a:off x="3616289" y="109646"/>
                <a:ext cx="1" cy="205413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B95A33D1-916D-A0D7-F821-AA765B45F5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961" y="118438"/>
                <a:ext cx="2934776" cy="0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9382C518-795A-0E49-B0D3-583BAD49B2C5}"/>
                  </a:ext>
                </a:extLst>
              </p:cNvPr>
              <p:cNvCxnSpPr>
                <a:cxnSpLocks/>
                <a:stCxn id="157" idx="0"/>
              </p:cNvCxnSpPr>
              <p:nvPr/>
            </p:nvCxnSpPr>
            <p:spPr>
              <a:xfrm flipV="1">
                <a:off x="1413137" y="221134"/>
                <a:ext cx="0" cy="93925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E885A85C-8AC8-7879-D6E6-F40E0DE1A35F}"/>
                  </a:ext>
                </a:extLst>
              </p:cNvPr>
              <p:cNvCxnSpPr>
                <a:cxnSpLocks/>
                <a:stCxn id="159" idx="0"/>
              </p:cNvCxnSpPr>
              <p:nvPr/>
            </p:nvCxnSpPr>
            <p:spPr>
              <a:xfrm flipV="1">
                <a:off x="2881905" y="221134"/>
                <a:ext cx="0" cy="93925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253FFE9-A418-DDF4-46E9-871D76C3F2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4345" y="229614"/>
                <a:ext cx="1468768" cy="0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AE8A5A49-4F7A-C74F-7556-1495702C7FB6}"/>
                  </a:ext>
                </a:extLst>
              </p:cNvPr>
              <p:cNvSpPr/>
              <p:nvPr/>
            </p:nvSpPr>
            <p:spPr>
              <a:xfrm>
                <a:off x="4063545" y="315059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tx1"/>
                    </a:solidFill>
                  </a:rPr>
                  <a:t>WFS</a:t>
                </a:r>
              </a:p>
            </p:txBody>
          </p: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2DD82DD6-C425-BAE2-C6A6-DE736AB12B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9144" y="667731"/>
                <a:ext cx="1468768" cy="0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76200">
                <a:solidFill>
                  <a:schemeClr val="tx2">
                    <a:lumMod val="60000"/>
                    <a:lumOff val="40000"/>
                  </a:schemeClr>
                </a:solidFill>
                <a:headEnd type="triangle" w="sm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9169087F-15A4-DFCC-3FE3-0D3598AE4C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13528" y="466155"/>
                <a:ext cx="0" cy="93925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Arrow Connector 169">
                <a:extLst>
                  <a:ext uri="{FF2B5EF4-FFF2-40B4-BE49-F238E27FC236}">
                    <a16:creationId xmlns:a16="http://schemas.microsoft.com/office/drawing/2014/main" id="{8E4F7860-5714-A1DC-C8D5-426745CDEF12}"/>
                  </a:ext>
                </a:extLst>
              </p:cNvPr>
              <p:cNvCxnSpPr>
                <a:cxnSpLocks/>
                <a:stCxn id="156" idx="3"/>
                <a:endCxn id="157" idx="1"/>
              </p:cNvCxnSpPr>
              <p:nvPr/>
            </p:nvCxnSpPr>
            <p:spPr>
              <a:xfrm>
                <a:off x="963120" y="390608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7532C1E8-B78E-8E3D-6032-07AA6871FD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7504" y="392649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Arrow Connector 171">
                <a:extLst>
                  <a:ext uri="{FF2B5EF4-FFF2-40B4-BE49-F238E27FC236}">
                    <a16:creationId xmlns:a16="http://schemas.microsoft.com/office/drawing/2014/main" id="{39E3810F-AC2F-37CD-ED32-1C5CC9CBB1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1888" y="394690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Arrow Connector 172">
                <a:extLst>
                  <a:ext uri="{FF2B5EF4-FFF2-40B4-BE49-F238E27FC236}">
                    <a16:creationId xmlns:a16="http://schemas.microsoft.com/office/drawing/2014/main" id="{282A5C7D-310C-7F1B-D904-17BC1A088E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6272" y="392647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8525812F-DA55-531C-A4C7-A120716C88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656" y="398771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C7E1E3B2-1B8E-2B3F-8A72-700A0CC81C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47912" y="466155"/>
                <a:ext cx="0" cy="209810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0A1A5C83-20A2-5B1A-31FF-0E047B913E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84666" y="466155"/>
                <a:ext cx="0" cy="205412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C10949EA-6424-90A2-8234-4024191D48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4736" y="560080"/>
                <a:ext cx="734384" cy="0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head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EC97D741-9FB5-99E0-4EE6-5AF97740EB06}"/>
                  </a:ext>
                </a:extLst>
              </p:cNvPr>
              <p:cNvSpPr txBox="1"/>
              <p:nvPr/>
            </p:nvSpPr>
            <p:spPr>
              <a:xfrm>
                <a:off x="89642" y="269163"/>
                <a:ext cx="258417" cy="1976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1200" b="1" dirty="0"/>
                  <a:t>A)</a:t>
                </a: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A7A3DD6-94BF-C52E-AF03-812CDB6D0B83}"/>
                </a:ext>
              </a:extLst>
            </p:cNvPr>
            <p:cNvGrpSpPr/>
            <p:nvPr/>
          </p:nvGrpSpPr>
          <p:grpSpPr>
            <a:xfrm>
              <a:off x="2171525" y="1211629"/>
              <a:ext cx="4508433" cy="367320"/>
              <a:chOff x="64909" y="1028999"/>
              <a:chExt cx="4581377" cy="405039"/>
            </a:xfrm>
          </p:grpSpPr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5D30F8C7-FBE8-B01F-93F9-5B43B7DA3286}"/>
                  </a:ext>
                </a:extLst>
              </p:cNvPr>
              <p:cNvSpPr/>
              <p:nvPr/>
            </p:nvSpPr>
            <p:spPr>
              <a:xfrm>
                <a:off x="1877160" y="1073132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tx1"/>
                    </a:solidFill>
                  </a:rPr>
                  <a:t>Pupil</a:t>
                </a:r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19D17F6C-3138-8010-F3A4-A77B383321B1}"/>
                  </a:ext>
                </a:extLst>
              </p:cNvPr>
              <p:cNvSpPr/>
              <p:nvPr/>
            </p:nvSpPr>
            <p:spPr>
              <a:xfrm>
                <a:off x="2611544" y="1073132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tx1"/>
                    </a:solidFill>
                  </a:rPr>
                  <a:t>Pokes</a:t>
                </a:r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F61EDD1F-9277-AEB4-F4CF-4DB60DF07181}"/>
                  </a:ext>
                </a:extLst>
              </p:cNvPr>
              <p:cNvSpPr/>
              <p:nvPr/>
            </p:nvSpPr>
            <p:spPr>
              <a:xfrm>
                <a:off x="3345929" y="1073132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tx1"/>
                    </a:solidFill>
                  </a:rPr>
                  <a:t>HA-DM</a:t>
                </a:r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50FAA03A-C52D-71A5-EA3A-9E73421EC512}"/>
                  </a:ext>
                </a:extLst>
              </p:cNvPr>
              <p:cNvSpPr/>
              <p:nvPr/>
            </p:nvSpPr>
            <p:spPr>
              <a:xfrm>
                <a:off x="4077552" y="1073132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tx1"/>
                    </a:solidFill>
                  </a:rPr>
                  <a:t>WFS</a:t>
                </a:r>
              </a:p>
            </p:txBody>
          </p: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3824537B-6A30-B984-4F6F-10159117F0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3150" y="1430340"/>
                <a:ext cx="1468769" cy="0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76200">
                <a:solidFill>
                  <a:schemeClr val="tx2">
                    <a:lumMod val="60000"/>
                    <a:lumOff val="40000"/>
                  </a:schemeClr>
                </a:solidFill>
                <a:headEnd type="triangle" w="sm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Arrow Connector 149">
                <a:extLst>
                  <a:ext uri="{FF2B5EF4-FFF2-40B4-BE49-F238E27FC236}">
                    <a16:creationId xmlns:a16="http://schemas.microsoft.com/office/drawing/2014/main" id="{2ECB3FC3-D622-D528-2F4A-FC0787067B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5894" y="1152763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Arrow Connector 150">
                <a:extLst>
                  <a:ext uri="{FF2B5EF4-FFF2-40B4-BE49-F238E27FC236}">
                    <a16:creationId xmlns:a16="http://schemas.microsoft.com/office/drawing/2014/main" id="{2457E848-1397-95DB-5B22-C89E196861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80278" y="1150720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Arrow Connector 151">
                <a:extLst>
                  <a:ext uri="{FF2B5EF4-FFF2-40B4-BE49-F238E27FC236}">
                    <a16:creationId xmlns:a16="http://schemas.microsoft.com/office/drawing/2014/main" id="{5020F173-2406-2225-C6D8-38BAF3A45B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4663" y="1156844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744C08B9-8A40-14B3-AFEC-B6F02A674E6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61919" y="1224229"/>
                <a:ext cx="0" cy="209809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4C9407BF-CF26-8A5D-909E-ED037307D4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93150" y="1224228"/>
                <a:ext cx="0" cy="209810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55EEB2DA-B513-4F5C-804A-00A9C000874A}"/>
                  </a:ext>
                </a:extLst>
              </p:cNvPr>
              <p:cNvSpPr txBox="1"/>
              <p:nvPr/>
            </p:nvSpPr>
            <p:spPr>
              <a:xfrm>
                <a:off x="64909" y="1028999"/>
                <a:ext cx="306743" cy="1976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1200" b="1" dirty="0"/>
                  <a:t>Ac)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69DB786-46FA-9379-A391-D466B767A676}"/>
                </a:ext>
              </a:extLst>
            </p:cNvPr>
            <p:cNvGrpSpPr/>
            <p:nvPr/>
          </p:nvGrpSpPr>
          <p:grpSpPr>
            <a:xfrm>
              <a:off x="2211493" y="1867148"/>
              <a:ext cx="4459032" cy="412475"/>
              <a:chOff x="105522" y="1751830"/>
              <a:chExt cx="4531178" cy="454831"/>
            </a:xfrm>
          </p:grpSpPr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512ADE01-887E-CC46-A63C-60D190ABAB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8765" y="1760310"/>
                <a:ext cx="1468768" cy="0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7EA567A9-AB1A-397B-1429-FB2A25195165}"/>
                  </a:ext>
                </a:extLst>
              </p:cNvPr>
              <p:cNvSpPr/>
              <p:nvPr/>
            </p:nvSpPr>
            <p:spPr>
              <a:xfrm>
                <a:off x="3343434" y="1854102"/>
                <a:ext cx="568734" cy="15109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7C36FDAC-D30A-DF0E-6B30-9A5C8409F183}"/>
                  </a:ext>
                </a:extLst>
              </p:cNvPr>
              <p:cNvSpPr/>
              <p:nvPr/>
            </p:nvSpPr>
            <p:spPr>
              <a:xfrm>
                <a:off x="1133191" y="1845755"/>
                <a:ext cx="568734" cy="1510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tx1"/>
                    </a:solidFill>
                  </a:rPr>
                  <a:t>GL-ATM</a:t>
                </a: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130BDAE8-FF13-7A49-38B4-B65A8CC5B4FE}"/>
                  </a:ext>
                </a:extLst>
              </p:cNvPr>
              <p:cNvSpPr/>
              <p:nvPr/>
            </p:nvSpPr>
            <p:spPr>
              <a:xfrm>
                <a:off x="1867575" y="1845755"/>
                <a:ext cx="568734" cy="1510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tx1"/>
                    </a:solidFill>
                  </a:rPr>
                  <a:t>Pupil</a:t>
                </a:r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99214343-745A-59A9-42D9-7776A9D90122}"/>
                  </a:ext>
                </a:extLst>
              </p:cNvPr>
              <p:cNvSpPr/>
              <p:nvPr/>
            </p:nvSpPr>
            <p:spPr>
              <a:xfrm>
                <a:off x="2601959" y="1845755"/>
                <a:ext cx="568734" cy="1510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tx1"/>
                    </a:solidFill>
                  </a:rPr>
                  <a:t>GL-DM</a:t>
                </a:r>
              </a:p>
            </p:txBody>
          </p: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DA1BCD55-3ABC-0466-F32A-AA0E474FD73A}"/>
                  </a:ext>
                </a:extLst>
              </p:cNvPr>
              <p:cNvCxnSpPr>
                <a:cxnSpLocks/>
                <a:stCxn id="132" idx="0"/>
              </p:cNvCxnSpPr>
              <p:nvPr/>
            </p:nvCxnSpPr>
            <p:spPr>
              <a:xfrm flipV="1">
                <a:off x="1417558" y="1751830"/>
                <a:ext cx="0" cy="93925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F961E2F9-7DF9-0750-69E9-2479C1E31523}"/>
                  </a:ext>
                </a:extLst>
              </p:cNvPr>
              <p:cNvCxnSpPr>
                <a:cxnSpLocks/>
                <a:stCxn id="134" idx="0"/>
              </p:cNvCxnSpPr>
              <p:nvPr/>
            </p:nvCxnSpPr>
            <p:spPr>
              <a:xfrm flipV="1">
                <a:off x="2886326" y="1751830"/>
                <a:ext cx="0" cy="93925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668B6263-DCEB-02CA-37F4-2AB5443947D9}"/>
                  </a:ext>
                </a:extLst>
              </p:cNvPr>
              <p:cNvSpPr/>
              <p:nvPr/>
            </p:nvSpPr>
            <p:spPr>
              <a:xfrm>
                <a:off x="4067966" y="1845755"/>
                <a:ext cx="568734" cy="1510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tx1"/>
                    </a:solidFill>
                  </a:rPr>
                  <a:t>WFS</a:t>
                </a:r>
              </a:p>
            </p:txBody>
          </p: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53F5A712-52A7-8991-AEE5-E8F0D2225E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3565" y="2198427"/>
                <a:ext cx="1468768" cy="0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76200">
                <a:solidFill>
                  <a:schemeClr val="accent1">
                    <a:lumMod val="60000"/>
                    <a:lumOff val="40000"/>
                  </a:schemeClr>
                </a:solidFill>
                <a:headEnd type="triangle" w="sm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Arrow Connector 138">
                <a:extLst>
                  <a:ext uri="{FF2B5EF4-FFF2-40B4-BE49-F238E27FC236}">
                    <a16:creationId xmlns:a16="http://schemas.microsoft.com/office/drawing/2014/main" id="{2BCDEAEF-E3B9-E500-8C93-1628641010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1925" y="1923345"/>
                <a:ext cx="165650" cy="0"/>
              </a:xfrm>
              <a:prstGeom prst="straightConnector1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9DED4F52-AF1F-5AE6-B38F-76C809BEE4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6309" y="1925385"/>
                <a:ext cx="165650" cy="0"/>
              </a:xfrm>
              <a:prstGeom prst="straightConnector1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30196F37-817D-4C21-4EF0-90E030273E53}"/>
                  </a:ext>
                </a:extLst>
              </p:cNvPr>
              <p:cNvCxnSpPr>
                <a:cxnSpLocks/>
                <a:endCxn id="137" idx="1"/>
              </p:cNvCxnSpPr>
              <p:nvPr/>
            </p:nvCxnSpPr>
            <p:spPr>
              <a:xfrm flipV="1">
                <a:off x="3170693" y="1921303"/>
                <a:ext cx="897273" cy="2040"/>
              </a:xfrm>
              <a:prstGeom prst="straightConnector1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13642C17-BFE5-9841-67FC-DB1099206C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52333" y="1996852"/>
                <a:ext cx="0" cy="209809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A2E0F8C6-4F13-5C07-97F8-48326D99E3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83565" y="1996851"/>
                <a:ext cx="0" cy="209810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312A9349-91B8-9D4D-3E80-4419B3661A0E}"/>
                  </a:ext>
                </a:extLst>
              </p:cNvPr>
              <p:cNvSpPr txBox="1"/>
              <p:nvPr/>
            </p:nvSpPr>
            <p:spPr>
              <a:xfrm>
                <a:off x="105522" y="1799275"/>
                <a:ext cx="253330" cy="1976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1200" b="1" dirty="0"/>
                  <a:t>B)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BC3923F-799A-9E58-B35C-6F408D6F7307}"/>
                </a:ext>
              </a:extLst>
            </p:cNvPr>
            <p:cNvGrpSpPr/>
            <p:nvPr/>
          </p:nvGrpSpPr>
          <p:grpSpPr>
            <a:xfrm>
              <a:off x="2164579" y="2607713"/>
              <a:ext cx="4504476" cy="371333"/>
              <a:chOff x="57851" y="2568441"/>
              <a:chExt cx="4577355" cy="409464"/>
            </a:xfrm>
          </p:grpSpPr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0DA0C120-484E-DFD3-8AB2-296A1FBD19B2}"/>
                  </a:ext>
                </a:extLst>
              </p:cNvPr>
              <p:cNvSpPr/>
              <p:nvPr/>
            </p:nvSpPr>
            <p:spPr>
              <a:xfrm>
                <a:off x="3345929" y="2624666"/>
                <a:ext cx="568734" cy="15109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1641C80A-E25C-312C-F2ED-1BC5C02BBE89}"/>
                  </a:ext>
                </a:extLst>
              </p:cNvPr>
              <p:cNvSpPr/>
              <p:nvPr/>
            </p:nvSpPr>
            <p:spPr>
              <a:xfrm>
                <a:off x="1866081" y="2616999"/>
                <a:ext cx="568734" cy="1510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tx1"/>
                    </a:solidFill>
                  </a:rPr>
                  <a:t>Pupil</a:t>
                </a:r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655EBE26-A785-6F47-D493-8192B70EF685}"/>
                  </a:ext>
                </a:extLst>
              </p:cNvPr>
              <p:cNvSpPr/>
              <p:nvPr/>
            </p:nvSpPr>
            <p:spPr>
              <a:xfrm>
                <a:off x="2600465" y="2616999"/>
                <a:ext cx="568734" cy="1510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tx1"/>
                    </a:solidFill>
                  </a:rPr>
                  <a:t>Pokes</a:t>
                </a:r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09A0C458-8148-232C-275F-4A20B2C670BF}"/>
                  </a:ext>
                </a:extLst>
              </p:cNvPr>
              <p:cNvSpPr/>
              <p:nvPr/>
            </p:nvSpPr>
            <p:spPr>
              <a:xfrm>
                <a:off x="4066472" y="2616999"/>
                <a:ext cx="568734" cy="1510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tx1"/>
                    </a:solidFill>
                  </a:rPr>
                  <a:t>WFS</a:t>
                </a:r>
              </a:p>
            </p:txBody>
          </p: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49494E69-E671-A286-4015-5578E741CC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2071" y="2969671"/>
                <a:ext cx="1468768" cy="0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76200">
                <a:solidFill>
                  <a:schemeClr val="accent1">
                    <a:lumMod val="60000"/>
                    <a:lumOff val="40000"/>
                  </a:schemeClr>
                </a:solidFill>
                <a:headEnd type="triangle" w="sm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321A53E9-1F4E-B234-DCC3-9B51FC7508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4815" y="2696630"/>
                <a:ext cx="165650" cy="0"/>
              </a:xfrm>
              <a:prstGeom prst="straightConnector1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Arrow Connector 125">
                <a:extLst>
                  <a:ext uri="{FF2B5EF4-FFF2-40B4-BE49-F238E27FC236}">
                    <a16:creationId xmlns:a16="http://schemas.microsoft.com/office/drawing/2014/main" id="{37DE08B0-9F01-E26A-CEB8-33F718EA646A}"/>
                  </a:ext>
                </a:extLst>
              </p:cNvPr>
              <p:cNvCxnSpPr>
                <a:cxnSpLocks/>
                <a:endCxn id="123" idx="1"/>
              </p:cNvCxnSpPr>
              <p:nvPr/>
            </p:nvCxnSpPr>
            <p:spPr>
              <a:xfrm flipV="1">
                <a:off x="3169199" y="2692548"/>
                <a:ext cx="897273" cy="2040"/>
              </a:xfrm>
              <a:prstGeom prst="straightConnector1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86D66A0D-8AFF-0D63-CE14-BB00F18FB9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50839" y="2768096"/>
                <a:ext cx="0" cy="209809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DA027D86-6DB5-2381-2132-200519746E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82071" y="2768095"/>
                <a:ext cx="0" cy="209810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EC2E39CE-7931-33AB-2A5C-E3AE4446AF20}"/>
                  </a:ext>
                </a:extLst>
              </p:cNvPr>
              <p:cNvSpPr txBox="1"/>
              <p:nvPr/>
            </p:nvSpPr>
            <p:spPr>
              <a:xfrm>
                <a:off x="57851" y="2568441"/>
                <a:ext cx="301656" cy="1976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1200" b="1" dirty="0" err="1"/>
                  <a:t>Bc</a:t>
                </a:r>
                <a:r>
                  <a:rPr lang="en-GB" sz="1200" b="1" dirty="0"/>
                  <a:t>)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3C8383C-C96E-4488-7651-7397EA656205}"/>
                </a:ext>
              </a:extLst>
            </p:cNvPr>
            <p:cNvGrpSpPr/>
            <p:nvPr/>
          </p:nvGrpSpPr>
          <p:grpSpPr>
            <a:xfrm>
              <a:off x="2157195" y="3169007"/>
              <a:ext cx="4509172" cy="513581"/>
              <a:chOff x="50348" y="3187372"/>
              <a:chExt cx="4582127" cy="566319"/>
            </a:xfrm>
          </p:grpSpPr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3BD9D8DF-4A90-FCB0-5160-6FCF1CE8653E}"/>
                  </a:ext>
                </a:extLst>
              </p:cNvPr>
              <p:cNvSpPr/>
              <p:nvPr/>
            </p:nvSpPr>
            <p:spPr>
              <a:xfrm>
                <a:off x="394582" y="3392785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tx1"/>
                    </a:solidFill>
                  </a:rPr>
                  <a:t>HA-ATM</a:t>
                </a: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C74CCF55-F7EF-CCB8-F335-82E0A1656FB6}"/>
                  </a:ext>
                </a:extLst>
              </p:cNvPr>
              <p:cNvSpPr/>
              <p:nvPr/>
            </p:nvSpPr>
            <p:spPr>
              <a:xfrm>
                <a:off x="1128966" y="3392785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tx1"/>
                    </a:solidFill>
                  </a:rPr>
                  <a:t>GL-ATM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6E2891CA-4BDB-857E-85DC-7094079AFF03}"/>
                  </a:ext>
                </a:extLst>
              </p:cNvPr>
              <p:cNvSpPr/>
              <p:nvPr/>
            </p:nvSpPr>
            <p:spPr>
              <a:xfrm>
                <a:off x="1863350" y="3392785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tx1"/>
                    </a:solidFill>
                  </a:rPr>
                  <a:t>Pupil</a:t>
                </a: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A048A431-4DD9-62ED-C40F-880FD886D7C3}"/>
                  </a:ext>
                </a:extLst>
              </p:cNvPr>
              <p:cNvSpPr/>
              <p:nvPr/>
            </p:nvSpPr>
            <p:spPr>
              <a:xfrm>
                <a:off x="2597734" y="3392785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tx1"/>
                    </a:solidFill>
                  </a:rPr>
                  <a:t>GL-DM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3F812026-B3BB-4AFB-F310-440E125AE193}"/>
                  </a:ext>
                </a:extLst>
              </p:cNvPr>
              <p:cNvSpPr/>
              <p:nvPr/>
            </p:nvSpPr>
            <p:spPr>
              <a:xfrm>
                <a:off x="3332118" y="3392785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tx1"/>
                    </a:solidFill>
                  </a:rPr>
                  <a:t>HA-DM</a:t>
                </a:r>
              </a:p>
            </p:txBody>
          </p: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C3D086F7-D9EF-5E4D-42FD-444A7D8BD066}"/>
                  </a:ext>
                </a:extLst>
              </p:cNvPr>
              <p:cNvCxnSpPr>
                <a:cxnSpLocks/>
                <a:stCxn id="99" idx="0"/>
              </p:cNvCxnSpPr>
              <p:nvPr/>
            </p:nvCxnSpPr>
            <p:spPr>
              <a:xfrm flipH="1" flipV="1">
                <a:off x="678949" y="3187372"/>
                <a:ext cx="1" cy="205413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DA8F06CD-16D0-B137-63CB-0F336D9803B4}"/>
                  </a:ext>
                </a:extLst>
              </p:cNvPr>
              <p:cNvCxnSpPr>
                <a:cxnSpLocks/>
                <a:stCxn id="103" idx="0"/>
              </p:cNvCxnSpPr>
              <p:nvPr/>
            </p:nvCxnSpPr>
            <p:spPr>
              <a:xfrm flipH="1" flipV="1">
                <a:off x="3616485" y="3187372"/>
                <a:ext cx="1" cy="205413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57E6F1F8-65E9-58E4-2841-50662F6606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0157" y="3196164"/>
                <a:ext cx="2934776" cy="0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sysDash"/>
                <a:headEnd type="none" w="med" len="med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2470D9C3-2E0D-402A-70C3-91BA4D710A2E}"/>
                  </a:ext>
                </a:extLst>
              </p:cNvPr>
              <p:cNvCxnSpPr>
                <a:cxnSpLocks/>
                <a:stCxn id="100" idx="0"/>
              </p:cNvCxnSpPr>
              <p:nvPr/>
            </p:nvCxnSpPr>
            <p:spPr>
              <a:xfrm flipV="1">
                <a:off x="1413333" y="3298860"/>
                <a:ext cx="0" cy="93925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A79BA783-9177-29D5-9464-D1626A53E958}"/>
                  </a:ext>
                </a:extLst>
              </p:cNvPr>
              <p:cNvCxnSpPr>
                <a:cxnSpLocks/>
                <a:stCxn id="102" idx="0"/>
              </p:cNvCxnSpPr>
              <p:nvPr/>
            </p:nvCxnSpPr>
            <p:spPr>
              <a:xfrm flipV="1">
                <a:off x="2882101" y="3298860"/>
                <a:ext cx="0" cy="93925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5820484B-F9DC-FE29-F32F-DA47568AB7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4541" y="3307340"/>
                <a:ext cx="1468768" cy="0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469F33D0-C9BA-8960-A37F-AC4B3ED9486A}"/>
                  </a:ext>
                </a:extLst>
              </p:cNvPr>
              <p:cNvSpPr/>
              <p:nvPr/>
            </p:nvSpPr>
            <p:spPr>
              <a:xfrm>
                <a:off x="4063741" y="3392785"/>
                <a:ext cx="568734" cy="151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tx1"/>
                    </a:solidFill>
                  </a:rPr>
                  <a:t>WFS</a:t>
                </a:r>
              </a:p>
            </p:txBody>
          </p: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167CF279-FA9A-AD3B-0605-D1BB4EDC00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9341" y="3745457"/>
                <a:ext cx="1468769" cy="0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76200">
                <a:solidFill>
                  <a:schemeClr val="accent1">
                    <a:lumMod val="60000"/>
                    <a:lumOff val="40000"/>
                  </a:schemeClr>
                </a:solidFill>
                <a:headEnd type="triangle" w="sm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1A1F7C8D-5DDC-40A7-0884-60E7ADFE05C3}"/>
                  </a:ext>
                </a:extLst>
              </p:cNvPr>
              <p:cNvCxnSpPr>
                <a:cxnSpLocks/>
                <a:stCxn id="99" idx="3"/>
                <a:endCxn id="100" idx="1"/>
              </p:cNvCxnSpPr>
              <p:nvPr/>
            </p:nvCxnSpPr>
            <p:spPr>
              <a:xfrm>
                <a:off x="963316" y="3468334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Arrow Connector 112">
                <a:extLst>
                  <a:ext uri="{FF2B5EF4-FFF2-40B4-BE49-F238E27FC236}">
                    <a16:creationId xmlns:a16="http://schemas.microsoft.com/office/drawing/2014/main" id="{4CFE430A-DA01-3B34-EDBA-49E1C782B1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7700" y="3470375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F20CC0D7-FA75-E815-BDDE-6199EC5444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2084" y="3472416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E85A2F50-C397-D84D-C15D-0B2C918281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6468" y="3470373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CF792770-144C-05EC-4488-1913566DA7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852" y="3476497"/>
                <a:ext cx="165650" cy="0"/>
              </a:xfrm>
              <a:prstGeom prst="straightConnector1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693282FE-FD95-4C39-2BEA-E799920CC1A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48108" y="3543881"/>
                <a:ext cx="0" cy="209810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841D2285-9605-B76E-D88E-ADFCDAA365B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84862" y="3543881"/>
                <a:ext cx="0" cy="205412"/>
              </a:xfrm>
              <a:prstGeom prst="lin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FCDB858B-EA4E-425C-C1A7-CA0B12372D50}"/>
                  </a:ext>
                </a:extLst>
              </p:cNvPr>
              <p:cNvSpPr txBox="1"/>
              <p:nvPr/>
            </p:nvSpPr>
            <p:spPr>
              <a:xfrm>
                <a:off x="50348" y="3350360"/>
                <a:ext cx="310558" cy="1976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1200" b="1" dirty="0"/>
                  <a:t>C1)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4BE6FA8-DC63-F178-5C9D-32D2602FF7B0}"/>
                </a:ext>
              </a:extLst>
            </p:cNvPr>
            <p:cNvGrpSpPr/>
            <p:nvPr/>
          </p:nvGrpSpPr>
          <p:grpSpPr>
            <a:xfrm>
              <a:off x="2147007" y="3967985"/>
              <a:ext cx="4519223" cy="412475"/>
              <a:chOff x="39995" y="4068394"/>
              <a:chExt cx="4592340" cy="454831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04C9FC3D-B000-5AEE-B293-C6C0FC111C76}"/>
                  </a:ext>
                </a:extLst>
              </p:cNvPr>
              <p:cNvSpPr/>
              <p:nvPr/>
            </p:nvSpPr>
            <p:spPr>
              <a:xfrm>
                <a:off x="3320369" y="4166900"/>
                <a:ext cx="568734" cy="15109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495E0A13-61F2-BB5F-A2A8-A111844AB2A9}"/>
                  </a:ext>
                </a:extLst>
              </p:cNvPr>
              <p:cNvSpPr/>
              <p:nvPr/>
            </p:nvSpPr>
            <p:spPr>
              <a:xfrm>
                <a:off x="1128827" y="4162319"/>
                <a:ext cx="568734" cy="1510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tx1"/>
                    </a:solidFill>
                  </a:rPr>
                  <a:t>GL-ATM</a:t>
                </a: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F7AF5EBD-06D4-1D9D-7A0F-FDE9B089CC96}"/>
                  </a:ext>
                </a:extLst>
              </p:cNvPr>
              <p:cNvSpPr/>
              <p:nvPr/>
            </p:nvSpPr>
            <p:spPr>
              <a:xfrm>
                <a:off x="1863211" y="4162319"/>
                <a:ext cx="568734" cy="1510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tx1"/>
                    </a:solidFill>
                  </a:rPr>
                  <a:t>Pupil</a:t>
                </a: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AFD09A83-3AEA-22EA-3CFC-E190D9C2FCE6}"/>
                  </a:ext>
                </a:extLst>
              </p:cNvPr>
              <p:cNvSpPr/>
              <p:nvPr/>
            </p:nvSpPr>
            <p:spPr>
              <a:xfrm>
                <a:off x="2597595" y="4162319"/>
                <a:ext cx="568734" cy="1510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tx1"/>
                    </a:solidFill>
                  </a:rPr>
                  <a:t>GL-DM</a:t>
                </a:r>
              </a:p>
            </p:txBody>
          </p: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91E76086-46ED-0F20-D7A4-8031F599A391}"/>
                  </a:ext>
                </a:extLst>
              </p:cNvPr>
              <p:cNvCxnSpPr>
                <a:cxnSpLocks/>
                <a:stCxn id="85" idx="0"/>
              </p:cNvCxnSpPr>
              <p:nvPr/>
            </p:nvCxnSpPr>
            <p:spPr>
              <a:xfrm flipV="1">
                <a:off x="1413194" y="4068394"/>
                <a:ext cx="0" cy="93925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CB9FDA42-179F-B12C-8455-9B5387D33866}"/>
                  </a:ext>
                </a:extLst>
              </p:cNvPr>
              <p:cNvCxnSpPr>
                <a:cxnSpLocks/>
                <a:stCxn id="87" idx="0"/>
              </p:cNvCxnSpPr>
              <p:nvPr/>
            </p:nvCxnSpPr>
            <p:spPr>
              <a:xfrm flipV="1">
                <a:off x="2881961" y="4068394"/>
                <a:ext cx="0" cy="93925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C5A8E610-6F35-140B-CC35-386A3AFDB5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4401" y="4076874"/>
                <a:ext cx="1468768" cy="0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1DF74395-4F53-8B75-7610-6206540E3CFD}"/>
                  </a:ext>
                </a:extLst>
              </p:cNvPr>
              <p:cNvSpPr/>
              <p:nvPr/>
            </p:nvSpPr>
            <p:spPr>
              <a:xfrm>
                <a:off x="4063601" y="4162319"/>
                <a:ext cx="568734" cy="1510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tx1"/>
                    </a:solidFill>
                  </a:rPr>
                  <a:t>WFS</a:t>
                </a:r>
              </a:p>
            </p:txBody>
          </p: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3EB7E722-AD6A-3065-D5F5-3C61679E01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9201" y="4514991"/>
                <a:ext cx="1468768" cy="0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76200">
                <a:solidFill>
                  <a:schemeClr val="tx2">
                    <a:lumMod val="60000"/>
                    <a:lumOff val="40000"/>
                  </a:schemeClr>
                </a:solidFill>
                <a:headEnd type="triangle" w="sm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8ACFF09C-7AF7-9847-217B-EB5281A135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7561" y="4239909"/>
                <a:ext cx="165650" cy="0"/>
              </a:xfrm>
              <a:prstGeom prst="straightConnector1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47B7441A-1CD9-2499-93C7-B2CBA566A0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1945" y="4241949"/>
                <a:ext cx="165650" cy="0"/>
              </a:xfrm>
              <a:prstGeom prst="straightConnector1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0BD3B50E-930D-C7E5-5D84-B1ED7F88A969}"/>
                  </a:ext>
                </a:extLst>
              </p:cNvPr>
              <p:cNvCxnSpPr>
                <a:cxnSpLocks/>
                <a:endCxn id="91" idx="1"/>
              </p:cNvCxnSpPr>
              <p:nvPr/>
            </p:nvCxnSpPr>
            <p:spPr>
              <a:xfrm flipV="1">
                <a:off x="3166328" y="4237867"/>
                <a:ext cx="897273" cy="2040"/>
              </a:xfrm>
              <a:prstGeom prst="straightConnector1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9382B500-2716-99F8-3D48-C5F1EF1EE5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47968" y="4313416"/>
                <a:ext cx="0" cy="209809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4F904775-7CCE-8C52-3CBB-55D1AA907B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84722" y="4313415"/>
                <a:ext cx="0" cy="205413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6B827163-1F5B-55E5-89C2-C87B41D5975F}"/>
                  </a:ext>
                </a:extLst>
              </p:cNvPr>
              <p:cNvSpPr txBox="1"/>
              <p:nvPr/>
            </p:nvSpPr>
            <p:spPr>
              <a:xfrm>
                <a:off x="39995" y="4124060"/>
                <a:ext cx="310558" cy="1976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1200" b="1" dirty="0"/>
                  <a:t>C2)</a:t>
                </a: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CBBD412-457E-3341-6991-DBC6A12B7B78}"/>
                </a:ext>
              </a:extLst>
            </p:cNvPr>
            <p:cNvSpPr txBox="1"/>
            <p:nvPr/>
          </p:nvSpPr>
          <p:spPr>
            <a:xfrm>
              <a:off x="7396451" y="504880"/>
              <a:ext cx="673151" cy="1792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b="1" dirty="0">
                  <a:sym typeface="Wingdings" panose="05000000000000000000" pitchFamily="2" charset="2"/>
                </a:rPr>
                <a:t>Full MCAO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DDBE46D-011B-25AA-B6DF-FB7DC6718F01}"/>
                </a:ext>
              </a:extLst>
            </p:cNvPr>
            <p:cNvSpPr txBox="1"/>
            <p:nvPr/>
          </p:nvSpPr>
          <p:spPr>
            <a:xfrm>
              <a:off x="7397852" y="1198482"/>
              <a:ext cx="1258696" cy="1792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b="1" dirty="0">
                  <a:sym typeface="Wingdings" panose="05000000000000000000" pitchFamily="2" charset="2"/>
                </a:rPr>
                <a:t>Immediate GLDM’s IM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C057028-4CCB-A189-5D40-C2D7E033BD32}"/>
                </a:ext>
              </a:extLst>
            </p:cNvPr>
            <p:cNvSpPr txBox="1"/>
            <p:nvPr/>
          </p:nvSpPr>
          <p:spPr>
            <a:xfrm>
              <a:off x="7405634" y="1902037"/>
              <a:ext cx="749891" cy="1792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b="1" dirty="0">
                  <a:sym typeface="Wingdings" panose="05000000000000000000" pitchFamily="2" charset="2"/>
                </a:rPr>
                <a:t>GL-DM Only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E874AB2-D645-C442-3E20-4F725362A991}"/>
                </a:ext>
              </a:extLst>
            </p:cNvPr>
            <p:cNvSpPr txBox="1"/>
            <p:nvPr/>
          </p:nvSpPr>
          <p:spPr>
            <a:xfrm>
              <a:off x="7391900" y="2610785"/>
              <a:ext cx="1312210" cy="1792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b="1" dirty="0">
                  <a:sym typeface="Wingdings" panose="05000000000000000000" pitchFamily="2" charset="2"/>
                </a:rPr>
                <a:t>Fixed IM of GL-DM’s IM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4720FAA-2EDF-01D2-A3F3-82571DC3B01E}"/>
                </a:ext>
              </a:extLst>
            </p:cNvPr>
            <p:cNvSpPr txBox="1"/>
            <p:nvPr/>
          </p:nvSpPr>
          <p:spPr>
            <a:xfrm>
              <a:off x="7397852" y="3308357"/>
              <a:ext cx="2368066" cy="1792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b="1" dirty="0">
                  <a:sym typeface="Wingdings" panose="05000000000000000000" pitchFamily="2" charset="2"/>
                </a:rPr>
                <a:t>MCAO with fixed GL-DM’s IM with magic dm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F28615F-4143-9923-E993-4C1135643200}"/>
                </a:ext>
              </a:extLst>
            </p:cNvPr>
            <p:cNvSpPr txBox="1"/>
            <p:nvPr/>
          </p:nvSpPr>
          <p:spPr>
            <a:xfrm>
              <a:off x="7398734" y="4002054"/>
              <a:ext cx="2166026" cy="1792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b="1" dirty="0">
                  <a:sym typeface="Wingdings" panose="05000000000000000000" pitchFamily="2" charset="2"/>
                </a:rPr>
                <a:t>GL-DM only with Immediate GL-DM’s IM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8009416"/>
      </p:ext>
    </p:extLst>
  </p:cSld>
  <p:clrMapOvr>
    <a:masterClrMapping/>
  </p:clrMapOvr>
</p:sld>
</file>

<file path=ppt/theme/theme1.xml><?xml version="1.0" encoding="utf-8"?>
<a:theme xmlns:a="http://schemas.openxmlformats.org/drawingml/2006/main" name="CfAI_adjusted3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fAI_adjusted3" id="{5A79CB5E-E91E-4802-A5F3-651E0F924602}" vid="{5BB4E4E6-B1AE-41FA-B66B-9CB9C2ACAB2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CfAI_adjusted3</Template>
  <TotalTime>4</TotalTime>
  <Words>186</Words>
  <Application>Microsoft Office PowerPoint</Application>
  <PresentationFormat>A4 Paper (210x297 mm)</PresentationFormat>
  <Paragraphs>104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Wingdings</vt:lpstr>
      <vt:lpstr>CfAI_adjusted3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KONGKAEW, PUTTIWAT</dc:creator>
  <cp:lastModifiedBy>KONGKAEW, PUTTIWAT</cp:lastModifiedBy>
  <cp:revision>1</cp:revision>
  <dcterms:created xsi:type="dcterms:W3CDTF">2025-04-10T10:39:35Z</dcterms:created>
  <dcterms:modified xsi:type="dcterms:W3CDTF">2025-04-10T10:44:16Z</dcterms:modified>
</cp:coreProperties>
</file>